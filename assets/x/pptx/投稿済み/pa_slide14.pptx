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Shape 1">
            <a:extLst>
              <a:ext uri="{FF2B5EF4-FFF2-40B4-BE49-F238E27FC236}">
                <a16:creationId xmlns:a16="http://schemas.microsoft.com/office/drawing/2014/main" id="{48FD9B31-404F-C67B-4627-CF7F68535426}"/>
              </a:ext>
            </a:extLst>
          </p:cNvPr>
          <p:cNvSpPr/>
          <p:nvPr/>
        </p:nvSpPr>
        <p:spPr>
          <a:xfrm>
            <a:off x="-14913" y="-69952"/>
            <a:ext cx="12191695" cy="101470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D3CECAA-703F-9129-6A94-16AAA84C1BED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35FD8F8-34FB-C79E-A12E-80641924B14B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Vol.23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314F2E2-5DCC-2BFD-4D02-B613BAD27983}"/>
              </a:ext>
            </a:extLst>
          </p:cNvPr>
          <p:cNvSpPr txBox="1"/>
          <p:nvPr/>
        </p:nvSpPr>
        <p:spPr>
          <a:xfrm>
            <a:off x="1926963" y="89988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実務で効く </a:t>
            </a: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通知設計</a:t>
            </a: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CC63D302-17EF-2665-66E3-CDD3C3E99C5D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006FAC2C-F454-9001-AA79-03D35CC2BCEE}"/>
              </a:ext>
            </a:extLst>
          </p:cNvPr>
          <p:cNvSpPr/>
          <p:nvPr/>
        </p:nvSpPr>
        <p:spPr>
          <a:xfrm>
            <a:off x="268515" y="1086217"/>
            <a:ext cx="7714046" cy="388562"/>
          </a:xfrm>
          <a:prstGeom prst="roundRect">
            <a:avLst>
              <a:gd name="adj" fmla="val 319489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C9112071-6146-DB89-CF7D-D0C5FF28738F}"/>
              </a:ext>
            </a:extLst>
          </p:cNvPr>
          <p:cNvSpPr/>
          <p:nvPr/>
        </p:nvSpPr>
        <p:spPr>
          <a:xfrm>
            <a:off x="452624" y="1010929"/>
            <a:ext cx="8542824" cy="5596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38100" rIns="228600" bIns="38100" rtlCol="0" anchor="ctr"/>
          <a:lstStyle/>
          <a:p>
            <a:pPr marL="0" indent="0" algn="l">
              <a:buNone/>
            </a:pPr>
            <a:r>
              <a:rPr lang="en-US" sz="2800" b="1" kern="0" spc="52" dirty="0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通知の“質”</a:t>
            </a:r>
            <a:r>
              <a:rPr 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を変える </a:t>
            </a:r>
            <a:r>
              <a:rPr lang="ja-JP" alt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  </a:t>
            </a:r>
            <a:r>
              <a:rPr lang="ja-JP" alt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　</a:t>
            </a:r>
            <a:r>
              <a:rPr 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 </a:t>
            </a:r>
            <a:endParaRPr lang="en-US" sz="2800" dirty="0">
              <a:solidFill>
                <a:schemeClr val="bg1"/>
              </a:solidFill>
              <a:effectLst>
                <a:glow rad="177800">
                  <a:schemeClr val="tx1">
                    <a:lumMod val="75000"/>
                    <a:lumOff val="25000"/>
                    <a:alpha val="99000"/>
                  </a:schemeClr>
                </a:glow>
              </a:effectLst>
            </a:endParaRPr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483515DF-FE0D-1093-8C2A-6B799FFBA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68515" y="1703115"/>
            <a:ext cx="3856167" cy="4915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76F6B8B2-D204-9CA0-634C-BDD15724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64" r="-264"/>
          <a:stretch/>
        </p:blipFill>
        <p:spPr>
          <a:xfrm>
            <a:off x="230917" y="1563715"/>
            <a:ext cx="2545369" cy="936922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A5A5B405-2384-992C-B2DA-4CDCDBEB386A}"/>
              </a:ext>
            </a:extLst>
          </p:cNvPr>
          <p:cNvSpPr/>
          <p:nvPr/>
        </p:nvSpPr>
        <p:spPr>
          <a:xfrm>
            <a:off x="216776" y="1859854"/>
            <a:ext cx="2567909" cy="319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Before：</a:t>
            </a:r>
          </a:p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ただの通知</a:t>
            </a:r>
            <a:endParaRPr lang="en-US" sz="2800" dirty="0"/>
          </a:p>
        </p:txBody>
      </p:sp>
      <p:pic>
        <p:nvPicPr>
          <p:cNvPr id="69" name="Image 4" descr="preencoded.png">
            <a:extLst>
              <a:ext uri="{FF2B5EF4-FFF2-40B4-BE49-F238E27FC236}">
                <a16:creationId xmlns:a16="http://schemas.microsoft.com/office/drawing/2014/main" id="{48332BFC-9DB0-321E-C04B-7A7CAD95F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2" b="-32"/>
          <a:stretch/>
        </p:blipFill>
        <p:spPr>
          <a:xfrm>
            <a:off x="986520" y="2670669"/>
            <a:ext cx="2191809" cy="1087213"/>
          </a:xfrm>
          <a:prstGeom prst="rect">
            <a:avLst/>
          </a:prstGeom>
        </p:spPr>
      </p:pic>
      <p:sp>
        <p:nvSpPr>
          <p:cNvPr id="71" name="Text 9">
            <a:extLst>
              <a:ext uri="{FF2B5EF4-FFF2-40B4-BE49-F238E27FC236}">
                <a16:creationId xmlns:a16="http://schemas.microsoft.com/office/drawing/2014/main" id="{BD3F36F0-68A0-D0B4-8C22-5A87D92302DF}"/>
              </a:ext>
            </a:extLst>
          </p:cNvPr>
          <p:cNvSpPr txBox="1"/>
          <p:nvPr/>
        </p:nvSpPr>
        <p:spPr>
          <a:xfrm>
            <a:off x="1308999" y="2870460"/>
            <a:ext cx="2029849" cy="25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ui-monospace" pitchFamily="34" charset="-120"/>
              </a:rPr>
              <a:t>Subject</a:t>
            </a:r>
            <a:endParaRPr 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B5B7C63B-5BC2-A3EA-D588-750D9FFDA02A}"/>
              </a:ext>
            </a:extLst>
          </p:cNvPr>
          <p:cNvSpPr txBox="1"/>
          <p:nvPr/>
        </p:nvSpPr>
        <p:spPr>
          <a:xfrm>
            <a:off x="1321122" y="3327077"/>
            <a:ext cx="1902624" cy="25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依頼があります</a:t>
            </a:r>
            <a:endParaRPr lang="en-US" sz="2000" dirty="0"/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C4DB3D01-7DE9-777B-E2E0-D17537E1E7EA}"/>
              </a:ext>
            </a:extLst>
          </p:cNvPr>
          <p:cNvSpPr txBox="1"/>
          <p:nvPr/>
        </p:nvSpPr>
        <p:spPr>
          <a:xfrm>
            <a:off x="963545" y="4026361"/>
            <a:ext cx="2941707" cy="5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何の依頼か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不明</a:t>
            </a:r>
            <a:endParaRPr lang="en-US" sz="2400" b="1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（緊急度も不明）</a:t>
            </a:r>
            <a:endParaRPr lang="en-US" sz="2400" b="1" dirty="0"/>
          </a:p>
        </p:txBody>
      </p:sp>
      <p:pic>
        <p:nvPicPr>
          <p:cNvPr id="87" name="Image 6" descr="preencoded.png">
            <a:extLst>
              <a:ext uri="{FF2B5EF4-FFF2-40B4-BE49-F238E27FC236}">
                <a16:creationId xmlns:a16="http://schemas.microsoft.com/office/drawing/2014/main" id="{D5B9A3A4-C7F3-186A-5F4C-4C277B9216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1233" r="-21233"/>
          <a:stretch/>
        </p:blipFill>
        <p:spPr>
          <a:xfrm>
            <a:off x="187121" y="3797696"/>
            <a:ext cx="762421" cy="713546"/>
          </a:xfrm>
          <a:prstGeom prst="rect">
            <a:avLst/>
          </a:prstGeom>
        </p:spPr>
      </p:pic>
      <p:sp>
        <p:nvSpPr>
          <p:cNvPr id="93" name="Text 13">
            <a:extLst>
              <a:ext uri="{FF2B5EF4-FFF2-40B4-BE49-F238E27FC236}">
                <a16:creationId xmlns:a16="http://schemas.microsoft.com/office/drawing/2014/main" id="{AD899DB1-D9C0-6D79-99AC-D806CF77D1E3}"/>
              </a:ext>
            </a:extLst>
          </p:cNvPr>
          <p:cNvSpPr txBox="1"/>
          <p:nvPr/>
        </p:nvSpPr>
        <p:spPr>
          <a:xfrm>
            <a:off x="968684" y="4923777"/>
            <a:ext cx="2810647" cy="38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リンク先がな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endParaRPr lang="en-US" sz="2400" b="1" dirty="0"/>
          </a:p>
        </p:txBody>
      </p:sp>
      <p:sp>
        <p:nvSpPr>
          <p:cNvPr id="97" name="Text 14">
            <a:extLst>
              <a:ext uri="{FF2B5EF4-FFF2-40B4-BE49-F238E27FC236}">
                <a16:creationId xmlns:a16="http://schemas.microsoft.com/office/drawing/2014/main" id="{F1B3C790-92E1-19B8-9AC4-5FB7E6590926}"/>
              </a:ext>
            </a:extLst>
          </p:cNvPr>
          <p:cNvSpPr txBox="1"/>
          <p:nvPr/>
        </p:nvSpPr>
        <p:spPr>
          <a:xfrm>
            <a:off x="970045" y="5730785"/>
            <a:ext cx="2311986" cy="194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誰の作業か不明</a:t>
            </a:r>
            <a:endParaRPr lang="en-US" sz="2400" b="1" dirty="0"/>
          </a:p>
        </p:txBody>
      </p:sp>
      <p:sp>
        <p:nvSpPr>
          <p:cNvPr id="98" name="Shape 15">
            <a:extLst>
              <a:ext uri="{FF2B5EF4-FFF2-40B4-BE49-F238E27FC236}">
                <a16:creationId xmlns:a16="http://schemas.microsoft.com/office/drawing/2014/main" id="{1115C790-6B6B-791E-1784-4A8E4CAAA18A}"/>
              </a:ext>
            </a:extLst>
          </p:cNvPr>
          <p:cNvSpPr/>
          <p:nvPr/>
        </p:nvSpPr>
        <p:spPr>
          <a:xfrm>
            <a:off x="4350255" y="1594691"/>
            <a:ext cx="3809002" cy="5023819"/>
          </a:xfrm>
          <a:prstGeom prst="roundRect">
            <a:avLst>
              <a:gd name="adj" fmla="val 7972"/>
            </a:avLst>
          </a:prstGeom>
          <a:solidFill>
            <a:srgbClr val="EFF6FF"/>
          </a:solidFill>
          <a:ln w="25400">
            <a:solidFill>
              <a:srgbClr val="60A5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4000"/>
          </a:p>
        </p:txBody>
      </p:sp>
      <p:pic>
        <p:nvPicPr>
          <p:cNvPr id="103" name="Image 9" descr="preencoded.png">
            <a:extLst>
              <a:ext uri="{FF2B5EF4-FFF2-40B4-BE49-F238E27FC236}">
                <a16:creationId xmlns:a16="http://schemas.microsoft.com/office/drawing/2014/main" id="{321D6FA8-0DD9-196D-5A74-5EE734A817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64" r="-264"/>
          <a:stretch/>
        </p:blipFill>
        <p:spPr>
          <a:xfrm>
            <a:off x="4435274" y="1521197"/>
            <a:ext cx="3798655" cy="918808"/>
          </a:xfrm>
          <a:prstGeom prst="rect">
            <a:avLst/>
          </a:prstGeom>
        </p:spPr>
      </p:pic>
      <p:sp>
        <p:nvSpPr>
          <p:cNvPr id="106" name="Text 16">
            <a:extLst>
              <a:ext uri="{FF2B5EF4-FFF2-40B4-BE49-F238E27FC236}">
                <a16:creationId xmlns:a16="http://schemas.microsoft.com/office/drawing/2014/main" id="{0E15C362-677F-2AA5-7649-272315DA13D8}"/>
              </a:ext>
            </a:extLst>
          </p:cNvPr>
          <p:cNvSpPr/>
          <p:nvPr/>
        </p:nvSpPr>
        <p:spPr>
          <a:xfrm>
            <a:off x="4520356" y="1563715"/>
            <a:ext cx="3709776" cy="75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r>
              <a:rPr lang="en-US" sz="24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</a:p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作業につながる通知</a:t>
            </a:r>
            <a:endParaRPr lang="en-US" sz="2000" dirty="0"/>
          </a:p>
        </p:txBody>
      </p: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35CEC1A3-0AA8-506C-A53C-DF661EF7E050}"/>
              </a:ext>
            </a:extLst>
          </p:cNvPr>
          <p:cNvGrpSpPr/>
          <p:nvPr/>
        </p:nvGrpSpPr>
        <p:grpSpPr>
          <a:xfrm>
            <a:off x="4350255" y="2469939"/>
            <a:ext cx="4101607" cy="1814779"/>
            <a:chOff x="5973692" y="1815125"/>
            <a:chExt cx="2542485" cy="1415905"/>
          </a:xfrm>
        </p:grpSpPr>
        <p:pic>
          <p:nvPicPr>
            <p:cNvPr id="107" name="Image 10" descr="preencoded.png">
              <a:extLst>
                <a:ext uri="{FF2B5EF4-FFF2-40B4-BE49-F238E27FC236}">
                  <a16:creationId xmlns:a16="http://schemas.microsoft.com/office/drawing/2014/main" id="{325FFB7A-37D2-F617-123A-26CDD7F21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-5" b="-5"/>
            <a:stretch/>
          </p:blipFill>
          <p:spPr>
            <a:xfrm>
              <a:off x="5973692" y="1815125"/>
              <a:ext cx="2276169" cy="1415905"/>
            </a:xfrm>
            <a:prstGeom prst="rect">
              <a:avLst/>
            </a:prstGeom>
          </p:spPr>
        </p:pic>
        <p:sp>
          <p:nvSpPr>
            <p:cNvPr id="108" name="Text 17">
              <a:extLst>
                <a:ext uri="{FF2B5EF4-FFF2-40B4-BE49-F238E27FC236}">
                  <a16:creationId xmlns:a16="http://schemas.microsoft.com/office/drawing/2014/main" id="{DD9458CF-4E9E-7087-4DDA-2C29B3630540}"/>
                </a:ext>
              </a:extLst>
            </p:cNvPr>
            <p:cNvSpPr txBox="1"/>
            <p:nvPr/>
          </p:nvSpPr>
          <p:spPr>
            <a:xfrm>
              <a:off x="6125483" y="1939485"/>
              <a:ext cx="1861536" cy="207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9CA3AF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Subject</a:t>
              </a:r>
              <a:endParaRPr lang="en-US" sz="2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109" name="Text 18">
              <a:extLst>
                <a:ext uri="{FF2B5EF4-FFF2-40B4-BE49-F238E27FC236}">
                  <a16:creationId xmlns:a16="http://schemas.microsoft.com/office/drawing/2014/main" id="{EF9CBA4C-7646-74F0-D23D-66781D519F43}"/>
                </a:ext>
              </a:extLst>
            </p:cNvPr>
            <p:cNvSpPr txBox="1"/>
            <p:nvPr/>
          </p:nvSpPr>
          <p:spPr>
            <a:xfrm>
              <a:off x="6476158" y="2213150"/>
              <a:ext cx="2040019" cy="51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【</a:t>
              </a: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対応依頼】</a:t>
              </a:r>
            </a:p>
            <a:p>
              <a:pPr marL="0" indent="0" algn="l">
                <a:buNone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見積チェック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11" name="Image 11" descr="preencoded.png">
              <a:extLst>
                <a:ext uri="{FF2B5EF4-FFF2-40B4-BE49-F238E27FC236}">
                  <a16:creationId xmlns:a16="http://schemas.microsoft.com/office/drawing/2014/main" id="{E6126D3B-6CAA-C126-A270-E63C578A6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6030510" y="2850504"/>
              <a:ext cx="284735" cy="309494"/>
            </a:xfrm>
            <a:prstGeom prst="rect">
              <a:avLst/>
            </a:prstGeom>
          </p:spPr>
        </p:pic>
        <p:sp>
          <p:nvSpPr>
            <p:cNvPr id="112" name="Text 19">
              <a:extLst>
                <a:ext uri="{FF2B5EF4-FFF2-40B4-BE49-F238E27FC236}">
                  <a16:creationId xmlns:a16="http://schemas.microsoft.com/office/drawing/2014/main" id="{50948FD9-0A36-0F7C-CE9D-1BECE76BDA71}"/>
                </a:ext>
              </a:extLst>
            </p:cNvPr>
            <p:cNvSpPr txBox="1"/>
            <p:nvPr/>
          </p:nvSpPr>
          <p:spPr>
            <a:xfrm>
              <a:off x="6374668" y="2862320"/>
              <a:ext cx="2010080" cy="1949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本文は3行構成</a:t>
              </a:r>
              <a:endParaRPr lang="en-US" sz="3200" dirty="0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B7384D28-C454-31B9-4C80-F390910F8294}"/>
              </a:ext>
            </a:extLst>
          </p:cNvPr>
          <p:cNvGrpSpPr/>
          <p:nvPr/>
        </p:nvGrpSpPr>
        <p:grpSpPr>
          <a:xfrm>
            <a:off x="4829386" y="4355050"/>
            <a:ext cx="2912323" cy="1165680"/>
            <a:chOff x="6069737" y="3527011"/>
            <a:chExt cx="2373889" cy="1284745"/>
          </a:xfrm>
        </p:grpSpPr>
        <p:pic>
          <p:nvPicPr>
            <p:cNvPr id="113" name="Image 12" descr="preencoded.png">
              <a:extLst>
                <a:ext uri="{FF2B5EF4-FFF2-40B4-BE49-F238E27FC236}">
                  <a16:creationId xmlns:a16="http://schemas.microsoft.com/office/drawing/2014/main" id="{AA23097D-9F4C-0465-8E13-3954F04CB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349" r="-349"/>
            <a:stretch/>
          </p:blipFill>
          <p:spPr>
            <a:xfrm>
              <a:off x="6069737" y="3527011"/>
              <a:ext cx="2373889" cy="1284745"/>
            </a:xfrm>
            <a:prstGeom prst="rect">
              <a:avLst/>
            </a:prstGeom>
          </p:spPr>
        </p:pic>
        <p:sp>
          <p:nvSpPr>
            <p:cNvPr id="114" name="Text 20">
              <a:extLst>
                <a:ext uri="{FF2B5EF4-FFF2-40B4-BE49-F238E27FC236}">
                  <a16:creationId xmlns:a16="http://schemas.microsoft.com/office/drawing/2014/main" id="{3A5F49D1-7A22-5294-CEF2-B9FEB26A922E}"/>
                </a:ext>
              </a:extLst>
            </p:cNvPr>
            <p:cNvSpPr txBox="1"/>
            <p:nvPr/>
          </p:nvSpPr>
          <p:spPr>
            <a:xfrm>
              <a:off x="6203713" y="3670053"/>
              <a:ext cx="2082060" cy="10092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 ・内容：</a:t>
              </a:r>
              <a:r>
                <a:rPr lang="en-US" b="1" dirty="0">
                  <a:solidFill>
                    <a:srgbClr val="0000CC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〇〇確認</a:t>
              </a:r>
              <a:endParaRPr lang="en-US" b="1" dirty="0">
                <a:solidFill>
                  <a:srgbClr val="0000CC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 ・期限：10/25</a:t>
              </a:r>
              <a:endParaRPr lang="en-US" b="1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 ・担当：鈴木 </a:t>
              </a:r>
              <a:endParaRPr lang="en-US" b="1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pic>
        <p:nvPicPr>
          <p:cNvPr id="115" name="Image 13" descr="preencoded.png">
            <a:extLst>
              <a:ext uri="{FF2B5EF4-FFF2-40B4-BE49-F238E27FC236}">
                <a16:creationId xmlns:a16="http://schemas.microsoft.com/office/drawing/2014/main" id="{A5DDBC27-7631-A60B-4371-A298F11598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4581359" y="5849181"/>
            <a:ext cx="395383" cy="316814"/>
          </a:xfrm>
          <a:prstGeom prst="rect">
            <a:avLst/>
          </a:prstGeom>
        </p:spPr>
      </p:pic>
      <p:sp>
        <p:nvSpPr>
          <p:cNvPr id="118" name="Text 21">
            <a:extLst>
              <a:ext uri="{FF2B5EF4-FFF2-40B4-BE49-F238E27FC236}">
                <a16:creationId xmlns:a16="http://schemas.microsoft.com/office/drawing/2014/main" id="{4E7B547A-6427-847F-98F2-0C6F65193C3E}"/>
              </a:ext>
            </a:extLst>
          </p:cNvPr>
          <p:cNvSpPr txBox="1"/>
          <p:nvPr/>
        </p:nvSpPr>
        <p:spPr>
          <a:xfrm>
            <a:off x="4889693" y="5801686"/>
            <a:ext cx="3865738" cy="608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ワンクリックで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作業画面へ飛べる</a:t>
            </a:r>
            <a:r>
              <a:rPr lang="en-US" sz="28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</a:t>
            </a:r>
            <a:endParaRPr lang="en-US" sz="2800" b="1" dirty="0">
              <a:solidFill>
                <a:srgbClr val="0000CC"/>
              </a:solidFill>
            </a:endParaRPr>
          </a:p>
        </p:txBody>
      </p:sp>
      <p:grpSp>
        <p:nvGrpSpPr>
          <p:cNvPr id="181" name="グループ化 180">
            <a:extLst>
              <a:ext uri="{FF2B5EF4-FFF2-40B4-BE49-F238E27FC236}">
                <a16:creationId xmlns:a16="http://schemas.microsoft.com/office/drawing/2014/main" id="{6019F6DC-4E27-6D60-B210-070DA751BB29}"/>
              </a:ext>
            </a:extLst>
          </p:cNvPr>
          <p:cNvGrpSpPr/>
          <p:nvPr/>
        </p:nvGrpSpPr>
        <p:grpSpPr>
          <a:xfrm>
            <a:off x="8189015" y="995668"/>
            <a:ext cx="4053441" cy="5622843"/>
            <a:chOff x="8189015" y="995668"/>
            <a:chExt cx="4053441" cy="5622843"/>
          </a:xfrm>
        </p:grpSpPr>
        <p:sp>
          <p:nvSpPr>
            <p:cNvPr id="135" name="Shape 23">
              <a:extLst>
                <a:ext uri="{FF2B5EF4-FFF2-40B4-BE49-F238E27FC236}">
                  <a16:creationId xmlns:a16="http://schemas.microsoft.com/office/drawing/2014/main" id="{DED7D721-1E03-7017-B214-F5280ABDD0FA}"/>
                </a:ext>
              </a:extLst>
            </p:cNvPr>
            <p:cNvSpPr/>
            <p:nvPr/>
          </p:nvSpPr>
          <p:spPr>
            <a:xfrm>
              <a:off x="8189015" y="995668"/>
              <a:ext cx="3862873" cy="5622843"/>
            </a:xfrm>
            <a:prstGeom prst="roundRect">
              <a:avLst>
                <a:gd name="adj" fmla="val 119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6" name="Shape 24">
              <a:extLst>
                <a:ext uri="{FF2B5EF4-FFF2-40B4-BE49-F238E27FC236}">
                  <a16:creationId xmlns:a16="http://schemas.microsoft.com/office/drawing/2014/main" id="{3E8DD4BA-2A33-E4AC-8BCF-DCAFBA080F64}"/>
                </a:ext>
              </a:extLst>
            </p:cNvPr>
            <p:cNvSpPr/>
            <p:nvPr/>
          </p:nvSpPr>
          <p:spPr>
            <a:xfrm>
              <a:off x="8425429" y="1450689"/>
              <a:ext cx="3441166" cy="13090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7" name="Text 25">
              <a:extLst>
                <a:ext uri="{FF2B5EF4-FFF2-40B4-BE49-F238E27FC236}">
                  <a16:creationId xmlns:a16="http://schemas.microsoft.com/office/drawing/2014/main" id="{813B453C-323F-800C-8359-15554813D0FC}"/>
                </a:ext>
              </a:extLst>
            </p:cNvPr>
            <p:cNvSpPr txBox="1"/>
            <p:nvPr/>
          </p:nvSpPr>
          <p:spPr>
            <a:xfrm>
              <a:off x="8588164" y="1054748"/>
              <a:ext cx="3654292" cy="38352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D4E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実装ステップ（3つだけ） </a:t>
              </a:r>
              <a:endParaRPr lang="en-US" sz="2400" dirty="0"/>
            </a:p>
          </p:txBody>
        </p:sp>
        <p:pic>
          <p:nvPicPr>
            <p:cNvPr id="138" name="Image 15" descr="preencoded.png">
              <a:extLst>
                <a:ext uri="{FF2B5EF4-FFF2-40B4-BE49-F238E27FC236}">
                  <a16:creationId xmlns:a16="http://schemas.microsoft.com/office/drawing/2014/main" id="{1F8DAF76-A841-3805-7EE4-F0EB12B8C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250883" y="1026580"/>
              <a:ext cx="357555" cy="411698"/>
            </a:xfrm>
            <a:prstGeom prst="rect">
              <a:avLst/>
            </a:prstGeom>
          </p:spPr>
        </p:pic>
        <p:pic>
          <p:nvPicPr>
            <p:cNvPr id="139" name="Image 16" descr="preencoded.png">
              <a:extLst>
                <a:ext uri="{FF2B5EF4-FFF2-40B4-BE49-F238E27FC236}">
                  <a16:creationId xmlns:a16="http://schemas.microsoft.com/office/drawing/2014/main" id="{043745E2-0824-C7FD-B807-80BDEDC2A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333359" y="1601452"/>
              <a:ext cx="294017" cy="335613"/>
            </a:xfrm>
            <a:prstGeom prst="rect">
              <a:avLst/>
            </a:prstGeom>
          </p:spPr>
        </p:pic>
        <p:sp>
          <p:nvSpPr>
            <p:cNvPr id="140" name="Text 26">
              <a:extLst>
                <a:ext uri="{FF2B5EF4-FFF2-40B4-BE49-F238E27FC236}">
                  <a16:creationId xmlns:a16="http://schemas.microsoft.com/office/drawing/2014/main" id="{C365585C-0496-2C40-9E11-A8D3CBAC68EC}"/>
                </a:ext>
              </a:extLst>
            </p:cNvPr>
            <p:cNvSpPr/>
            <p:nvPr/>
          </p:nvSpPr>
          <p:spPr>
            <a:xfrm>
              <a:off x="8326460" y="1573184"/>
              <a:ext cx="318618" cy="40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141" name="Text 27">
              <a:extLst>
                <a:ext uri="{FF2B5EF4-FFF2-40B4-BE49-F238E27FC236}">
                  <a16:creationId xmlns:a16="http://schemas.microsoft.com/office/drawing/2014/main" id="{09E3E1AF-F566-4C28-76A0-0456E1A817F8}"/>
                </a:ext>
              </a:extLst>
            </p:cNvPr>
            <p:cNvSpPr txBox="1"/>
            <p:nvPr/>
          </p:nvSpPr>
          <p:spPr>
            <a:xfrm>
              <a:off x="8696817" y="1639851"/>
              <a:ext cx="2755667" cy="3272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通知対象を絞る</a:t>
              </a:r>
              <a:endParaRPr lang="en-US" sz="2400" dirty="0"/>
            </a:p>
          </p:txBody>
        </p:sp>
        <p:sp>
          <p:nvSpPr>
            <p:cNvPr id="142" name="Text 28">
              <a:extLst>
                <a:ext uri="{FF2B5EF4-FFF2-40B4-BE49-F238E27FC236}">
                  <a16:creationId xmlns:a16="http://schemas.microsoft.com/office/drawing/2014/main" id="{5618A2BE-9F52-6C2B-B90B-AA37AB961602}"/>
                </a:ext>
              </a:extLst>
            </p:cNvPr>
            <p:cNvSpPr txBox="1"/>
            <p:nvPr/>
          </p:nvSpPr>
          <p:spPr>
            <a:xfrm>
              <a:off x="8650645" y="2202621"/>
              <a:ext cx="3531290" cy="6544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“必要な人だけに届く通知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”は</a:t>
              </a:r>
            </a:p>
            <a:p>
              <a:pPr marL="0" indent="0" algn="l">
                <a:buNone/>
              </a:pP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それだけで価値が上がる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。 </a:t>
              </a:r>
              <a:endParaRPr lang="en-US" dirty="0"/>
            </a:p>
          </p:txBody>
        </p:sp>
        <p:pic>
          <p:nvPicPr>
            <p:cNvPr id="143" name="Image 17" descr="preencoded.png">
              <a:extLst>
                <a:ext uri="{FF2B5EF4-FFF2-40B4-BE49-F238E27FC236}">
                  <a16:creationId xmlns:a16="http://schemas.microsoft.com/office/drawing/2014/main" id="{07FD8CAB-0EC4-32D6-5809-9A2B78125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348633" y="3147290"/>
              <a:ext cx="302012" cy="324990"/>
            </a:xfrm>
            <a:prstGeom prst="rect">
              <a:avLst/>
            </a:prstGeom>
          </p:spPr>
        </p:pic>
        <p:sp>
          <p:nvSpPr>
            <p:cNvPr id="144" name="Text 29">
              <a:extLst>
                <a:ext uri="{FF2B5EF4-FFF2-40B4-BE49-F238E27FC236}">
                  <a16:creationId xmlns:a16="http://schemas.microsoft.com/office/drawing/2014/main" id="{7831CB06-5630-91D1-741E-B6E157CBC5F7}"/>
                </a:ext>
              </a:extLst>
            </p:cNvPr>
            <p:cNvSpPr/>
            <p:nvPr/>
          </p:nvSpPr>
          <p:spPr>
            <a:xfrm>
              <a:off x="8374736" y="3128177"/>
              <a:ext cx="227755" cy="34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45" name="Text 30">
              <a:extLst>
                <a:ext uri="{FF2B5EF4-FFF2-40B4-BE49-F238E27FC236}">
                  <a16:creationId xmlns:a16="http://schemas.microsoft.com/office/drawing/2014/main" id="{FE277788-FE37-F7C1-EDB3-19FA72530016}"/>
                </a:ext>
              </a:extLst>
            </p:cNvPr>
            <p:cNvSpPr txBox="1"/>
            <p:nvPr/>
          </p:nvSpPr>
          <p:spPr>
            <a:xfrm>
              <a:off x="8718293" y="3092295"/>
              <a:ext cx="3148301" cy="3272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3行で要点を整理する</a:t>
              </a:r>
              <a:endParaRPr lang="en-US" sz="2400" dirty="0"/>
            </a:p>
          </p:txBody>
        </p:sp>
        <p:pic>
          <p:nvPicPr>
            <p:cNvPr id="147" name="Image 18" descr="preencoded.png">
              <a:extLst>
                <a:ext uri="{FF2B5EF4-FFF2-40B4-BE49-F238E27FC236}">
                  <a16:creationId xmlns:a16="http://schemas.microsoft.com/office/drawing/2014/main" id="{7C873E7D-7FCA-2DEF-BE7E-C6EDDEC11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21" r="-21"/>
            <a:stretch/>
          </p:blipFill>
          <p:spPr>
            <a:xfrm>
              <a:off x="8685728" y="3591382"/>
              <a:ext cx="2997266" cy="908991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48" name="Text 32">
              <a:extLst>
                <a:ext uri="{FF2B5EF4-FFF2-40B4-BE49-F238E27FC236}">
                  <a16:creationId xmlns:a16="http://schemas.microsoft.com/office/drawing/2014/main" id="{94DE3EDA-2334-79E0-86BA-4D37271EC7AA}"/>
                </a:ext>
              </a:extLst>
            </p:cNvPr>
            <p:cNvSpPr txBox="1"/>
            <p:nvPr/>
          </p:nvSpPr>
          <p:spPr>
            <a:xfrm>
              <a:off x="8736722" y="3623271"/>
              <a:ext cx="2997266" cy="870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【依頼】〇〇確認 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/ </a:t>
              </a:r>
            </a:p>
            <a:p>
              <a:pPr marL="0" indent="0" algn="l">
                <a:buNone/>
              </a:pPr>
              <a:r>
                <a:rPr lang="ja-JP" alt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　　　　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期限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:〇〇 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/ </a:t>
              </a:r>
            </a:p>
            <a:p>
              <a:pPr marL="0" indent="0" algn="l">
                <a:buNone/>
              </a:pPr>
              <a:r>
                <a:rPr lang="ja-JP" alt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　　　　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担当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:〇〇</a:t>
              </a:r>
              <a:endParaRPr lang="en-US" dirty="0"/>
            </a:p>
          </p:txBody>
        </p:sp>
        <p:pic>
          <p:nvPicPr>
            <p:cNvPr id="157" name="Image 19" descr="preencoded.png">
              <a:extLst>
                <a:ext uri="{FF2B5EF4-FFF2-40B4-BE49-F238E27FC236}">
                  <a16:creationId xmlns:a16="http://schemas.microsoft.com/office/drawing/2014/main" id="{85B82465-7BA0-D466-4940-DDBCD0D36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338889" y="4683155"/>
              <a:ext cx="328423" cy="347790"/>
            </a:xfrm>
            <a:prstGeom prst="rect">
              <a:avLst/>
            </a:prstGeom>
          </p:spPr>
        </p:pic>
        <p:sp>
          <p:nvSpPr>
            <p:cNvPr id="160" name="Text 33">
              <a:extLst>
                <a:ext uri="{FF2B5EF4-FFF2-40B4-BE49-F238E27FC236}">
                  <a16:creationId xmlns:a16="http://schemas.microsoft.com/office/drawing/2014/main" id="{079BC072-077F-1B88-05EA-69308A8AC510}"/>
                </a:ext>
              </a:extLst>
            </p:cNvPr>
            <p:cNvSpPr/>
            <p:nvPr/>
          </p:nvSpPr>
          <p:spPr>
            <a:xfrm>
              <a:off x="8400829" y="4658980"/>
              <a:ext cx="244250" cy="4371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66" name="Text 34">
              <a:extLst>
                <a:ext uri="{FF2B5EF4-FFF2-40B4-BE49-F238E27FC236}">
                  <a16:creationId xmlns:a16="http://schemas.microsoft.com/office/drawing/2014/main" id="{DAE75718-6233-2E53-5EF3-BB0B661F1688}"/>
                </a:ext>
              </a:extLst>
            </p:cNvPr>
            <p:cNvSpPr txBox="1"/>
            <p:nvPr/>
          </p:nvSpPr>
          <p:spPr>
            <a:xfrm>
              <a:off x="8713124" y="4737959"/>
              <a:ext cx="3270719" cy="5618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“次のアクション”の入口をつける</a:t>
              </a:r>
              <a:endParaRPr lang="en-US" sz="2000" dirty="0"/>
            </a:p>
          </p:txBody>
        </p:sp>
        <p:sp>
          <p:nvSpPr>
            <p:cNvPr id="167" name="Text 35">
              <a:extLst>
                <a:ext uri="{FF2B5EF4-FFF2-40B4-BE49-F238E27FC236}">
                  <a16:creationId xmlns:a16="http://schemas.microsoft.com/office/drawing/2014/main" id="{74450A6F-126B-1267-4A7F-E3DA842D9D71}"/>
                </a:ext>
              </a:extLst>
            </p:cNvPr>
            <p:cNvSpPr txBox="1"/>
            <p:nvPr/>
          </p:nvSpPr>
          <p:spPr>
            <a:xfrm>
              <a:off x="8445271" y="5270690"/>
              <a:ext cx="2997267" cy="628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05966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リンクを必ず入れる</a:t>
              </a:r>
              <a:r>
                <a:rPr lang="en-US" sz="200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。</a:t>
              </a:r>
            </a:p>
          </p:txBody>
        </p:sp>
        <p:sp>
          <p:nvSpPr>
            <p:cNvPr id="168" name="Shape 36">
              <a:extLst>
                <a:ext uri="{FF2B5EF4-FFF2-40B4-BE49-F238E27FC236}">
                  <a16:creationId xmlns:a16="http://schemas.microsoft.com/office/drawing/2014/main" id="{32C63EDB-FA15-C5BB-B2E9-E69602CD3BD0}"/>
                </a:ext>
              </a:extLst>
            </p:cNvPr>
            <p:cNvSpPr/>
            <p:nvPr/>
          </p:nvSpPr>
          <p:spPr>
            <a:xfrm>
              <a:off x="8425429" y="5942855"/>
              <a:ext cx="3441166" cy="13090"/>
            </a:xfrm>
            <a:prstGeom prst="rect">
              <a:avLst/>
            </a:prstGeom>
            <a:solidFill>
              <a:srgbClr val="E5E7EB"/>
            </a:solidFill>
            <a:ln w="1905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9" name="Shape 37">
              <a:extLst>
                <a:ext uri="{FF2B5EF4-FFF2-40B4-BE49-F238E27FC236}">
                  <a16:creationId xmlns:a16="http://schemas.microsoft.com/office/drawing/2014/main" id="{E2360E68-B8F7-2482-5323-302D62745AEF}"/>
                </a:ext>
              </a:extLst>
            </p:cNvPr>
            <p:cNvSpPr/>
            <p:nvPr/>
          </p:nvSpPr>
          <p:spPr>
            <a:xfrm>
              <a:off x="8395729" y="6212838"/>
              <a:ext cx="2919971" cy="354731"/>
            </a:xfrm>
            <a:prstGeom prst="roundRect">
              <a:avLst>
                <a:gd name="adj" fmla="val 369004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171" name="Image 20" descr="preencoded.png">
              <a:extLst>
                <a:ext uri="{FF2B5EF4-FFF2-40B4-BE49-F238E27FC236}">
                  <a16:creationId xmlns:a16="http://schemas.microsoft.com/office/drawing/2014/main" id="{474DEEC5-2BE7-76C4-FE0D-462D7F117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8452748" y="6277284"/>
              <a:ext cx="232980" cy="232550"/>
            </a:xfrm>
            <a:prstGeom prst="rect">
              <a:avLst/>
            </a:prstGeom>
          </p:spPr>
        </p:pic>
        <p:sp>
          <p:nvSpPr>
            <p:cNvPr id="170" name="Text 38">
              <a:extLst>
                <a:ext uri="{FF2B5EF4-FFF2-40B4-BE49-F238E27FC236}">
                  <a16:creationId xmlns:a16="http://schemas.microsoft.com/office/drawing/2014/main" id="{4C75F90C-72CB-EE81-6216-B289C00C1201}"/>
                </a:ext>
              </a:extLst>
            </p:cNvPr>
            <p:cNvSpPr/>
            <p:nvPr/>
          </p:nvSpPr>
          <p:spPr>
            <a:xfrm>
              <a:off x="8608438" y="6210213"/>
              <a:ext cx="2942470" cy="35473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14300" tIns="38100" rIns="114300" bIns="3810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04785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次の一手が分かる</a:t>
              </a:r>
              <a:endParaRPr lang="en-US" sz="2400" dirty="0"/>
            </a:p>
          </p:txBody>
        </p:sp>
      </p:grpSp>
      <p:sp>
        <p:nvSpPr>
          <p:cNvPr id="175" name="Text 43">
            <a:extLst>
              <a:ext uri="{FF2B5EF4-FFF2-40B4-BE49-F238E27FC236}">
                <a16:creationId xmlns:a16="http://schemas.microsoft.com/office/drawing/2014/main" id="{35C7EA02-39D6-AF80-03EF-F0EB51857FB9}"/>
              </a:ext>
            </a:extLst>
          </p:cNvPr>
          <p:cNvSpPr txBox="1"/>
          <p:nvPr/>
        </p:nvSpPr>
        <p:spPr>
          <a:xfrm>
            <a:off x="1917352" y="557990"/>
            <a:ext cx="11621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4" dirty="0">
                <a:solidFill>
                  <a:srgbClr val="EFF6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通知を“作業につながる情報”に変えるだけで、業務効率が大きく変わる。</a:t>
            </a:r>
            <a:endParaRPr lang="en-US" sz="2400" b="1" dirty="0"/>
          </a:p>
        </p:txBody>
      </p:sp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42A2D3B6-5ACE-5708-5AA1-5073D41DB3D9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2895941" y="1978105"/>
            <a:ext cx="1539333" cy="2496"/>
          </a:xfrm>
          <a:prstGeom prst="straightConnector1">
            <a:avLst/>
          </a:prstGeom>
          <a:ln w="98425">
            <a:solidFill>
              <a:srgbClr val="FFFF00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図 182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10B2B4DF-639C-BD5A-D7BB-EF475F714C1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7417" b="90000" l="9583" r="90000">
                        <a14:foregroundMark x1="46000" y1="22500" x2="39417" y2="16917"/>
                        <a14:foregroundMark x1="48583" y1="15000" x2="47750" y2="18417"/>
                        <a14:foregroundMark x1="41083" y1="24750" x2="35500" y2="13667"/>
                        <a14:foregroundMark x1="35500" y1="13667" x2="46750" y2="12083"/>
                        <a14:foregroundMark x1="46750" y1="12083" x2="40167" y2="23417"/>
                        <a14:foregroundMark x1="40167" y1="23417" x2="31083" y2="16250"/>
                        <a14:foregroundMark x1="31083" y1="16250" x2="39333" y2="11583"/>
                        <a14:foregroundMark x1="39333" y1="11583" x2="41333" y2="20667"/>
                        <a14:foregroundMark x1="41333" y1="20667" x2="34500" y2="26417"/>
                        <a14:foregroundMark x1="34500" y1="26417" x2="31417" y2="16833"/>
                        <a14:foregroundMark x1="31417" y1="16833" x2="45083" y2="17250"/>
                        <a14:foregroundMark x1="45083" y1="17250" x2="42333" y2="26000"/>
                        <a14:foregroundMark x1="42333" y1="26000" x2="36167" y2="24167"/>
                        <a14:foregroundMark x1="79167" y1="32667" x2="76750" y2="18083"/>
                        <a14:foregroundMark x1="76750" y1="18083" x2="76250" y2="26000"/>
                        <a14:foregroundMark x1="76250" y1="26000" x2="68833" y2="29083"/>
                        <a14:foregroundMark x1="68833" y1="29083" x2="70167" y2="19083"/>
                        <a14:foregroundMark x1="70167" y1="19083" x2="69750" y2="27500"/>
                        <a14:foregroundMark x1="69750" y1="27500" x2="73833" y2="19833"/>
                        <a14:foregroundMark x1="73833" y1="19833" x2="68000" y2="27667"/>
                        <a14:foregroundMark x1="68000" y1="27667" x2="65333" y2="23417"/>
                        <a14:foregroundMark x1="39917" y1="7417" x2="39917" y2="7417"/>
                        <a14:foregroundMark x1="9583" y1="59167" x2="9583" y2="59167"/>
                        <a14:foregroundMark x1="25667" y1="58417" x2="25667" y2="58417"/>
                        <a14:foregroundMark x1="20500" y1="57583" x2="31917" y2="57917"/>
                        <a14:foregroundMark x1="26000" y1="58333" x2="28167" y2="65000"/>
                        <a14:foregroundMark x1="28167" y1="65000" x2="28500" y2="72667"/>
                        <a14:foregroundMark x1="28500" y1="72667" x2="27917" y2="73250"/>
                        <a14:foregroundMark x1="27167" y1="73417" x2="27167" y2="59583"/>
                        <a14:foregroundMark x1="25667" y1="60083" x2="25333" y2="72500"/>
                        <a14:foregroundMark x1="25333" y1="72500" x2="28750" y2="73417"/>
                        <a14:foregroundMark x1="85667" y1="47750" x2="86500" y2="50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92459" y="2802554"/>
            <a:ext cx="778631" cy="778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8" name="図 187" descr="The image depicts a person dressed in a suit holding a piece of paper, smiling, and surrounded by small stars.&#10;&#10;AI 生成コンテンツは誤りを含む可能性があります。">
            <a:extLst>
              <a:ext uri="{FF2B5EF4-FFF2-40B4-BE49-F238E27FC236}">
                <a16:creationId xmlns:a16="http://schemas.microsoft.com/office/drawing/2014/main" id="{147D04CD-9815-E9DA-2638-A377C733C5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39541" y="4954734"/>
            <a:ext cx="1788894" cy="1788894"/>
          </a:xfrm>
          <a:prstGeom prst="rect">
            <a:avLst/>
          </a:prstGeom>
        </p:spPr>
      </p:pic>
      <p:pic>
        <p:nvPicPr>
          <p:cNvPr id="186" name="図 185" descr="The image depicts a child sitting at a desk with a book open, a pencil in hand, and a slightly distressed facia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71156F81-61A0-D3FD-D11C-FCC80252809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b="34192"/>
          <a:stretch>
            <a:fillRect/>
          </a:stretch>
        </p:blipFill>
        <p:spPr>
          <a:xfrm>
            <a:off x="2966395" y="5309364"/>
            <a:ext cx="1780809" cy="1171903"/>
          </a:xfrm>
          <a:prstGeom prst="rect">
            <a:avLst/>
          </a:prstGeom>
        </p:spPr>
      </p:pic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3B67C7BB-4DFF-BD8A-40AC-3288B419B8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0319" y="246641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9" name="Image 6" descr="preencoded.png">
            <a:extLst>
              <a:ext uri="{FF2B5EF4-FFF2-40B4-BE49-F238E27FC236}">
                <a16:creationId xmlns:a16="http://schemas.microsoft.com/office/drawing/2014/main" id="{399889EE-B3C6-E1F2-790B-2B9AA4D4C9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1233" r="-21233"/>
          <a:stretch/>
        </p:blipFill>
        <p:spPr>
          <a:xfrm>
            <a:off x="241262" y="4687905"/>
            <a:ext cx="762421" cy="713546"/>
          </a:xfrm>
          <a:prstGeom prst="rect">
            <a:avLst/>
          </a:prstGeom>
        </p:spPr>
      </p:pic>
      <p:pic>
        <p:nvPicPr>
          <p:cNvPr id="190" name="Image 6" descr="preencoded.png">
            <a:extLst>
              <a:ext uri="{FF2B5EF4-FFF2-40B4-BE49-F238E27FC236}">
                <a16:creationId xmlns:a16="http://schemas.microsoft.com/office/drawing/2014/main" id="{C576A2B3-8A18-8CA1-C7AA-B749FF3FD3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1233" r="-21233"/>
          <a:stretch/>
        </p:blipFill>
        <p:spPr>
          <a:xfrm>
            <a:off x="206263" y="5503446"/>
            <a:ext cx="762421" cy="713546"/>
          </a:xfrm>
          <a:prstGeom prst="rect">
            <a:avLst/>
          </a:prstGeom>
        </p:spPr>
      </p:pic>
      <p:pic>
        <p:nvPicPr>
          <p:cNvPr id="193" name="図 192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63D1C7D0-090C-5B1F-8FC5-E20447B6FCB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7417" b="90000" l="9583" r="90000">
                        <a14:foregroundMark x1="46000" y1="22500" x2="39417" y2="16917"/>
                        <a14:foregroundMark x1="48583" y1="15000" x2="47750" y2="18417"/>
                        <a14:foregroundMark x1="41083" y1="24750" x2="35500" y2="13667"/>
                        <a14:foregroundMark x1="35500" y1="13667" x2="46750" y2="12083"/>
                        <a14:foregroundMark x1="46750" y1="12083" x2="40167" y2="23417"/>
                        <a14:foregroundMark x1="40167" y1="23417" x2="31083" y2="16250"/>
                        <a14:foregroundMark x1="31083" y1="16250" x2="39333" y2="11583"/>
                        <a14:foregroundMark x1="39333" y1="11583" x2="41333" y2="20667"/>
                        <a14:foregroundMark x1="41333" y1="20667" x2="34500" y2="26417"/>
                        <a14:foregroundMark x1="34500" y1="26417" x2="31417" y2="16833"/>
                        <a14:foregroundMark x1="31417" y1="16833" x2="45083" y2="17250"/>
                        <a14:foregroundMark x1="45083" y1="17250" x2="42333" y2="26000"/>
                        <a14:foregroundMark x1="42333" y1="26000" x2="36167" y2="24167"/>
                        <a14:foregroundMark x1="79167" y1="32667" x2="76750" y2="18083"/>
                        <a14:foregroundMark x1="76750" y1="18083" x2="76250" y2="26000"/>
                        <a14:foregroundMark x1="76250" y1="26000" x2="68833" y2="29083"/>
                        <a14:foregroundMark x1="68833" y1="29083" x2="70167" y2="19083"/>
                        <a14:foregroundMark x1="70167" y1="19083" x2="69750" y2="27500"/>
                        <a14:foregroundMark x1="69750" y1="27500" x2="73833" y2="19833"/>
                        <a14:foregroundMark x1="73833" y1="19833" x2="68000" y2="27667"/>
                        <a14:foregroundMark x1="68000" y1="27667" x2="65333" y2="23417"/>
                        <a14:foregroundMark x1="39917" y1="7417" x2="39917" y2="7417"/>
                        <a14:foregroundMark x1="9583" y1="59167" x2="9583" y2="59167"/>
                        <a14:foregroundMark x1="25667" y1="58417" x2="25667" y2="58417"/>
                        <a14:foregroundMark x1="20500" y1="57583" x2="31917" y2="57917"/>
                        <a14:foregroundMark x1="26000" y1="58333" x2="28167" y2="65000"/>
                        <a14:foregroundMark x1="28167" y1="65000" x2="28500" y2="72667"/>
                        <a14:foregroundMark x1="28500" y1="72667" x2="27917" y2="73250"/>
                        <a14:foregroundMark x1="27167" y1="73417" x2="27167" y2="59583"/>
                        <a14:foregroundMark x1="25667" y1="60083" x2="25333" y2="72500"/>
                        <a14:foregroundMark x1="25333" y1="72500" x2="28750" y2="73417"/>
                        <a14:foregroundMark x1="85667" y1="47750" x2="86500" y2="50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1611" y="2500637"/>
            <a:ext cx="778631" cy="778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