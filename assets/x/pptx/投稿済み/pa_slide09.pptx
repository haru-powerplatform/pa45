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" name="Shape 39">
            <a:extLst>
              <a:ext uri="{FF2B5EF4-FFF2-40B4-BE49-F238E27FC236}">
                <a16:creationId xmlns:a16="http://schemas.microsoft.com/office/drawing/2014/main" id="{4C849198-5B4A-4E6F-5B5C-9743DB3F646C}"/>
              </a:ext>
            </a:extLst>
          </p:cNvPr>
          <p:cNvSpPr/>
          <p:nvPr/>
        </p:nvSpPr>
        <p:spPr>
          <a:xfrm>
            <a:off x="4281560" y="2136908"/>
            <a:ext cx="7752616" cy="4572636"/>
          </a:xfrm>
          <a:prstGeom prst="roundRect">
            <a:avLst>
              <a:gd name="adj" fmla="val 7653"/>
            </a:avLst>
          </a:prstGeom>
          <a:solidFill>
            <a:srgbClr val="EFF6FF"/>
          </a:solidFill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3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CA4613E-0A70-35A3-2C8D-AE382BD2419B}"/>
              </a:ext>
            </a:extLst>
          </p:cNvPr>
          <p:cNvSpPr/>
          <p:nvPr/>
        </p:nvSpPr>
        <p:spPr>
          <a:xfrm>
            <a:off x="-14913" y="-69952"/>
            <a:ext cx="12191695" cy="76169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6B785A2-FAE1-1A8D-FD99-1461160CE4E8}"/>
              </a:ext>
            </a:extLst>
          </p:cNvPr>
          <p:cNvSpPr/>
          <p:nvPr/>
        </p:nvSpPr>
        <p:spPr>
          <a:xfrm>
            <a:off x="188332" y="78173"/>
            <a:ext cx="1543203" cy="464514"/>
          </a:xfrm>
          <a:prstGeom prst="roundRect">
            <a:avLst>
              <a:gd name="adj" fmla="val 266667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35C61D1-8FA4-0CE2-D200-00C1E87019EA}"/>
              </a:ext>
            </a:extLst>
          </p:cNvPr>
          <p:cNvSpPr txBox="1"/>
          <p:nvPr/>
        </p:nvSpPr>
        <p:spPr>
          <a:xfrm>
            <a:off x="348708" y="184194"/>
            <a:ext cx="131762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38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Vol.20</a:t>
            </a: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5F8665A-03A5-3BD7-7690-B613431E6526}"/>
              </a:ext>
            </a:extLst>
          </p:cNvPr>
          <p:cNvSpPr txBox="1"/>
          <p:nvPr/>
        </p:nvSpPr>
        <p:spPr>
          <a:xfrm>
            <a:off x="1926963" y="154814"/>
            <a:ext cx="1078888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PowerAutomate :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フィルターアレイ</a:t>
            </a:r>
            <a:r>
              <a:rPr lang="en-US" altLang="ja-JP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r>
              <a:rPr lang="ja-JP" altLang="en-US" sz="3200" b="1" kern="0" spc="68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320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F16D2047-3B2D-378A-6C4E-EB5D8890E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2978" y="838683"/>
            <a:ext cx="11430000" cy="914400"/>
          </a:xfrm>
          <a:prstGeom prst="rect">
            <a:avLst/>
          </a:prstGeom>
        </p:spPr>
      </p:pic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2867687F-25F4-E16D-E1C4-B0EA45FA14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541578" y="1048995"/>
            <a:ext cx="342900" cy="495605"/>
          </a:xfrm>
          <a:prstGeom prst="rect">
            <a:avLst/>
          </a:prstGeom>
        </p:spPr>
      </p:pic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611A0694-BB31-9119-CF3B-9BBF1FCF25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6423" b="-16423"/>
          <a:stretch/>
        </p:blipFill>
        <p:spPr>
          <a:xfrm>
            <a:off x="626617" y="1134034"/>
            <a:ext cx="171907" cy="30449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8831271-7661-4B7D-89D7-675446D3D22F}"/>
              </a:ext>
            </a:extLst>
          </p:cNvPr>
          <p:cNvSpPr txBox="1"/>
          <p:nvPr/>
        </p:nvSpPr>
        <p:spPr>
          <a:xfrm>
            <a:off x="1574790" y="857809"/>
            <a:ext cx="8286632" cy="548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棚の中から</a:t>
            </a:r>
            <a:r>
              <a:rPr lang="en-US" altLang="ja-JP" sz="36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“必要な</a:t>
            </a:r>
            <a:r>
              <a:rPr lang="ja-JP" altLang="en-US" sz="36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箱</a:t>
            </a:r>
            <a:r>
              <a:rPr lang="en-US" altLang="ja-JP" sz="3600" b="1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だけ”</a:t>
            </a:r>
            <a:r>
              <a:rPr lang="en-US" altLang="ja-JP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残す</a:t>
            </a:r>
            <a:endParaRPr lang="en-US" sz="360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79EE3A9D-7F98-FEFD-F9FA-153441DF5A89}"/>
              </a:ext>
            </a:extLst>
          </p:cNvPr>
          <p:cNvSpPr txBox="1"/>
          <p:nvPr/>
        </p:nvSpPr>
        <p:spPr>
          <a:xfrm>
            <a:off x="11367821" y="6514472"/>
            <a:ext cx="676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3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#PA45</a:t>
            </a:r>
            <a:endParaRPr lang="en-US" sz="1300" dirty="0"/>
          </a:p>
        </p:txBody>
      </p:sp>
      <p:pic>
        <p:nvPicPr>
          <p:cNvPr id="62" name="Image 26" descr="preencoded.png">
            <a:extLst>
              <a:ext uri="{FF2B5EF4-FFF2-40B4-BE49-F238E27FC236}">
                <a16:creationId xmlns:a16="http://schemas.microsoft.com/office/drawing/2014/main" id="{8040D96D-D561-3A53-3BC8-A6A80CADE5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3747" y="2316713"/>
            <a:ext cx="1943671" cy="1144334"/>
          </a:xfrm>
          <a:prstGeom prst="rect">
            <a:avLst/>
          </a:prstGeom>
        </p:spPr>
      </p:pic>
      <p:sp>
        <p:nvSpPr>
          <p:cNvPr id="94" name="Text 6">
            <a:extLst>
              <a:ext uri="{FF2B5EF4-FFF2-40B4-BE49-F238E27FC236}">
                <a16:creationId xmlns:a16="http://schemas.microsoft.com/office/drawing/2014/main" id="{C92DF890-2CB4-59C8-702E-F870FB80BD39}"/>
              </a:ext>
            </a:extLst>
          </p:cNvPr>
          <p:cNvSpPr txBox="1"/>
          <p:nvPr/>
        </p:nvSpPr>
        <p:spPr>
          <a:xfrm>
            <a:off x="666598" y="2708659"/>
            <a:ext cx="2509184" cy="47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chemeClr val="bg1"/>
              </a:solidFill>
              <a:effectLst>
                <a:glow rad="63500">
                  <a:srgbClr val="0000CC"/>
                </a:glow>
              </a:effectLst>
            </a:endParaRPr>
          </a:p>
        </p:txBody>
      </p:sp>
      <p:sp>
        <p:nvSpPr>
          <p:cNvPr id="99" name="四角形: 角を丸くする 98">
            <a:extLst>
              <a:ext uri="{FF2B5EF4-FFF2-40B4-BE49-F238E27FC236}">
                <a16:creationId xmlns:a16="http://schemas.microsoft.com/office/drawing/2014/main" id="{D8461E8E-3530-8114-D681-1A336A54BA8F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628A807-4F44-3D73-43C7-00573376F494}"/>
              </a:ext>
            </a:extLst>
          </p:cNvPr>
          <p:cNvSpPr/>
          <p:nvPr/>
        </p:nvSpPr>
        <p:spPr>
          <a:xfrm>
            <a:off x="249515" y="831975"/>
            <a:ext cx="193903" cy="9920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" name="図 103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E632BDE7-0555-DE25-E716-93BBA39267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131" y="657572"/>
            <a:ext cx="1241251" cy="1241251"/>
          </a:xfrm>
          <a:prstGeom prst="rect">
            <a:avLst/>
          </a:prstGeom>
        </p:spPr>
      </p:pic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F5191D1-954A-3348-8536-A0615550AE29}"/>
              </a:ext>
            </a:extLst>
          </p:cNvPr>
          <p:cNvSpPr/>
          <p:nvPr/>
        </p:nvSpPr>
        <p:spPr>
          <a:xfrm>
            <a:off x="157824" y="2101170"/>
            <a:ext cx="3964621" cy="4572636"/>
          </a:xfrm>
          <a:prstGeom prst="roundRect">
            <a:avLst>
              <a:gd name="adj" fmla="val 6758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EDF9F3B4-983E-F2BC-435C-F1AEC8B1E34C}"/>
              </a:ext>
            </a:extLst>
          </p:cNvPr>
          <p:cNvSpPr/>
          <p:nvPr/>
        </p:nvSpPr>
        <p:spPr>
          <a:xfrm>
            <a:off x="329282" y="1869623"/>
            <a:ext cx="3619573" cy="513892"/>
          </a:xfrm>
          <a:prstGeom prst="roundRect">
            <a:avLst>
              <a:gd name="adj" fmla="val 319489"/>
            </a:avLst>
          </a:prstGeom>
          <a:solidFill>
            <a:srgbClr val="FEF2F2"/>
          </a:solidFill>
          <a:ln w="34925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ja-JP" altLang="en-US" sz="480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11B75903-86E3-8E0C-2F8D-5D30DE40AF9A}"/>
              </a:ext>
            </a:extLst>
          </p:cNvPr>
          <p:cNvSpPr txBox="1"/>
          <p:nvPr/>
        </p:nvSpPr>
        <p:spPr>
          <a:xfrm>
            <a:off x="817926" y="1959689"/>
            <a:ext cx="2895457" cy="343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DC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よくある悩み</a:t>
            </a:r>
            <a:endParaRPr lang="en-US" altLang="ja-JP" sz="3200" b="1">
              <a:solidFill>
                <a:srgbClr val="DC2626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10B8F624-0C19-C352-1317-6A969E460D41}"/>
              </a:ext>
            </a:extLst>
          </p:cNvPr>
          <p:cNvGrpSpPr/>
          <p:nvPr/>
        </p:nvGrpSpPr>
        <p:grpSpPr>
          <a:xfrm>
            <a:off x="4293078" y="1852629"/>
            <a:ext cx="4865435" cy="538899"/>
            <a:chOff x="3873773" y="1867841"/>
            <a:chExt cx="3246138" cy="520008"/>
          </a:xfrm>
        </p:grpSpPr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B99000EE-46FE-09E4-AC5F-C191B5A68849}"/>
                </a:ext>
              </a:extLst>
            </p:cNvPr>
            <p:cNvSpPr/>
            <p:nvPr/>
          </p:nvSpPr>
          <p:spPr>
            <a:xfrm>
              <a:off x="3873773" y="1873957"/>
              <a:ext cx="3103094" cy="513892"/>
            </a:xfrm>
            <a:prstGeom prst="roundRect">
              <a:avLst>
                <a:gd name="adj" fmla="val 319489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rgbClr val="0000CC"/>
              </a:solidFill>
              <a:prstDash val="solid"/>
            </a:ln>
          </p:spPr>
          <p:txBody>
            <a:bodyPr/>
            <a:lstStyle/>
            <a:p>
              <a:endParaRPr lang="ja-JP" altLang="en-US" sz="4400"/>
            </a:p>
          </p:txBody>
        </p:sp>
        <p:sp>
          <p:nvSpPr>
            <p:cNvPr id="85" name="Text 36">
              <a:extLst>
                <a:ext uri="{FF2B5EF4-FFF2-40B4-BE49-F238E27FC236}">
                  <a16:creationId xmlns:a16="http://schemas.microsoft.com/office/drawing/2014/main" id="{354556F3-48C9-CE94-D257-D559750C5B4D}"/>
                </a:ext>
              </a:extLst>
            </p:cNvPr>
            <p:cNvSpPr txBox="1"/>
            <p:nvPr/>
          </p:nvSpPr>
          <p:spPr>
            <a:xfrm>
              <a:off x="4065751" y="1867841"/>
              <a:ext cx="3054160" cy="5074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ja-JP" altLang="en-US" sz="28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</a:rPr>
                <a:t>アレイのフィルター処理</a:t>
              </a:r>
              <a:endParaRPr lang="en-US" sz="3200" dirty="0"/>
            </a:p>
          </p:txBody>
        </p:sp>
      </p:grpSp>
      <p:pic>
        <p:nvPicPr>
          <p:cNvPr id="3" name="図 2" descr="The image depicts a locked storage unit with three drawers, suggesting secure storage or compartmentaliz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980C3922-CD2B-B4D9-C4DF-CDB14808370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954"/>
          <a:stretch>
            <a:fillRect/>
          </a:stretch>
        </p:blipFill>
        <p:spPr>
          <a:xfrm>
            <a:off x="10246754" y="626097"/>
            <a:ext cx="842555" cy="12028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Text 17">
            <a:extLst>
              <a:ext uri="{FF2B5EF4-FFF2-40B4-BE49-F238E27FC236}">
                <a16:creationId xmlns:a16="http://schemas.microsoft.com/office/drawing/2014/main" id="{365C4745-9C8D-20B7-393E-3016E99A8490}"/>
              </a:ext>
            </a:extLst>
          </p:cNvPr>
          <p:cNvSpPr txBox="1"/>
          <p:nvPr/>
        </p:nvSpPr>
        <p:spPr>
          <a:xfrm>
            <a:off x="11100804" y="824276"/>
            <a:ext cx="1046730" cy="102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6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4BAE3774-4536-029E-5219-85E31A20769F}"/>
              </a:ext>
            </a:extLst>
          </p:cNvPr>
          <p:cNvSpPr txBox="1"/>
          <p:nvPr/>
        </p:nvSpPr>
        <p:spPr>
          <a:xfrm>
            <a:off x="1340041" y="1458235"/>
            <a:ext cx="9230402" cy="286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「条件」に合うデータだけをスパッと抜き出す魔法のアクション </a:t>
            </a:r>
            <a:endParaRPr lang="en-US" sz="2400" b="1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6A60E349-4D20-52B8-93C5-8C4BF82C4CC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1183258" y="1403634"/>
            <a:ext cx="328995" cy="363994"/>
          </a:xfrm>
          <a:prstGeom prst="rect">
            <a:avLst/>
          </a:prstGeom>
        </p:spPr>
      </p:pic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61DED345-D0C5-5279-B264-726E7A20792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3" r="-13"/>
          <a:stretch/>
        </p:blipFill>
        <p:spPr>
          <a:xfrm>
            <a:off x="560707" y="2577827"/>
            <a:ext cx="2837329" cy="1025867"/>
          </a:xfrm>
          <a:prstGeom prst="rect">
            <a:avLst/>
          </a:prstGeom>
          <a:ln>
            <a:solidFill>
              <a:srgbClr val="FFFFFF"/>
            </a:solidFill>
          </a:ln>
        </p:spPr>
      </p:pic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4F23BCD-33CB-BB69-916E-5C52370F5FCD}"/>
              </a:ext>
            </a:extLst>
          </p:cNvPr>
          <p:cNvGrpSpPr/>
          <p:nvPr/>
        </p:nvGrpSpPr>
        <p:grpSpPr>
          <a:xfrm>
            <a:off x="205822" y="2645726"/>
            <a:ext cx="3826625" cy="995915"/>
            <a:chOff x="443418" y="2660215"/>
            <a:chExt cx="3092254" cy="995915"/>
          </a:xfrm>
        </p:grpSpPr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800E822D-1148-2CD2-B1FB-3294B0DA2EBD}"/>
                </a:ext>
              </a:extLst>
            </p:cNvPr>
            <p:cNvSpPr txBox="1"/>
            <p:nvPr/>
          </p:nvSpPr>
          <p:spPr>
            <a:xfrm>
              <a:off x="626788" y="2751877"/>
              <a:ext cx="2760092" cy="257391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😩 データが多すぎる…</a:t>
              </a:r>
              <a:endParaRPr lang="en-US" sz="2400" dirty="0"/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B891A5CC-F918-25A0-4A5E-76982F2AD815}"/>
                </a:ext>
              </a:extLst>
            </p:cNvPr>
            <p:cNvSpPr txBox="1"/>
            <p:nvPr/>
          </p:nvSpPr>
          <p:spPr>
            <a:xfrm>
              <a:off x="626788" y="3120029"/>
              <a:ext cx="2651052" cy="411333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全部ループすると</a:t>
              </a:r>
            </a:p>
            <a:p>
              <a:pPr marL="0" indent="0" algn="l">
                <a:buNone/>
              </a:pPr>
              <a:r>
                <a:rPr lang="en-US" sz="1600" b="1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時間がかかるしエラーの元</a:t>
              </a:r>
              <a:r>
                <a:rPr lang="en-US" sz="16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600" b="1" dirty="0"/>
            </a:p>
          </p:txBody>
        </p:sp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51F483B4-9C1A-B8DA-ECC0-A654CD7D8F9F}"/>
                </a:ext>
              </a:extLst>
            </p:cNvPr>
            <p:cNvSpPr/>
            <p:nvPr/>
          </p:nvSpPr>
          <p:spPr>
            <a:xfrm>
              <a:off x="443418" y="2660215"/>
              <a:ext cx="3092254" cy="995915"/>
            </a:xfrm>
            <a:prstGeom prst="roundRect">
              <a:avLst>
                <a:gd name="adj" fmla="val 4234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673B7A5D-6347-C276-4383-17C51A528ACC}"/>
              </a:ext>
            </a:extLst>
          </p:cNvPr>
          <p:cNvGrpSpPr/>
          <p:nvPr/>
        </p:nvGrpSpPr>
        <p:grpSpPr>
          <a:xfrm>
            <a:off x="185564" y="3824335"/>
            <a:ext cx="3541918" cy="995915"/>
            <a:chOff x="443418" y="2660215"/>
            <a:chExt cx="3092254" cy="995915"/>
          </a:xfrm>
        </p:grpSpPr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DE5DB5FE-C7B4-A51F-DE28-DF0829C0E93F}"/>
                </a:ext>
              </a:extLst>
            </p:cNvPr>
            <p:cNvSpPr txBox="1"/>
            <p:nvPr/>
          </p:nvSpPr>
          <p:spPr>
            <a:xfrm>
              <a:off x="626788" y="2751877"/>
              <a:ext cx="2760092" cy="257391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😩 </a:t>
              </a:r>
              <a:r>
                <a:rPr lang="ja-JP" altLang="en-US" sz="2400" b="1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条件分岐が面倒</a:t>
              </a:r>
              <a:r>
                <a:rPr lang="en-US" sz="2400" b="1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…</a:t>
              </a:r>
              <a:endParaRPr lang="en-US" sz="24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1A2B2B62-6AAB-33BB-4575-D5DB27358AD8}"/>
                </a:ext>
              </a:extLst>
            </p:cNvPr>
            <p:cNvSpPr txBox="1"/>
            <p:nvPr/>
          </p:nvSpPr>
          <p:spPr>
            <a:xfrm>
              <a:off x="626788" y="3120029"/>
              <a:ext cx="2651052" cy="411333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ja-JP" altLang="en-US"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「もし～なら」を</a:t>
              </a:r>
              <a:endParaRPr lang="en-US" altLang="ja-JP" sz="1600" b="1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  <a:p>
              <a:pPr marL="0" indent="0" algn="l">
                <a:buNone/>
              </a:pPr>
              <a:r>
                <a:rPr lang="ja-JP" altLang="en-US" sz="16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JP" panose="020B0200000000000000" pitchFamily="50" charset="-128"/>
                  <a:ea typeface="Noto Sans JP" panose="020B0200000000000000" pitchFamily="50" charset="-128"/>
                </a:rPr>
                <a:t>何個も書きたくない</a:t>
              </a:r>
              <a:endPara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JP" panose="020B0200000000000000" pitchFamily="50" charset="-128"/>
                <a:ea typeface="Noto Sans JP" panose="020B0200000000000000" pitchFamily="50" charset="-128"/>
              </a:endParaRPr>
            </a:p>
          </p:txBody>
        </p:sp>
        <p:sp>
          <p:nvSpPr>
            <p:cNvPr id="41" name="四角形: 角を丸くする 40">
              <a:extLst>
                <a:ext uri="{FF2B5EF4-FFF2-40B4-BE49-F238E27FC236}">
                  <a16:creationId xmlns:a16="http://schemas.microsoft.com/office/drawing/2014/main" id="{5457C6DC-A03F-CDBD-8364-EEC9DC0D2332}"/>
                </a:ext>
              </a:extLst>
            </p:cNvPr>
            <p:cNvSpPr/>
            <p:nvPr/>
          </p:nvSpPr>
          <p:spPr>
            <a:xfrm>
              <a:off x="443418" y="2660215"/>
              <a:ext cx="3092254" cy="995915"/>
            </a:xfrm>
            <a:prstGeom prst="roundRect">
              <a:avLst>
                <a:gd name="adj" fmla="val 4234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BE378693-025E-C64B-D849-B0462C9F2D71}"/>
              </a:ext>
            </a:extLst>
          </p:cNvPr>
          <p:cNvGrpSpPr/>
          <p:nvPr/>
        </p:nvGrpSpPr>
        <p:grpSpPr>
          <a:xfrm>
            <a:off x="883496" y="5014146"/>
            <a:ext cx="2286000" cy="780898"/>
            <a:chOff x="666598" y="3638398"/>
            <a:chExt cx="2286000" cy="780898"/>
          </a:xfrm>
        </p:grpSpPr>
        <p:sp>
          <p:nvSpPr>
            <p:cNvPr id="43" name="Shape 12">
              <a:extLst>
                <a:ext uri="{FF2B5EF4-FFF2-40B4-BE49-F238E27FC236}">
                  <a16:creationId xmlns:a16="http://schemas.microsoft.com/office/drawing/2014/main" id="{6AB7CCFF-05AD-65D2-9580-926EE4B2261E}"/>
                </a:ext>
              </a:extLst>
            </p:cNvPr>
            <p:cNvSpPr/>
            <p:nvPr/>
          </p:nvSpPr>
          <p:spPr>
            <a:xfrm>
              <a:off x="666598" y="3638398"/>
              <a:ext cx="2286000" cy="780898"/>
            </a:xfrm>
            <a:prstGeom prst="roundRect">
              <a:avLst>
                <a:gd name="adj" fmla="val 16505"/>
              </a:avLst>
            </a:prstGeom>
            <a:solidFill>
              <a:srgbClr val="F3F4F6"/>
            </a:solidFill>
            <a:ln w="3175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txBody>
            <a:bodyPr/>
            <a:lstStyle/>
            <a:p>
              <a:endParaRPr lang="ja-JP" altLang="en-US" sz="3200"/>
            </a:p>
          </p:txBody>
        </p:sp>
        <p:sp>
          <p:nvSpPr>
            <p:cNvPr id="44" name="Text 13">
              <a:extLst>
                <a:ext uri="{FF2B5EF4-FFF2-40B4-BE49-F238E27FC236}">
                  <a16:creationId xmlns:a16="http://schemas.microsoft.com/office/drawing/2014/main" id="{54851A83-DFDE-FCEC-381C-575136F899D9}"/>
                </a:ext>
              </a:extLst>
            </p:cNvPr>
            <p:cNvSpPr txBox="1"/>
            <p:nvPr/>
          </p:nvSpPr>
          <p:spPr>
            <a:xfrm>
              <a:off x="708660" y="3762756"/>
              <a:ext cx="2201875" cy="1527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混ざったデータ(配列</a:t>
              </a:r>
              <a:r>
                <a:rPr lang="en-US" sz="1400" b="1" dirty="0">
                  <a:solidFill>
                    <a:srgbClr val="6B7280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)</a:t>
              </a:r>
              <a:endParaRPr lang="en-US" sz="900" dirty="0"/>
            </a:p>
          </p:txBody>
        </p:sp>
        <p:sp>
          <p:nvSpPr>
            <p:cNvPr id="45" name="Shape 14">
              <a:extLst>
                <a:ext uri="{FF2B5EF4-FFF2-40B4-BE49-F238E27FC236}">
                  <a16:creationId xmlns:a16="http://schemas.microsoft.com/office/drawing/2014/main" id="{A0574662-A8E4-C403-F698-F3D6B8D2FFAF}"/>
                </a:ext>
              </a:extLst>
            </p:cNvPr>
            <p:cNvSpPr/>
            <p:nvPr/>
          </p:nvSpPr>
          <p:spPr>
            <a:xfrm>
              <a:off x="11420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FDB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Text 15">
              <a:extLst>
                <a:ext uri="{FF2B5EF4-FFF2-40B4-BE49-F238E27FC236}">
                  <a16:creationId xmlns:a16="http://schemas.microsoft.com/office/drawing/2014/main" id="{92CC6D19-9C5B-8F79-30EB-CB261B925A42}"/>
                </a:ext>
              </a:extLst>
            </p:cNvPr>
            <p:cNvSpPr txBox="1"/>
            <p:nvPr/>
          </p:nvSpPr>
          <p:spPr>
            <a:xfrm>
              <a:off x="11137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</a:t>
              </a:r>
              <a:endParaRPr lang="en-US" sz="1600" dirty="0"/>
            </a:p>
          </p:txBody>
        </p:sp>
        <p:sp>
          <p:nvSpPr>
            <p:cNvPr id="47" name="Shape 16">
              <a:extLst>
                <a:ext uri="{FF2B5EF4-FFF2-40B4-BE49-F238E27FC236}">
                  <a16:creationId xmlns:a16="http://schemas.microsoft.com/office/drawing/2014/main" id="{9407C013-4E97-EF9E-952C-62E9AC3329F4}"/>
                </a:ext>
              </a:extLst>
            </p:cNvPr>
            <p:cNvSpPr/>
            <p:nvPr/>
          </p:nvSpPr>
          <p:spPr>
            <a:xfrm>
              <a:off x="14849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FECAC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8" name="Text 17">
              <a:extLst>
                <a:ext uri="{FF2B5EF4-FFF2-40B4-BE49-F238E27FC236}">
                  <a16:creationId xmlns:a16="http://schemas.microsoft.com/office/drawing/2014/main" id="{7C029863-423B-7D58-2F39-1352AB8A8723}"/>
                </a:ext>
              </a:extLst>
            </p:cNvPr>
            <p:cNvSpPr txBox="1"/>
            <p:nvPr/>
          </p:nvSpPr>
          <p:spPr>
            <a:xfrm>
              <a:off x="14566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91B1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B</a:t>
              </a:r>
              <a:endParaRPr lang="en-US" sz="1600" dirty="0"/>
            </a:p>
          </p:txBody>
        </p:sp>
        <p:sp>
          <p:nvSpPr>
            <p:cNvPr id="49" name="Shape 18">
              <a:extLst>
                <a:ext uri="{FF2B5EF4-FFF2-40B4-BE49-F238E27FC236}">
                  <a16:creationId xmlns:a16="http://schemas.microsoft.com/office/drawing/2014/main" id="{2FDCF020-823A-0861-7DEA-8812BBEEF9A3}"/>
                </a:ext>
              </a:extLst>
            </p:cNvPr>
            <p:cNvSpPr/>
            <p:nvPr/>
          </p:nvSpPr>
          <p:spPr>
            <a:xfrm>
              <a:off x="18278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FDBF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19">
              <a:extLst>
                <a:ext uri="{FF2B5EF4-FFF2-40B4-BE49-F238E27FC236}">
                  <a16:creationId xmlns:a16="http://schemas.microsoft.com/office/drawing/2014/main" id="{8A245040-74FC-7389-5604-E9AF8D5152A3}"/>
                </a:ext>
              </a:extLst>
            </p:cNvPr>
            <p:cNvSpPr txBox="1"/>
            <p:nvPr/>
          </p:nvSpPr>
          <p:spPr>
            <a:xfrm>
              <a:off x="17995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E40A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A</a:t>
              </a:r>
              <a:endParaRPr lang="en-US" sz="1600" dirty="0"/>
            </a:p>
          </p:txBody>
        </p:sp>
        <p:sp>
          <p:nvSpPr>
            <p:cNvPr id="51" name="Shape 20">
              <a:extLst>
                <a:ext uri="{FF2B5EF4-FFF2-40B4-BE49-F238E27FC236}">
                  <a16:creationId xmlns:a16="http://schemas.microsoft.com/office/drawing/2014/main" id="{575C6113-D89C-7DE8-C9CB-E863D9366605}"/>
                </a:ext>
              </a:extLst>
            </p:cNvPr>
            <p:cNvSpPr/>
            <p:nvPr/>
          </p:nvSpPr>
          <p:spPr>
            <a:xfrm>
              <a:off x="2170786" y="3991356"/>
              <a:ext cx="304495" cy="304495"/>
            </a:xfrm>
            <a:prstGeom prst="roundRect">
              <a:avLst>
                <a:gd name="adj" fmla="val 75075"/>
              </a:avLst>
            </a:prstGeom>
            <a:solidFill>
              <a:srgbClr val="BBF7D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Text 21">
              <a:extLst>
                <a:ext uri="{FF2B5EF4-FFF2-40B4-BE49-F238E27FC236}">
                  <a16:creationId xmlns:a16="http://schemas.microsoft.com/office/drawing/2014/main" id="{73658964-94B6-7919-F8E3-4692C4489998}"/>
                </a:ext>
              </a:extLst>
            </p:cNvPr>
            <p:cNvSpPr txBox="1"/>
            <p:nvPr/>
          </p:nvSpPr>
          <p:spPr>
            <a:xfrm>
              <a:off x="2142439" y="3991356"/>
              <a:ext cx="362102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6534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</a:t>
              </a:r>
              <a:endParaRPr lang="en-US" sz="1600" dirty="0"/>
            </a:p>
          </p:txBody>
        </p:sp>
      </p:grpSp>
      <p:pic>
        <p:nvPicPr>
          <p:cNvPr id="53" name="図 52" descr="A blue-clad young boy is depicted with a downcast expression and tears, possibly reflecting sadness or distress.&#10;&#10;AI 生成コンテンツは誤りを含む可能性があります。">
            <a:extLst>
              <a:ext uri="{FF2B5EF4-FFF2-40B4-BE49-F238E27FC236}">
                <a16:creationId xmlns:a16="http://schemas.microsoft.com/office/drawing/2014/main" id="{92E4B6C2-C729-6001-9780-72D42AD82A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2179" y="5226230"/>
            <a:ext cx="1318677" cy="1469276"/>
          </a:xfrm>
          <a:prstGeom prst="rect">
            <a:avLst/>
          </a:prstGeom>
        </p:spPr>
      </p:pic>
      <p:sp>
        <p:nvSpPr>
          <p:cNvPr id="54" name="Text 6">
            <a:extLst>
              <a:ext uri="{FF2B5EF4-FFF2-40B4-BE49-F238E27FC236}">
                <a16:creationId xmlns:a16="http://schemas.microsoft.com/office/drawing/2014/main" id="{0BDC0DC4-2C13-38CE-AB1B-39C76299E7B9}"/>
              </a:ext>
            </a:extLst>
          </p:cNvPr>
          <p:cNvSpPr txBox="1"/>
          <p:nvPr/>
        </p:nvSpPr>
        <p:spPr>
          <a:xfrm>
            <a:off x="229123" y="5870939"/>
            <a:ext cx="3182284" cy="76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条件分岐を</a:t>
            </a:r>
            <a:endParaRPr lang="en-US" altLang="ja-JP" sz="2400" b="1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14300">
                    <a:srgbClr val="C00000"/>
                  </a:glow>
                </a:effectLst>
              </a:rPr>
              <a:t>たくさん書きたくない</a:t>
            </a:r>
            <a:endParaRPr lang="en-US" sz="2400" b="1" dirty="0">
              <a:solidFill>
                <a:schemeClr val="bg1"/>
              </a:solidFill>
              <a:effectLst>
                <a:glow rad="114300">
                  <a:srgbClr val="C00000"/>
                </a:glow>
              </a:effectLst>
            </a:endParaRPr>
          </a:p>
        </p:txBody>
      </p:sp>
      <p:pic>
        <p:nvPicPr>
          <p:cNvPr id="56" name="図 55" descr="￥ﾇﾦ￧ﾐﾆ&#10;&#10;AI 生成コンテンツは誤りを含む可能性があります。">
            <a:extLst>
              <a:ext uri="{FF2B5EF4-FFF2-40B4-BE49-F238E27FC236}">
                <a16:creationId xmlns:a16="http://schemas.microsoft.com/office/drawing/2014/main" id="{C3D88324-B75B-04B4-4EC6-0520226AE4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7312" y="2577640"/>
            <a:ext cx="2853907" cy="671507"/>
          </a:xfrm>
          <a:prstGeom prst="rect">
            <a:avLst/>
          </a:prstGeom>
        </p:spPr>
      </p:pic>
      <p:pic>
        <p:nvPicPr>
          <p:cNvPr id="86" name="図 85" descr="The image depicts a locked storage unit with three drawers, suggesting secure storage or compartmentaliz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DF98FF49-223E-670D-3480-C3CCC04879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954"/>
          <a:stretch>
            <a:fillRect/>
          </a:stretch>
        </p:blipFill>
        <p:spPr>
          <a:xfrm>
            <a:off x="4513217" y="4792103"/>
            <a:ext cx="842555" cy="1202862"/>
          </a:xfrm>
          <a:prstGeom prst="rect">
            <a:avLst/>
          </a:prstGeom>
          <a:ln>
            <a:noFill/>
          </a:ln>
          <a:effectLst>
            <a:glow rad="127000">
              <a:schemeClr val="bg1"/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155" name="グループ化 154">
            <a:extLst>
              <a:ext uri="{FF2B5EF4-FFF2-40B4-BE49-F238E27FC236}">
                <a16:creationId xmlns:a16="http://schemas.microsoft.com/office/drawing/2014/main" id="{FBF57F38-B91E-A4DD-0C35-F9C37BF23DDF}"/>
              </a:ext>
            </a:extLst>
          </p:cNvPr>
          <p:cNvGrpSpPr/>
          <p:nvPr/>
        </p:nvGrpSpPr>
        <p:grpSpPr>
          <a:xfrm>
            <a:off x="5698936" y="4651214"/>
            <a:ext cx="2586040" cy="1968332"/>
            <a:chOff x="4381491" y="3582322"/>
            <a:chExt cx="2586040" cy="1968332"/>
          </a:xfrm>
        </p:grpSpPr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3123D920-5A5C-BCC3-29F4-509440926216}"/>
                </a:ext>
              </a:extLst>
            </p:cNvPr>
            <p:cNvGrpSpPr/>
            <p:nvPr/>
          </p:nvGrpSpPr>
          <p:grpSpPr>
            <a:xfrm>
              <a:off x="4381491" y="3582322"/>
              <a:ext cx="2513936" cy="1895551"/>
              <a:chOff x="4381491" y="4099492"/>
              <a:chExt cx="2416570" cy="1895551"/>
            </a:xfrm>
          </p:grpSpPr>
          <p:grpSp>
            <p:nvGrpSpPr>
              <p:cNvPr id="59" name="グループ化 58">
                <a:extLst>
                  <a:ext uri="{FF2B5EF4-FFF2-40B4-BE49-F238E27FC236}">
                    <a16:creationId xmlns:a16="http://schemas.microsoft.com/office/drawing/2014/main" id="{F049109D-ABFC-9FA7-F215-4564F20B1A3B}"/>
                  </a:ext>
                </a:extLst>
              </p:cNvPr>
              <p:cNvGrpSpPr/>
              <p:nvPr/>
            </p:nvGrpSpPr>
            <p:grpSpPr>
              <a:xfrm>
                <a:off x="4381491" y="4099492"/>
                <a:ext cx="2416570" cy="1895551"/>
                <a:chOff x="3370480" y="1338097"/>
                <a:chExt cx="2508570" cy="1895551"/>
              </a:xfrm>
            </p:grpSpPr>
            <p:pic>
              <p:nvPicPr>
                <p:cNvPr id="60" name="Image 11" descr="preencoded.png">
                  <a:extLst>
                    <a:ext uri="{FF2B5EF4-FFF2-40B4-BE49-F238E27FC236}">
                      <a16:creationId xmlns:a16="http://schemas.microsoft.com/office/drawing/2014/main" id="{36409266-CB85-1516-F9C6-9CD36D4F65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rcRect t="-7" b="-7"/>
                <a:stretch/>
              </p:blipFill>
              <p:spPr>
                <a:xfrm>
                  <a:off x="3370480" y="1338097"/>
                  <a:ext cx="2502724" cy="1895551"/>
                </a:xfrm>
                <a:prstGeom prst="rect">
                  <a:avLst/>
                </a:prstGeom>
              </p:spPr>
            </p:pic>
            <p:sp>
              <p:nvSpPr>
                <p:cNvPr id="64" name="Text 59">
                  <a:extLst>
                    <a:ext uri="{FF2B5EF4-FFF2-40B4-BE49-F238E27FC236}">
                      <a16:creationId xmlns:a16="http://schemas.microsoft.com/office/drawing/2014/main" id="{84909AF7-6DCB-D3FF-A041-9DE4175B1FBE}"/>
                    </a:ext>
                  </a:extLst>
                </p:cNvPr>
                <p:cNvSpPr txBox="1"/>
                <p:nvPr/>
              </p:nvSpPr>
              <p:spPr>
                <a:xfrm>
                  <a:off x="3776832" y="1350486"/>
                  <a:ext cx="2102218" cy="37664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2000" b="1" dirty="0">
                      <a:solidFill>
                        <a:srgbClr val="4B5563"/>
                      </a:solidFill>
                      <a:latin typeface="Noto Sans JP" pitchFamily="34" charset="0"/>
                      <a:ea typeface="Noto Sans JP" pitchFamily="34" charset="-122"/>
                      <a:cs typeface="Noto Sans JP" pitchFamily="34" charset="-120"/>
                    </a:rPr>
                    <a:t>棚（元の配列）</a:t>
                  </a:r>
                  <a:endParaRPr lang="en-US" sz="2000" dirty="0"/>
                </a:p>
              </p:txBody>
            </p:sp>
            <p:pic>
              <p:nvPicPr>
                <p:cNvPr id="65" name="Image 14" descr="preencoded.png">
                  <a:extLst>
                    <a:ext uri="{FF2B5EF4-FFF2-40B4-BE49-F238E27FC236}">
                      <a16:creationId xmlns:a16="http://schemas.microsoft.com/office/drawing/2014/main" id="{1F31F2C8-DD25-8B06-BFE4-72AC40FCA4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/>
                <a:srcRect l="-33" r="-33"/>
                <a:stretch/>
              </p:blipFill>
              <p:spPr>
                <a:xfrm>
                  <a:off x="3376325" y="1362456"/>
                  <a:ext cx="318765" cy="283159"/>
                </a:xfrm>
                <a:prstGeom prst="rect">
                  <a:avLst/>
                </a:prstGeom>
              </p:spPr>
            </p:pic>
            <p:grpSp>
              <p:nvGrpSpPr>
                <p:cNvPr id="66" name="グループ化 65">
                  <a:extLst>
                    <a:ext uri="{FF2B5EF4-FFF2-40B4-BE49-F238E27FC236}">
                      <a16:creationId xmlns:a16="http://schemas.microsoft.com/office/drawing/2014/main" id="{CEF1D6EB-D5A9-B34B-3EE3-4B1248AC8CBE}"/>
                    </a:ext>
                  </a:extLst>
                </p:cNvPr>
                <p:cNvGrpSpPr/>
                <p:nvPr/>
              </p:nvGrpSpPr>
              <p:grpSpPr>
                <a:xfrm>
                  <a:off x="3491490" y="1741641"/>
                  <a:ext cx="1990746" cy="1332213"/>
                  <a:chOff x="3491490" y="1741641"/>
                  <a:chExt cx="1990746" cy="1332213"/>
                </a:xfrm>
              </p:grpSpPr>
              <p:sp>
                <p:nvSpPr>
                  <p:cNvPr id="67" name="Shape 60">
                    <a:extLst>
                      <a:ext uri="{FF2B5EF4-FFF2-40B4-BE49-F238E27FC236}">
                        <a16:creationId xmlns:a16="http://schemas.microsoft.com/office/drawing/2014/main" id="{F52F8F3E-76AC-8050-8FA6-6BBBAFC11E1C}"/>
                      </a:ext>
                    </a:extLst>
                  </p:cNvPr>
                  <p:cNvSpPr/>
                  <p:nvPr/>
                </p:nvSpPr>
                <p:spPr>
                  <a:xfrm>
                    <a:off x="3523183" y="1741641"/>
                    <a:ext cx="1905151" cy="362102"/>
                  </a:xfrm>
                  <a:prstGeom prst="roundRect">
                    <a:avLst>
                      <a:gd name="adj" fmla="val 53163"/>
                    </a:avLst>
                  </a:prstGeom>
                  <a:solidFill>
                    <a:srgbClr val="EFF6FF"/>
                  </a:solidFill>
                  <a:ln w="12700">
                    <a:solidFill>
                      <a:srgbClr val="DBEAFE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ja-JP" altLang="en-US" sz="4400"/>
                  </a:p>
                </p:txBody>
              </p:sp>
              <p:pic>
                <p:nvPicPr>
                  <p:cNvPr id="68" name="Image 12" descr="preencoded.png">
                    <a:extLst>
                      <a:ext uri="{FF2B5EF4-FFF2-40B4-BE49-F238E27FC236}">
                        <a16:creationId xmlns:a16="http://schemas.microsoft.com/office/drawing/2014/main" id="{210FFBD5-56CD-849F-C16A-86B3EAE83B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rcRect t="-100" b="-100"/>
                  <a:stretch/>
                </p:blipFill>
                <p:spPr>
                  <a:xfrm>
                    <a:off x="3491490" y="1766056"/>
                    <a:ext cx="231032" cy="308659"/>
                  </a:xfrm>
                  <a:prstGeom prst="rect">
                    <a:avLst/>
                  </a:prstGeom>
                </p:spPr>
              </p:pic>
              <p:sp>
                <p:nvSpPr>
                  <p:cNvPr id="74" name="Text 61">
                    <a:extLst>
                      <a:ext uri="{FF2B5EF4-FFF2-40B4-BE49-F238E27FC236}">
                        <a16:creationId xmlns:a16="http://schemas.microsoft.com/office/drawing/2014/main" id="{D50131C1-D964-2A5D-A7C9-A9C21EDBC005}"/>
                      </a:ext>
                    </a:extLst>
                  </p:cNvPr>
                  <p:cNvSpPr txBox="1"/>
                  <p:nvPr/>
                </p:nvSpPr>
                <p:spPr>
                  <a:xfrm>
                    <a:off x="3799332" y="1748898"/>
                    <a:ext cx="1682904" cy="36210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374151"/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rPr>
                      <a:t>Title: "会議A"</a:t>
                    </a:r>
                    <a:endParaRPr lang="en-US" sz="1600" dirty="0"/>
                  </a:p>
                </p:txBody>
              </p:sp>
              <p:sp>
                <p:nvSpPr>
                  <p:cNvPr id="75" name="Shape 62">
                    <a:extLst>
                      <a:ext uri="{FF2B5EF4-FFF2-40B4-BE49-F238E27FC236}">
                        <a16:creationId xmlns:a16="http://schemas.microsoft.com/office/drawing/2014/main" id="{73A6F0B5-6E1C-F0C3-713C-44603EDB55EC}"/>
                      </a:ext>
                    </a:extLst>
                  </p:cNvPr>
                  <p:cNvSpPr/>
                  <p:nvPr/>
                </p:nvSpPr>
                <p:spPr>
                  <a:xfrm>
                    <a:off x="3557460" y="2711752"/>
                    <a:ext cx="1870875" cy="362102"/>
                  </a:xfrm>
                  <a:prstGeom prst="roundRect">
                    <a:avLst>
                      <a:gd name="adj" fmla="val 53163"/>
                    </a:avLst>
                  </a:prstGeom>
                  <a:solidFill>
                    <a:srgbClr val="EFF6FF"/>
                  </a:solidFill>
                  <a:ln w="12700">
                    <a:solidFill>
                      <a:srgbClr val="DBEAFE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ja-JP" altLang="en-US" sz="4400"/>
                  </a:p>
                </p:txBody>
              </p:sp>
              <p:pic>
                <p:nvPicPr>
                  <p:cNvPr id="76" name="Image 13" descr="preencoded.png">
                    <a:extLst>
                      <a:ext uri="{FF2B5EF4-FFF2-40B4-BE49-F238E27FC236}">
                        <a16:creationId xmlns:a16="http://schemas.microsoft.com/office/drawing/2014/main" id="{B08FA7A8-DB2B-06EE-7DF7-DAC7133483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/>
                  <a:srcRect t="-100" b="-100"/>
                  <a:stretch/>
                </p:blipFill>
                <p:spPr>
                  <a:xfrm>
                    <a:off x="3491490" y="2730049"/>
                    <a:ext cx="231032" cy="308659"/>
                  </a:xfrm>
                  <a:prstGeom prst="rect">
                    <a:avLst/>
                  </a:prstGeom>
                </p:spPr>
              </p:pic>
              <p:sp>
                <p:nvSpPr>
                  <p:cNvPr id="77" name="Text 63">
                    <a:extLst>
                      <a:ext uri="{FF2B5EF4-FFF2-40B4-BE49-F238E27FC236}">
                        <a16:creationId xmlns:a16="http://schemas.microsoft.com/office/drawing/2014/main" id="{00BFBDA6-EC77-C9AB-38F8-0AB5EBEBE28D}"/>
                      </a:ext>
                    </a:extLst>
                  </p:cNvPr>
                  <p:cNvSpPr txBox="1"/>
                  <p:nvPr/>
                </p:nvSpPr>
                <p:spPr>
                  <a:xfrm>
                    <a:off x="3799332" y="2704720"/>
                    <a:ext cx="1543776" cy="36210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374151"/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rPr>
                      <a:t>Title: "会議B"</a:t>
                    </a:r>
                    <a:endParaRPr lang="en-US" sz="1600" dirty="0"/>
                  </a:p>
                </p:txBody>
              </p:sp>
              <p:sp>
                <p:nvSpPr>
                  <p:cNvPr id="78" name="Shape 64">
                    <a:extLst>
                      <a:ext uri="{FF2B5EF4-FFF2-40B4-BE49-F238E27FC236}">
                        <a16:creationId xmlns:a16="http://schemas.microsoft.com/office/drawing/2014/main" id="{EF6F1017-C8A0-DA9F-A9A3-210EAEB87497}"/>
                      </a:ext>
                    </a:extLst>
                  </p:cNvPr>
                  <p:cNvSpPr/>
                  <p:nvPr/>
                </p:nvSpPr>
                <p:spPr>
                  <a:xfrm>
                    <a:off x="3523183" y="2215924"/>
                    <a:ext cx="1905151" cy="362102"/>
                  </a:xfrm>
                  <a:prstGeom prst="roundRect">
                    <a:avLst>
                      <a:gd name="adj" fmla="val 53163"/>
                    </a:avLst>
                  </a:prstGeom>
                  <a:solidFill>
                    <a:srgbClr val="FEF2F2">
                      <a:alpha val="60000"/>
                    </a:srgbClr>
                  </a:solidFill>
                  <a:ln w="12700">
                    <a:solidFill>
                      <a:srgbClr val="FEE2E2"/>
                    </a:solidFill>
                    <a:prstDash val="solid"/>
                  </a:ln>
                </p:spPr>
                <p:txBody>
                  <a:bodyPr/>
                  <a:lstStyle/>
                  <a:p>
                    <a:endParaRPr lang="ja-JP" altLang="en-US" sz="4400"/>
                  </a:p>
                </p:txBody>
              </p:sp>
              <p:sp>
                <p:nvSpPr>
                  <p:cNvPr id="79" name="Text 65">
                    <a:extLst>
                      <a:ext uri="{FF2B5EF4-FFF2-40B4-BE49-F238E27FC236}">
                        <a16:creationId xmlns:a16="http://schemas.microsoft.com/office/drawing/2014/main" id="{F1761A35-BBBC-79A3-E9FE-1F9397AABA87}"/>
                      </a:ext>
                    </a:extLst>
                  </p:cNvPr>
                  <p:cNvSpPr txBox="1"/>
                  <p:nvPr/>
                </p:nvSpPr>
                <p:spPr>
                  <a:xfrm>
                    <a:off x="3799332" y="2230438"/>
                    <a:ext cx="1454321" cy="36210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ctr"/>
                  <a:lstStyle/>
                  <a:p>
                    <a:pPr marL="0" indent="0" algn="l">
                      <a:buNone/>
                    </a:pPr>
                    <a:r>
                      <a:rPr lang="en-US" sz="1600" b="1" dirty="0">
                        <a:solidFill>
                          <a:srgbClr val="6B7280">
                            <a:alpha val="60000"/>
                          </a:srgbClr>
                        </a:solidFill>
                        <a:latin typeface="Noto Sans JP" pitchFamily="34" charset="0"/>
                        <a:ea typeface="Noto Sans JP" pitchFamily="34" charset="-122"/>
                        <a:cs typeface="Noto Sans JP" pitchFamily="34" charset="-120"/>
                      </a:rPr>
                      <a:t>Title: "日報"</a:t>
                    </a:r>
                    <a:endParaRPr lang="en-US" sz="1600" dirty="0"/>
                  </a:p>
                </p:txBody>
              </p:sp>
            </p:grpSp>
          </p:grpSp>
          <p:pic>
            <p:nvPicPr>
              <p:cNvPr id="80" name="Image 15" descr="preencoded.png">
                <a:extLst>
                  <a:ext uri="{FF2B5EF4-FFF2-40B4-BE49-F238E27FC236}">
                    <a16:creationId xmlns:a16="http://schemas.microsoft.com/office/drawing/2014/main" id="{F572D655-8DB4-EFD6-D037-FED80C6A1D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alphaModFix amt="60000"/>
              </a:blip>
              <a:srcRect t="-100" b="-100"/>
              <a:stretch/>
            </p:blipFill>
            <p:spPr>
              <a:xfrm>
                <a:off x="4477468" y="4944937"/>
                <a:ext cx="271034" cy="362102"/>
              </a:xfrm>
              <a:prstGeom prst="rect">
                <a:avLst/>
              </a:prstGeom>
            </p:spPr>
          </p:pic>
        </p:grpSp>
        <p:sp>
          <p:nvSpPr>
            <p:cNvPr id="88" name="Text 17">
              <a:extLst>
                <a:ext uri="{FF2B5EF4-FFF2-40B4-BE49-F238E27FC236}">
                  <a16:creationId xmlns:a16="http://schemas.microsoft.com/office/drawing/2014/main" id="{6BE6441E-FAED-9B32-6D89-79DA017AB8DB}"/>
                </a:ext>
              </a:extLst>
            </p:cNvPr>
            <p:cNvSpPr txBox="1"/>
            <p:nvPr/>
          </p:nvSpPr>
          <p:spPr>
            <a:xfrm>
              <a:off x="6221157" y="3713608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  <p:sp>
          <p:nvSpPr>
            <p:cNvPr id="89" name="Text 17">
              <a:extLst>
                <a:ext uri="{FF2B5EF4-FFF2-40B4-BE49-F238E27FC236}">
                  <a16:creationId xmlns:a16="http://schemas.microsoft.com/office/drawing/2014/main" id="{3BE1A48C-E1EA-9037-5BB9-910D6B33BCE1}"/>
                </a:ext>
              </a:extLst>
            </p:cNvPr>
            <p:cNvSpPr txBox="1"/>
            <p:nvPr/>
          </p:nvSpPr>
          <p:spPr>
            <a:xfrm>
              <a:off x="6249037" y="4249362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  <p:sp>
          <p:nvSpPr>
            <p:cNvPr id="92" name="Text 17">
              <a:extLst>
                <a:ext uri="{FF2B5EF4-FFF2-40B4-BE49-F238E27FC236}">
                  <a16:creationId xmlns:a16="http://schemas.microsoft.com/office/drawing/2014/main" id="{21AE3CDE-5F54-8C59-01D4-2A6BFDFF7C42}"/>
                </a:ext>
              </a:extLst>
            </p:cNvPr>
            <p:cNvSpPr txBox="1"/>
            <p:nvPr/>
          </p:nvSpPr>
          <p:spPr>
            <a:xfrm>
              <a:off x="6252780" y="4789599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</p:grpSp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9F609C61-DAF1-AEF4-B19B-1E6712807D90}"/>
              </a:ext>
            </a:extLst>
          </p:cNvPr>
          <p:cNvGrpSpPr/>
          <p:nvPr/>
        </p:nvGrpSpPr>
        <p:grpSpPr>
          <a:xfrm>
            <a:off x="8486599" y="4789661"/>
            <a:ext cx="2679684" cy="1528404"/>
            <a:chOff x="8805439" y="3701484"/>
            <a:chExt cx="2679684" cy="1528404"/>
          </a:xfrm>
        </p:grpSpPr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BB1692A3-8261-CB64-B2F8-AE77E4CF816C}"/>
                </a:ext>
              </a:extLst>
            </p:cNvPr>
            <p:cNvGrpSpPr/>
            <p:nvPr/>
          </p:nvGrpSpPr>
          <p:grpSpPr>
            <a:xfrm>
              <a:off x="8805439" y="3701484"/>
              <a:ext cx="2602710" cy="1407465"/>
              <a:chOff x="3281895" y="1298225"/>
              <a:chExt cx="2597155" cy="1407465"/>
            </a:xfrm>
          </p:grpSpPr>
          <p:pic>
            <p:nvPicPr>
              <p:cNvPr id="100" name="Image 11" descr="preencoded.png">
                <a:extLst>
                  <a:ext uri="{FF2B5EF4-FFF2-40B4-BE49-F238E27FC236}">
                    <a16:creationId xmlns:a16="http://schemas.microsoft.com/office/drawing/2014/main" id="{7AC31182-7166-CE5C-A805-64A4DEA79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t="-7" b="-7"/>
              <a:stretch/>
            </p:blipFill>
            <p:spPr>
              <a:xfrm>
                <a:off x="3281895" y="1298225"/>
                <a:ext cx="2502724" cy="1407465"/>
              </a:xfrm>
              <a:prstGeom prst="rect">
                <a:avLst/>
              </a:prstGeom>
            </p:spPr>
          </p:pic>
          <p:sp>
            <p:nvSpPr>
              <p:cNvPr id="101" name="Text 59">
                <a:extLst>
                  <a:ext uri="{FF2B5EF4-FFF2-40B4-BE49-F238E27FC236}">
                    <a16:creationId xmlns:a16="http://schemas.microsoft.com/office/drawing/2014/main" id="{9D05E9CA-E2FC-D7AF-5D23-E38CF9AA9EF1}"/>
                  </a:ext>
                </a:extLst>
              </p:cNvPr>
              <p:cNvSpPr txBox="1"/>
              <p:nvPr/>
            </p:nvSpPr>
            <p:spPr>
              <a:xfrm>
                <a:off x="3776832" y="1350486"/>
                <a:ext cx="2102218" cy="37664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2000" b="1" dirty="0">
                    <a:solidFill>
                      <a:srgbClr val="4B5563"/>
                    </a:solidFill>
                    <a:latin typeface="Noto Sans JP" pitchFamily="34" charset="0"/>
                    <a:ea typeface="Noto Sans JP" pitchFamily="34" charset="-122"/>
                    <a:cs typeface="Noto Sans JP" pitchFamily="34" charset="-120"/>
                  </a:rPr>
                  <a:t>棚（元の配列）</a:t>
                </a:r>
                <a:endParaRPr lang="en-US" sz="2000" dirty="0"/>
              </a:p>
            </p:txBody>
          </p:sp>
          <p:pic>
            <p:nvPicPr>
              <p:cNvPr id="102" name="Image 14" descr="preencoded.png">
                <a:extLst>
                  <a:ext uri="{FF2B5EF4-FFF2-40B4-BE49-F238E27FC236}">
                    <a16:creationId xmlns:a16="http://schemas.microsoft.com/office/drawing/2014/main" id="{E4597795-9781-F39B-77C8-5B99625D5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-33" r="-33"/>
              <a:stretch/>
            </p:blipFill>
            <p:spPr>
              <a:xfrm>
                <a:off x="3376325" y="1362456"/>
                <a:ext cx="318765" cy="283159"/>
              </a:xfrm>
              <a:prstGeom prst="rect">
                <a:avLst/>
              </a:prstGeom>
            </p:spPr>
          </p:pic>
          <p:grpSp>
            <p:nvGrpSpPr>
              <p:cNvPr id="110" name="グループ化 109">
                <a:extLst>
                  <a:ext uri="{FF2B5EF4-FFF2-40B4-BE49-F238E27FC236}">
                    <a16:creationId xmlns:a16="http://schemas.microsoft.com/office/drawing/2014/main" id="{33FE7A2C-0AF6-432F-0811-CD0FCF5F7213}"/>
                  </a:ext>
                </a:extLst>
              </p:cNvPr>
              <p:cNvGrpSpPr/>
              <p:nvPr/>
            </p:nvGrpSpPr>
            <p:grpSpPr>
              <a:xfrm>
                <a:off x="3438695" y="1741641"/>
                <a:ext cx="2043541" cy="881974"/>
                <a:chOff x="3438695" y="1741641"/>
                <a:chExt cx="2043541" cy="881974"/>
              </a:xfrm>
            </p:grpSpPr>
            <p:sp>
              <p:nvSpPr>
                <p:cNvPr id="116" name="Shape 60">
                  <a:extLst>
                    <a:ext uri="{FF2B5EF4-FFF2-40B4-BE49-F238E27FC236}">
                      <a16:creationId xmlns:a16="http://schemas.microsoft.com/office/drawing/2014/main" id="{A88D265A-9C02-7492-A57D-32950BF406F2}"/>
                    </a:ext>
                  </a:extLst>
                </p:cNvPr>
                <p:cNvSpPr/>
                <p:nvPr/>
              </p:nvSpPr>
              <p:spPr>
                <a:xfrm>
                  <a:off x="3523183" y="1741641"/>
                  <a:ext cx="1905151" cy="362102"/>
                </a:xfrm>
                <a:prstGeom prst="roundRect">
                  <a:avLst>
                    <a:gd name="adj" fmla="val 53163"/>
                  </a:avLst>
                </a:prstGeom>
                <a:solidFill>
                  <a:srgbClr val="EFF6FF"/>
                </a:solidFill>
                <a:ln w="12700">
                  <a:solidFill>
                    <a:srgbClr val="DBEAFE"/>
                  </a:solidFill>
                  <a:prstDash val="solid"/>
                </a:ln>
              </p:spPr>
              <p:txBody>
                <a:bodyPr/>
                <a:lstStyle/>
                <a:p>
                  <a:endParaRPr lang="ja-JP" altLang="en-US" sz="4400"/>
                </a:p>
              </p:txBody>
            </p:sp>
            <p:pic>
              <p:nvPicPr>
                <p:cNvPr id="117" name="Image 12" descr="preencoded.png">
                  <a:extLst>
                    <a:ext uri="{FF2B5EF4-FFF2-40B4-BE49-F238E27FC236}">
                      <a16:creationId xmlns:a16="http://schemas.microsoft.com/office/drawing/2014/main" id="{326F3E16-4A5A-AF6C-A059-F3DC060EE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t="-100" b="-100"/>
                <a:stretch/>
              </p:blipFill>
              <p:spPr>
                <a:xfrm>
                  <a:off x="3491490" y="1766056"/>
                  <a:ext cx="231032" cy="308659"/>
                </a:xfrm>
                <a:prstGeom prst="rect">
                  <a:avLst/>
                </a:prstGeom>
              </p:spPr>
            </p:pic>
            <p:sp>
              <p:nvSpPr>
                <p:cNvPr id="119" name="Text 61">
                  <a:extLst>
                    <a:ext uri="{FF2B5EF4-FFF2-40B4-BE49-F238E27FC236}">
                      <a16:creationId xmlns:a16="http://schemas.microsoft.com/office/drawing/2014/main" id="{672EF811-BC75-852E-6D2E-7F05AFB28818}"/>
                    </a:ext>
                  </a:extLst>
                </p:cNvPr>
                <p:cNvSpPr txBox="1"/>
                <p:nvPr/>
              </p:nvSpPr>
              <p:spPr>
                <a:xfrm>
                  <a:off x="3799332" y="1748898"/>
                  <a:ext cx="1682904" cy="3621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600" b="1" dirty="0">
                      <a:solidFill>
                        <a:srgbClr val="374151"/>
                      </a:solidFill>
                      <a:latin typeface="Noto Sans JP" pitchFamily="34" charset="0"/>
                      <a:ea typeface="Noto Sans JP" pitchFamily="34" charset="-122"/>
                      <a:cs typeface="Noto Sans JP" pitchFamily="34" charset="-120"/>
                    </a:rPr>
                    <a:t>Title: "会議A"</a:t>
                  </a:r>
                  <a:endParaRPr lang="en-US" sz="1600" dirty="0"/>
                </a:p>
              </p:txBody>
            </p:sp>
            <p:sp>
              <p:nvSpPr>
                <p:cNvPr id="122" name="Shape 62">
                  <a:extLst>
                    <a:ext uri="{FF2B5EF4-FFF2-40B4-BE49-F238E27FC236}">
                      <a16:creationId xmlns:a16="http://schemas.microsoft.com/office/drawing/2014/main" id="{3DC7EBF2-6433-6754-148E-F0CD575FBE96}"/>
                    </a:ext>
                  </a:extLst>
                </p:cNvPr>
                <p:cNvSpPr/>
                <p:nvPr/>
              </p:nvSpPr>
              <p:spPr>
                <a:xfrm>
                  <a:off x="3438695" y="2261513"/>
                  <a:ext cx="1870875" cy="362102"/>
                </a:xfrm>
                <a:prstGeom prst="roundRect">
                  <a:avLst>
                    <a:gd name="adj" fmla="val 53163"/>
                  </a:avLst>
                </a:prstGeom>
                <a:solidFill>
                  <a:srgbClr val="EFF6FF"/>
                </a:solidFill>
                <a:ln w="12700">
                  <a:solidFill>
                    <a:srgbClr val="DBEAFE"/>
                  </a:solidFill>
                  <a:prstDash val="solid"/>
                </a:ln>
              </p:spPr>
              <p:txBody>
                <a:bodyPr/>
                <a:lstStyle/>
                <a:p>
                  <a:endParaRPr lang="ja-JP" altLang="en-US" sz="4400"/>
                </a:p>
              </p:txBody>
            </p:sp>
            <p:pic>
              <p:nvPicPr>
                <p:cNvPr id="125" name="Image 13" descr="preencoded.png">
                  <a:extLst>
                    <a:ext uri="{FF2B5EF4-FFF2-40B4-BE49-F238E27FC236}">
                      <a16:creationId xmlns:a16="http://schemas.microsoft.com/office/drawing/2014/main" id="{1130E678-4456-2F92-A259-8BACEB74E8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rcRect t="-100" b="-100"/>
                <a:stretch/>
              </p:blipFill>
              <p:spPr>
                <a:xfrm>
                  <a:off x="3523183" y="2278953"/>
                  <a:ext cx="231032" cy="308659"/>
                </a:xfrm>
                <a:prstGeom prst="rect">
                  <a:avLst/>
                </a:prstGeom>
              </p:spPr>
            </p:pic>
            <p:sp>
              <p:nvSpPr>
                <p:cNvPr id="127" name="Text 63">
                  <a:extLst>
                    <a:ext uri="{FF2B5EF4-FFF2-40B4-BE49-F238E27FC236}">
                      <a16:creationId xmlns:a16="http://schemas.microsoft.com/office/drawing/2014/main" id="{51F343FF-BB0A-3355-1985-5DE0AAEDC526}"/>
                    </a:ext>
                  </a:extLst>
                </p:cNvPr>
                <p:cNvSpPr txBox="1"/>
                <p:nvPr/>
              </p:nvSpPr>
              <p:spPr>
                <a:xfrm>
                  <a:off x="3831025" y="2253624"/>
                  <a:ext cx="1543776" cy="36210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600" b="1" dirty="0">
                      <a:solidFill>
                        <a:srgbClr val="374151"/>
                      </a:solidFill>
                      <a:latin typeface="Noto Sans JP" pitchFamily="34" charset="0"/>
                      <a:ea typeface="Noto Sans JP" pitchFamily="34" charset="-122"/>
                      <a:cs typeface="Noto Sans JP" pitchFamily="34" charset="-120"/>
                    </a:rPr>
                    <a:t>Title: "会議B"</a:t>
                  </a:r>
                  <a:endParaRPr lang="en-US" sz="1600" dirty="0"/>
                </a:p>
              </p:txBody>
            </p:sp>
          </p:grpSp>
        </p:grpSp>
        <p:sp>
          <p:nvSpPr>
            <p:cNvPr id="130" name="Text 17">
              <a:extLst>
                <a:ext uri="{FF2B5EF4-FFF2-40B4-BE49-F238E27FC236}">
                  <a16:creationId xmlns:a16="http://schemas.microsoft.com/office/drawing/2014/main" id="{8348E207-1B90-A9B0-0D3E-064BCB120F04}"/>
                </a:ext>
              </a:extLst>
            </p:cNvPr>
            <p:cNvSpPr txBox="1"/>
            <p:nvPr/>
          </p:nvSpPr>
          <p:spPr>
            <a:xfrm>
              <a:off x="10770372" y="3936225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  <p:sp>
          <p:nvSpPr>
            <p:cNvPr id="133" name="Text 17">
              <a:extLst>
                <a:ext uri="{FF2B5EF4-FFF2-40B4-BE49-F238E27FC236}">
                  <a16:creationId xmlns:a16="http://schemas.microsoft.com/office/drawing/2014/main" id="{FE5EDC80-D2A5-B626-02F7-DA187E3618D7}"/>
                </a:ext>
              </a:extLst>
            </p:cNvPr>
            <p:cNvSpPr txBox="1"/>
            <p:nvPr/>
          </p:nvSpPr>
          <p:spPr>
            <a:xfrm>
              <a:off x="10735065" y="4468833"/>
              <a:ext cx="714751" cy="7610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F1F5F9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📦</a:t>
              </a:r>
              <a:endParaRPr lang="en-US" sz="3600" dirty="0"/>
            </a:p>
          </p:txBody>
        </p:sp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546CE9F6-6172-4152-B524-958E1916F774}"/>
              </a:ext>
            </a:extLst>
          </p:cNvPr>
          <p:cNvGrpSpPr/>
          <p:nvPr/>
        </p:nvGrpSpPr>
        <p:grpSpPr>
          <a:xfrm>
            <a:off x="7274853" y="2465486"/>
            <a:ext cx="5031797" cy="871805"/>
            <a:chOff x="4195257" y="3186801"/>
            <a:chExt cx="2674630" cy="680481"/>
          </a:xfrm>
        </p:grpSpPr>
        <p:pic>
          <p:nvPicPr>
            <p:cNvPr id="150" name="Image 21" descr="preencoded.png">
              <a:extLst>
                <a:ext uri="{FF2B5EF4-FFF2-40B4-BE49-F238E27FC236}">
                  <a16:creationId xmlns:a16="http://schemas.microsoft.com/office/drawing/2014/main" id="{0B896D7D-0C6C-69AB-D2AD-11EB5A7F5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t="-35" b="-35"/>
            <a:stretch/>
          </p:blipFill>
          <p:spPr>
            <a:xfrm>
              <a:off x="4195257" y="3191256"/>
              <a:ext cx="2443516" cy="629107"/>
            </a:xfrm>
            <a:prstGeom prst="rect">
              <a:avLst/>
            </a:prstGeom>
          </p:spPr>
        </p:pic>
        <p:pic>
          <p:nvPicPr>
            <p:cNvPr id="151" name="Image 22" descr="preencoded.png">
              <a:extLst>
                <a:ext uri="{FF2B5EF4-FFF2-40B4-BE49-F238E27FC236}">
                  <a16:creationId xmlns:a16="http://schemas.microsoft.com/office/drawing/2014/main" id="{08CEFDD5-71F3-E6CE-A361-FBC1D2F1F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t="-17218" b="-17218"/>
            <a:stretch/>
          </p:blipFill>
          <p:spPr>
            <a:xfrm>
              <a:off x="4217173" y="3186801"/>
              <a:ext cx="276149" cy="680481"/>
            </a:xfrm>
            <a:prstGeom prst="rect">
              <a:avLst/>
            </a:prstGeom>
          </p:spPr>
        </p:pic>
        <p:sp>
          <p:nvSpPr>
            <p:cNvPr id="152" name="Text 72">
              <a:extLst>
                <a:ext uri="{FF2B5EF4-FFF2-40B4-BE49-F238E27FC236}">
                  <a16:creationId xmlns:a16="http://schemas.microsoft.com/office/drawing/2014/main" id="{D237F4EE-C140-F636-7EDB-54784EFECAE7}"/>
                </a:ext>
              </a:extLst>
            </p:cNvPr>
            <p:cNvSpPr txBox="1"/>
            <p:nvPr/>
          </p:nvSpPr>
          <p:spPr>
            <a:xfrm>
              <a:off x="4482003" y="3510224"/>
              <a:ext cx="2253320" cy="2696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条件：Title が "会議" を含む</a:t>
              </a:r>
              <a:endParaRPr lang="en-US" sz="2400" dirty="0"/>
            </a:p>
          </p:txBody>
        </p:sp>
        <p:sp>
          <p:nvSpPr>
            <p:cNvPr id="153" name="Text 73">
              <a:extLst>
                <a:ext uri="{FF2B5EF4-FFF2-40B4-BE49-F238E27FC236}">
                  <a16:creationId xmlns:a16="http://schemas.microsoft.com/office/drawing/2014/main" id="{3BD6D649-B3C4-3C38-1E32-F39AA7EA39BF}"/>
                </a:ext>
              </a:extLst>
            </p:cNvPr>
            <p:cNvSpPr txBox="1"/>
            <p:nvPr/>
          </p:nvSpPr>
          <p:spPr>
            <a:xfrm>
              <a:off x="4791456" y="3288182"/>
              <a:ext cx="2078431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FFFFFF">
                      <a:alpha val="80000"/>
                    </a:srgbClr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アレイのフィルター処理</a:t>
              </a:r>
              <a:endParaRPr lang="en-US" sz="2000" dirty="0"/>
            </a:p>
          </p:txBody>
        </p:sp>
      </p:grpSp>
      <p:cxnSp>
        <p:nvCxnSpPr>
          <p:cNvPr id="154" name="直線矢印コネクタ 153">
            <a:extLst>
              <a:ext uri="{FF2B5EF4-FFF2-40B4-BE49-F238E27FC236}">
                <a16:creationId xmlns:a16="http://schemas.microsoft.com/office/drawing/2014/main" id="{8E64B99C-FAB7-6683-362E-1C076640538A}"/>
              </a:ext>
            </a:extLst>
          </p:cNvPr>
          <p:cNvCxnSpPr>
            <a:cxnSpLocks/>
          </p:cNvCxnSpPr>
          <p:nvPr/>
        </p:nvCxnSpPr>
        <p:spPr>
          <a:xfrm>
            <a:off x="8183111" y="5672514"/>
            <a:ext cx="508139" cy="1660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図 157" descr="meeting&#10;&#10;AI 生成コンテンツは誤りを含む可能性があります。">
            <a:extLst>
              <a:ext uri="{FF2B5EF4-FFF2-40B4-BE49-F238E27FC236}">
                <a16:creationId xmlns:a16="http://schemas.microsoft.com/office/drawing/2014/main" id="{FEC63EFC-BF73-489E-C6FB-6C97D74320F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52166" y="3482414"/>
            <a:ext cx="6329217" cy="935188"/>
          </a:xfrm>
          <a:prstGeom prst="rect">
            <a:avLst/>
          </a:prstGeom>
          <a:ln>
            <a:noFill/>
          </a:ln>
          <a:effectLst>
            <a:glow rad="88900">
              <a:schemeClr val="bg1"/>
            </a:glow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9" name="Text 6">
            <a:extLst>
              <a:ext uri="{FF2B5EF4-FFF2-40B4-BE49-F238E27FC236}">
                <a16:creationId xmlns:a16="http://schemas.microsoft.com/office/drawing/2014/main" id="{06CA836B-64D6-671A-A9DD-92328B4485D6}"/>
              </a:ext>
            </a:extLst>
          </p:cNvPr>
          <p:cNvSpPr txBox="1"/>
          <p:nvPr/>
        </p:nvSpPr>
        <p:spPr>
          <a:xfrm>
            <a:off x="4136291" y="6009067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配列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（</a:t>
            </a:r>
            <a:r>
              <a:rPr lang="en-US" altLang="ja-JP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Array</a:t>
            </a: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）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pic>
        <p:nvPicPr>
          <p:cNvPr id="161" name="図 160" descr="A child is joyfully holding an upside-down, wrapped gift above their head.&#10;&#10;AI 生成コンテンツは誤りを含む可能性があります。">
            <a:extLst>
              <a:ext uri="{FF2B5EF4-FFF2-40B4-BE49-F238E27FC236}">
                <a16:creationId xmlns:a16="http://schemas.microsoft.com/office/drawing/2014/main" id="{91C96E8A-4F1B-13BA-ACB1-732B8029968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25118" y="4874863"/>
            <a:ext cx="1528288" cy="1892616"/>
          </a:xfrm>
          <a:prstGeom prst="rect">
            <a:avLst/>
          </a:prstGeom>
        </p:spPr>
      </p:pic>
      <p:sp>
        <p:nvSpPr>
          <p:cNvPr id="162" name="Text 17">
            <a:extLst>
              <a:ext uri="{FF2B5EF4-FFF2-40B4-BE49-F238E27FC236}">
                <a16:creationId xmlns:a16="http://schemas.microsoft.com/office/drawing/2014/main" id="{0D7DF32B-B4E1-EA23-8AD4-F17FD65E6FEA}"/>
              </a:ext>
            </a:extLst>
          </p:cNvPr>
          <p:cNvSpPr txBox="1"/>
          <p:nvPr/>
        </p:nvSpPr>
        <p:spPr>
          <a:xfrm rot="1633263">
            <a:off x="11184788" y="4570035"/>
            <a:ext cx="1250911" cy="1354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1F5F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📦</a:t>
            </a:r>
            <a:endParaRPr lang="en-US" sz="8000" dirty="0"/>
          </a:p>
        </p:txBody>
      </p:sp>
      <p:sp>
        <p:nvSpPr>
          <p:cNvPr id="163" name="Text 6">
            <a:extLst>
              <a:ext uri="{FF2B5EF4-FFF2-40B4-BE49-F238E27FC236}">
                <a16:creationId xmlns:a16="http://schemas.microsoft.com/office/drawing/2014/main" id="{07FC65C8-CE64-E50B-CF36-7A9EA4875718}"/>
              </a:ext>
            </a:extLst>
          </p:cNvPr>
          <p:cNvSpPr txBox="1"/>
          <p:nvPr/>
        </p:nvSpPr>
        <p:spPr>
          <a:xfrm>
            <a:off x="11012617" y="5129997"/>
            <a:ext cx="1608655" cy="5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000" b="1">
                <a:solidFill>
                  <a:schemeClr val="bg1"/>
                </a:solidFill>
                <a:effectLst>
                  <a:glow rad="114300">
                    <a:schemeClr val="tx1">
                      <a:lumMod val="85000"/>
                      <a:lumOff val="15000"/>
                    </a:schemeClr>
                  </a:glow>
                </a:effectLst>
                <a:latin typeface="Noto Sans JP" pitchFamily="34" charset="0"/>
                <a:ea typeface="Noto Sans JP" pitchFamily="34" charset="-122"/>
              </a:rPr>
              <a:t>会議</a:t>
            </a:r>
            <a:endParaRPr lang="en-US" altLang="ja-JP" sz="2000" b="1">
              <a:solidFill>
                <a:schemeClr val="bg1"/>
              </a:solidFill>
              <a:effectLst>
                <a:glow rad="114300">
                  <a:schemeClr val="tx1">
                    <a:lumMod val="85000"/>
                    <a:lumOff val="15000"/>
                  </a:schemeClr>
                </a:glow>
              </a:effectLst>
              <a:latin typeface="Noto Sans JP" pitchFamily="34" charset="0"/>
              <a:ea typeface="Noto Sans JP" pitchFamily="34" charset="-122"/>
            </a:endParaRPr>
          </a:p>
        </p:txBody>
      </p: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79AE845B-3C20-B958-52CB-A8530E9C2DD1}"/>
              </a:ext>
            </a:extLst>
          </p:cNvPr>
          <p:cNvCxnSpPr>
            <a:cxnSpLocks/>
          </p:cNvCxnSpPr>
          <p:nvPr/>
        </p:nvCxnSpPr>
        <p:spPr>
          <a:xfrm>
            <a:off x="10850454" y="1340915"/>
            <a:ext cx="508139" cy="1660"/>
          </a:xfrm>
          <a:prstGeom prst="straightConnector1">
            <a:avLst/>
          </a:prstGeom>
          <a:ln w="98425">
            <a:solidFill>
              <a:schemeClr val="bg1"/>
            </a:solidFill>
            <a:tailEnd type="triangle"/>
          </a:ln>
          <a:effectLst>
            <a:glow rad="114300">
              <a:schemeClr val="tx1">
                <a:lumMod val="75000"/>
                <a:lumOff val="25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Image 10" descr="preencoded.png">
            <a:extLst>
              <a:ext uri="{FF2B5EF4-FFF2-40B4-BE49-F238E27FC236}">
                <a16:creationId xmlns:a16="http://schemas.microsoft.com/office/drawing/2014/main" id="{45058DE7-6993-B4AE-ED14-C8F2CAEF97F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-80" r="-80"/>
          <a:stretch/>
        </p:blipFill>
        <p:spPr>
          <a:xfrm>
            <a:off x="3866407" y="1605693"/>
            <a:ext cx="520848" cy="1040033"/>
          </a:xfrm>
          <a:prstGeom prst="rect">
            <a:avLst/>
          </a:prstGeom>
        </p:spPr>
      </p:pic>
      <p:sp>
        <p:nvSpPr>
          <p:cNvPr id="165" name="Text 6">
            <a:extLst>
              <a:ext uri="{FF2B5EF4-FFF2-40B4-BE49-F238E27FC236}">
                <a16:creationId xmlns:a16="http://schemas.microsoft.com/office/drawing/2014/main" id="{6F93076C-BD0D-11FC-0D99-1512CE2F3391}"/>
              </a:ext>
            </a:extLst>
          </p:cNvPr>
          <p:cNvSpPr txBox="1"/>
          <p:nvPr/>
        </p:nvSpPr>
        <p:spPr>
          <a:xfrm>
            <a:off x="8530087" y="6145625"/>
            <a:ext cx="3182284" cy="767170"/>
          </a:xfrm>
          <a:prstGeom prst="rect">
            <a:avLst/>
          </a:prstGeom>
          <a:noFill/>
          <a:ln/>
          <a:effectLst>
            <a:glow rad="127000">
              <a:srgbClr val="0000CC"/>
            </a:glo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4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会議だけ取り出せた～</a:t>
            </a:r>
            <a:endParaRPr lang="en-US" sz="2400" b="1" dirty="0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