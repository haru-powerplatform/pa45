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55448"/>
            <a:ext cx="13716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1371600" cy="5029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563EB"/>
                </a:solidFill>
                <a:latin typeface="Noto Sans JP"/>
              </a:rPr>
              <a:t>Vol.32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09728"/>
            <a:ext cx="9144000" cy="7132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E40AF"/>
                </a:solidFill>
                <a:latin typeface="Noto Sans JP"/>
              </a:rPr>
              <a:t>メールの添付、まだ手で保存してませんか？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73152"/>
            <a:ext cx="9144000" cy="71323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Noto Sans JP"/>
              </a:rPr>
              <a:t>メールの添付、まだ手で保存してませんか？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237744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0" y="246888"/>
            <a:ext cx="1417320" cy="36576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はじめに</a:t>
            </a:r>
          </a:p>
        </p:txBody>
      </p:sp>
      <p:pic>
        <p:nvPicPr>
          <p:cNvPr id="9" name="Picture 8" descr="riro_trou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1434000" cy="15179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65960" y="1225296"/>
            <a:ext cx="992124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4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856231" y="1719072"/>
            <a:ext cx="256032" cy="237744"/>
          </a:xfrm>
          <a:prstGeom prst="triangle">
            <a:avLst/>
          </a:prstGeom>
          <a:solidFill>
            <a:srgbClr val="A4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298448"/>
            <a:ext cx="9555480" cy="10789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4283C"/>
                </a:solidFill>
                <a:latin typeface="Noto Sans JP"/>
              </a:rPr>
              <a:t>リロ　</a:t>
            </a:r>
            <a:r>
              <a:rPr sz="1650" b="1">
                <a:solidFill>
                  <a:srgbClr val="333A46"/>
                </a:solidFill>
                <a:latin typeface="Noto Sans JP"/>
              </a:rPr>
              <a:t>先生、メールで届く請求書…毎回ダウンロードして手で保存してるんですけど、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333A46"/>
                </a:solidFill>
                <a:latin typeface="Noto Sans JP"/>
              </a:rPr>
              <a:t>正直、地味にしんどいです…</a:t>
            </a:r>
          </a:p>
        </p:txBody>
      </p:sp>
      <p:pic>
        <p:nvPicPr>
          <p:cNvPr id="13" name="Picture 12" descr="chara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761488"/>
            <a:ext cx="981403" cy="151790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2907792"/>
            <a:ext cx="9829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9957816" y="3401568"/>
            <a:ext cx="256032" cy="237744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9464040" cy="107899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Noto Sans JP"/>
              </a:rPr>
              <a:t>はる先生　</a:t>
            </a:r>
            <a:r>
              <a:rPr sz="1650" b="1">
                <a:solidFill>
                  <a:srgbClr val="333A46"/>
                </a:solidFill>
                <a:latin typeface="Noto Sans JP"/>
              </a:rPr>
              <a:t>あるあるだね。それ、Power Automate で “自動保存” にすると、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333A46"/>
                </a:solidFill>
                <a:latin typeface="Noto Sans JP"/>
              </a:rPr>
              <a:t>もう自分で触らなくてよくなるよ。</a:t>
            </a:r>
          </a:p>
        </p:txBody>
      </p:sp>
      <p:pic>
        <p:nvPicPr>
          <p:cNvPr id="17" name="Picture 16" descr="riro_ha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443984"/>
            <a:ext cx="1488519" cy="14813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965960" y="4608576"/>
            <a:ext cx="9921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856231" y="5038344"/>
            <a:ext cx="256032" cy="23774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4681728"/>
            <a:ext cx="9555480" cy="950976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Noto Sans JP"/>
              </a:rPr>
              <a:t>リロ　</a:t>
            </a:r>
            <a:r>
              <a:rPr sz="1650" b="1">
                <a:solidFill>
                  <a:srgbClr val="333A46"/>
                </a:solidFill>
                <a:latin typeface="Noto Sans JP"/>
              </a:rPr>
              <a:t>えっ、やってみたいです！ どう作るんですか？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053328"/>
            <a:ext cx="146304" cy="8046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053328"/>
            <a:ext cx="11521440" cy="804672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Noto Sans JP"/>
              </a:rPr>
              <a:t>→ 実際のフロー（作り方）は </a:t>
            </a:r>
            <a:r>
              <a:rPr sz="1700" b="1">
                <a:solidFill>
                  <a:srgbClr val="7DB0FF"/>
                </a:solidFill>
                <a:latin typeface="Noto Sans JP"/>
              </a:rPr>
              <a:t>次の1枚</a:t>
            </a:r>
            <a:r>
              <a:rPr sz="1700" b="1">
                <a:solidFill>
                  <a:srgbClr val="FFFFFF"/>
                </a:solidFill>
                <a:latin typeface="Noto Sans JP"/>
              </a:rPr>
              <a:t> で公開！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