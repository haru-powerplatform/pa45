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5" name="図 24" descr="テキスト, 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BF7A204-341A-DED3-246D-3079B2935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278" y="4497643"/>
            <a:ext cx="2354822" cy="5743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E93E983-7266-A1E4-2291-EC680C1A3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454" y="4389383"/>
            <a:ext cx="2279430" cy="22040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DEAD01F-B127-A480-F212-BAC47E7BF94E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５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】Apply to each 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が「勝手に出てくる」問題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133DC9C-2478-C48B-195B-2125A1CA7C2E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1A2B364-2F4C-D4C0-7078-176BCC173923}"/>
              </a:ext>
            </a:extLst>
          </p:cNvPr>
          <p:cNvSpPr txBox="1"/>
          <p:nvPr/>
        </p:nvSpPr>
        <p:spPr>
          <a:xfrm>
            <a:off x="1534836" y="558274"/>
            <a:ext cx="10484631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600" b="1">
                <a:solidFill>
                  <a:schemeClr val="tx1">
                    <a:lumMod val="65000"/>
                    <a:lumOff val="35000"/>
                  </a:schemeClr>
                </a:solidFill>
              </a:rPr>
              <a:t>なぜ出てこない時と、出てくる時がある？</a:t>
            </a:r>
            <a:endParaRPr lang="en-US" altLang="ja-JP" sz="36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785A01D-E639-F706-B749-D8B880FA08AA}"/>
              </a:ext>
            </a:extLst>
          </p:cNvPr>
          <p:cNvSpPr txBox="1"/>
          <p:nvPr/>
        </p:nvSpPr>
        <p:spPr>
          <a:xfrm>
            <a:off x="54428" y="3077416"/>
            <a:ext cx="6459917" cy="58477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✅単一データ→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1742E282-BCCD-42D8-CF80-3588CAEC5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968" y="59109"/>
            <a:ext cx="1165032" cy="1165032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C0372C-F283-E906-A7BE-41A6C076CC94}"/>
              </a:ext>
            </a:extLst>
          </p:cNvPr>
          <p:cNvSpPr txBox="1"/>
          <p:nvPr/>
        </p:nvSpPr>
        <p:spPr>
          <a:xfrm>
            <a:off x="130385" y="3583269"/>
            <a:ext cx="3380444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{ "Title": "A" }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EB3F53-D728-197D-6933-B54C3C7EB3E9}"/>
              </a:ext>
            </a:extLst>
          </p:cNvPr>
          <p:cNvSpPr txBox="1"/>
          <p:nvPr/>
        </p:nvSpPr>
        <p:spPr>
          <a:xfrm>
            <a:off x="6103084" y="3084328"/>
            <a:ext cx="544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✅複数データ→</a:t>
            </a:r>
            <a:r>
              <a:rPr lang="en-US" altLang="ja-JP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32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32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F636A8-D560-B2ED-6FDA-836FEBDF83F4}"/>
              </a:ext>
            </a:extLst>
          </p:cNvPr>
          <p:cNvSpPr txBox="1"/>
          <p:nvPr/>
        </p:nvSpPr>
        <p:spPr>
          <a:xfrm>
            <a:off x="6249980" y="3534952"/>
            <a:ext cx="3609102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  <a:highlight>
                  <a:srgbClr val="FFFF00"/>
                </a:highlight>
              </a:rPr>
              <a:t> [ {A}, {B}, {C} ] </a:t>
            </a:r>
          </a:p>
        </p:txBody>
      </p:sp>
      <p:pic>
        <p:nvPicPr>
          <p:cNvPr id="15" name="図 1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7655D36-F511-61F6-FAE2-2946C8EBD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3569" y="4699785"/>
            <a:ext cx="2520615" cy="11216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図 17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5EABF29-D602-1D7A-AC03-A06DF237B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09" y="4695756"/>
            <a:ext cx="2214749" cy="1129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AEE99A6-42EA-28C8-9D12-2DE831B194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661" y="4510532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CC00ADD-1DB0-F10D-EA53-79B9854F8AB7}"/>
              </a:ext>
            </a:extLst>
          </p:cNvPr>
          <p:cNvCxnSpPr>
            <a:cxnSpLocks/>
          </p:cNvCxnSpPr>
          <p:nvPr/>
        </p:nvCxnSpPr>
        <p:spPr>
          <a:xfrm>
            <a:off x="6024154" y="3077416"/>
            <a:ext cx="0" cy="3611621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図 2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3C9384D-4849-46DF-1912-99B44C34C1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6659" y="5092687"/>
            <a:ext cx="1903468" cy="11685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81D8D344-4F13-0C51-54D0-8A616CEF70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292" b="94792" l="8696" r="86957">
                        <a14:foregroundMark x1="50000" y1="8333" x2="28261" y2="26042"/>
                        <a14:foregroundMark x1="28261" y1="26042" x2="36957" y2="77083"/>
                        <a14:foregroundMark x1="36957" y1="77083" x2="73913" y2="44792"/>
                        <a14:foregroundMark x1="73913" y1="44792" x2="71739" y2="7292"/>
                        <a14:foregroundMark x1="71739" y1="7292" x2="50000" y2="7292"/>
                        <a14:foregroundMark x1="73913" y1="73958" x2="54348" y2="88542"/>
                        <a14:foregroundMark x1="54348" y1="88542" x2="26087" y2="80208"/>
                        <a14:foregroundMark x1="26087" y1="80208" x2="26087" y2="73958"/>
                        <a14:foregroundMark x1="43478" y1="94792" x2="60870" y2="9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78231" y="4655351"/>
            <a:ext cx="467018" cy="9746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5AB66E-47EB-877C-1AE2-7AE74B971302}"/>
              </a:ext>
            </a:extLst>
          </p:cNvPr>
          <p:cNvSpPr txBox="1"/>
          <p:nvPr/>
        </p:nvSpPr>
        <p:spPr>
          <a:xfrm>
            <a:off x="3184914" y="3777351"/>
            <a:ext cx="31050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オブジェクト型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201A7A-949C-220F-F16E-33DA16930E8D}"/>
              </a:ext>
            </a:extLst>
          </p:cNvPr>
          <p:cNvSpPr txBox="1"/>
          <p:nvPr/>
        </p:nvSpPr>
        <p:spPr>
          <a:xfrm>
            <a:off x="130385" y="1376888"/>
            <a:ext cx="11049715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  <a:effectLst>
            <a:glow rad="50800">
              <a:schemeClr val="tx1">
                <a:lumMod val="65000"/>
                <a:lumOff val="35000"/>
                <a:alpha val="91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【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結論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】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使用する動的コンテンツの内部データ（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JSON)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が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{ }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は単一データなので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は出ない。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[ ]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のときだけ “配列” と判断して </a:t>
            </a:r>
            <a:r>
              <a:rPr lang="en-US" altLang="ja-JP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Apply </a:t>
            </a:r>
            <a:r>
              <a:rPr lang="ja-JP" altLang="en-US" sz="3200" b="1">
                <a:solidFill>
                  <a:schemeClr val="tx1">
                    <a:lumMod val="65000"/>
                    <a:lumOff val="35000"/>
                  </a:schemeClr>
                </a:solidFill>
              </a:rPr>
              <a:t>を自動で付ける。</a:t>
            </a:r>
            <a:endParaRPr lang="en-US" altLang="ja-JP" sz="32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9AA2DF1-B8E3-B7ED-C505-65BBE5AD873E}"/>
              </a:ext>
            </a:extLst>
          </p:cNvPr>
          <p:cNvSpPr txBox="1"/>
          <p:nvPr/>
        </p:nvSpPr>
        <p:spPr>
          <a:xfrm>
            <a:off x="9486109" y="3750724"/>
            <a:ext cx="1972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アレイ型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6A26C3C-9FCA-9FC2-F276-D7935E4E950A}"/>
              </a:ext>
            </a:extLst>
          </p:cNvPr>
          <p:cNvSpPr txBox="1"/>
          <p:nvPr/>
        </p:nvSpPr>
        <p:spPr>
          <a:xfrm>
            <a:off x="3006518" y="6080122"/>
            <a:ext cx="3017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Apply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出ない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2CB6AF1-92A8-513D-4704-3CA2E31D4291}"/>
              </a:ext>
            </a:extLst>
          </p:cNvPr>
          <p:cNvSpPr txBox="1"/>
          <p:nvPr/>
        </p:nvSpPr>
        <p:spPr>
          <a:xfrm>
            <a:off x="8689791" y="6123571"/>
            <a:ext cx="2338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Apply 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出る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61" name="図 60" descr="部屋, 時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F8F0A2A-3BB0-D050-853A-45B289720B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950" y="1860882"/>
            <a:ext cx="1152623" cy="1364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