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Vol.17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【スケジュール × Excel × Teams】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第17回：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締切が近いタスクを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毎朝Teamsに自動でお知らせ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スケジュール実行でExcelの締切を毎朝チェックして自動通知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締切管理が手作業の方／毎朝の確認を自動化したい方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