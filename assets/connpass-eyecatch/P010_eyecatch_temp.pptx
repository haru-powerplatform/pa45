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Vol.10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Forms × SPO × 承認 × 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第10回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総復習回｜4回分のフローを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1本につなげて使い切ろう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SPO × 承認 × Teams｜申請→登録→承認→通知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Automate初心者・第6〜9回の総復習をしたい方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