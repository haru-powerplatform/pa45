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47C8B1-0CC8-E521-8E7A-C12BDF45C3B7}"/>
              </a:ext>
            </a:extLst>
          </p:cNvPr>
          <p:cNvSpPr txBox="1"/>
          <p:nvPr/>
        </p:nvSpPr>
        <p:spPr>
          <a:xfrm>
            <a:off x="45134" y="1682276"/>
            <a:ext cx="65898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開発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タブクリック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(Word)</a:t>
            </a: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 変数を代入したい文字列を選択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テキストコンテンツコントロールを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プロパティをクリック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⑤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で側と同じ変数名を入力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DF793D-82D2-0C14-AD67-A7AFB588CDDC}"/>
              </a:ext>
            </a:extLst>
          </p:cNvPr>
          <p:cNvSpPr txBox="1"/>
          <p:nvPr/>
        </p:nvSpPr>
        <p:spPr>
          <a:xfrm>
            <a:off x="201885" y="141018"/>
            <a:ext cx="5894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4848852-4D7D-5775-FA1D-93260237A1A3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60ED83-C9BA-381E-9820-45973D6D6CD7}"/>
              </a:ext>
            </a:extLst>
          </p:cNvPr>
          <p:cNvSpPr txBox="1"/>
          <p:nvPr/>
        </p:nvSpPr>
        <p:spPr>
          <a:xfrm>
            <a:off x="555823" y="774519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Word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への変数受け渡し手順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416481C-6788-FA64-A800-3BC35CEA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0" r="3723"/>
          <a:stretch>
            <a:fillRect/>
          </a:stretch>
        </p:blipFill>
        <p:spPr>
          <a:xfrm>
            <a:off x="6634940" y="1346465"/>
            <a:ext cx="5239197" cy="4998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E0437F0-F82F-5731-6711-85A68C679CC4}"/>
              </a:ext>
            </a:extLst>
          </p:cNvPr>
          <p:cNvSpPr/>
          <p:nvPr/>
        </p:nvSpPr>
        <p:spPr>
          <a:xfrm>
            <a:off x="8234340" y="1363227"/>
            <a:ext cx="452460" cy="33581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C4418C8-9FE9-8B6F-887E-613CF3755A2B}"/>
              </a:ext>
            </a:extLst>
          </p:cNvPr>
          <p:cNvSpPr/>
          <p:nvPr/>
        </p:nvSpPr>
        <p:spPr>
          <a:xfrm>
            <a:off x="7781879" y="4406872"/>
            <a:ext cx="1629909" cy="41332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3C6154-516A-14BE-AC83-3569B73EAD01}"/>
              </a:ext>
            </a:extLst>
          </p:cNvPr>
          <p:cNvSpPr/>
          <p:nvPr/>
        </p:nvSpPr>
        <p:spPr>
          <a:xfrm>
            <a:off x="7114090" y="1658936"/>
            <a:ext cx="331739" cy="20252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B53C4A6-B55E-3C80-F2FA-4D7E3FC35E42}"/>
              </a:ext>
            </a:extLst>
          </p:cNvPr>
          <p:cNvSpPr/>
          <p:nvPr/>
        </p:nvSpPr>
        <p:spPr>
          <a:xfrm>
            <a:off x="9633857" y="5410274"/>
            <a:ext cx="1809206" cy="40922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0FBA4159-F770-DD26-9C8F-90668B06836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7174785" y="2984823"/>
            <a:ext cx="2707834" cy="136264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9B431744-08D1-76AB-3A98-D24E70FA826C}"/>
              </a:ext>
            </a:extLst>
          </p:cNvPr>
          <p:cNvCxnSpPr>
            <a:cxnSpLocks/>
            <a:stCxn id="7" idx="1"/>
            <a:endCxn id="9" idx="2"/>
          </p:cNvCxnSpPr>
          <p:nvPr/>
        </p:nvCxnSpPr>
        <p:spPr>
          <a:xfrm rot="10800000">
            <a:off x="7279961" y="1861457"/>
            <a:ext cx="501919" cy="2752076"/>
          </a:xfrm>
          <a:prstGeom prst="bentConnector2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C287AC10-A6D1-755F-2A9B-C23D7C0B0D84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7445829" y="1760197"/>
            <a:ext cx="608427" cy="312061"/>
          </a:xfrm>
          <a:prstGeom prst="bentConnector4">
            <a:avLst>
              <a:gd name="adj1" fmla="val 28512"/>
              <a:gd name="adj2" fmla="val 173255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6CBC53F6-BE3D-FE72-71D4-D4976FFC4D81}"/>
              </a:ext>
            </a:extLst>
          </p:cNvPr>
          <p:cNvSpPr/>
          <p:nvPr/>
        </p:nvSpPr>
        <p:spPr>
          <a:xfrm>
            <a:off x="7792780" y="1817150"/>
            <a:ext cx="522951" cy="255108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2E136962-B197-6767-3A7F-D6052DE25141}"/>
              </a:ext>
            </a:extLst>
          </p:cNvPr>
          <p:cNvCxnSpPr>
            <a:cxnSpLocks/>
            <a:stCxn id="31" idx="0"/>
            <a:endCxn id="13" idx="0"/>
          </p:cNvCxnSpPr>
          <p:nvPr/>
        </p:nvCxnSpPr>
        <p:spPr>
          <a:xfrm rot="16200000" flipH="1">
            <a:off x="7499796" y="2371610"/>
            <a:ext cx="3593124" cy="2484204"/>
          </a:xfrm>
          <a:prstGeom prst="bentConnector3">
            <a:avLst>
              <a:gd name="adj1" fmla="val -19268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03C61C5-A386-9FCC-5CF7-756AE2445859}"/>
              </a:ext>
            </a:extLst>
          </p:cNvPr>
          <p:cNvSpPr txBox="1"/>
          <p:nvPr/>
        </p:nvSpPr>
        <p:spPr>
          <a:xfrm>
            <a:off x="8636556" y="158375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5947697-A33C-0A55-C9BF-C3531B643D4C}"/>
              </a:ext>
            </a:extLst>
          </p:cNvPr>
          <p:cNvSpPr txBox="1"/>
          <p:nvPr/>
        </p:nvSpPr>
        <p:spPr>
          <a:xfrm>
            <a:off x="9201196" y="410580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②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ED916CE-9127-4A89-9ECB-5A75CFB1C2AC}"/>
              </a:ext>
            </a:extLst>
          </p:cNvPr>
          <p:cNvSpPr txBox="1"/>
          <p:nvPr/>
        </p:nvSpPr>
        <p:spPr>
          <a:xfrm>
            <a:off x="6601272" y="1500332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③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503D5B5-41A1-A4A5-E53D-D51F626405AE}"/>
              </a:ext>
            </a:extLst>
          </p:cNvPr>
          <p:cNvSpPr txBox="1"/>
          <p:nvPr/>
        </p:nvSpPr>
        <p:spPr>
          <a:xfrm>
            <a:off x="7672059" y="1423455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④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534210C-D9DF-4EEF-159E-1FB95E74D05B}"/>
              </a:ext>
            </a:extLst>
          </p:cNvPr>
          <p:cNvSpPr txBox="1"/>
          <p:nvPr/>
        </p:nvSpPr>
        <p:spPr>
          <a:xfrm>
            <a:off x="10992762" y="5016579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⑤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0A48FCE4-552C-2502-E6F4-6042A8F6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92" y="3882878"/>
            <a:ext cx="609057" cy="487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EA6AA09A-9D6A-B14B-8B24-18617FE6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78" y="4846283"/>
            <a:ext cx="1206849" cy="476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2AB2F5A7-AB8A-ED13-3A54-EB5130664E16}"/>
              </a:ext>
            </a:extLst>
          </p:cNvPr>
          <p:cNvCxnSpPr/>
          <p:nvPr/>
        </p:nvCxnSpPr>
        <p:spPr>
          <a:xfrm>
            <a:off x="3151311" y="3990703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965D9158-6431-F759-F40A-F75D3281C42B}"/>
              </a:ext>
            </a:extLst>
          </p:cNvPr>
          <p:cNvCxnSpPr/>
          <p:nvPr/>
        </p:nvCxnSpPr>
        <p:spPr>
          <a:xfrm>
            <a:off x="4405178" y="501657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F084B074-6875-434B-2186-AAC3959B6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609" y="2008290"/>
            <a:ext cx="656781" cy="3997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7244F36-8FCB-08CA-FCBE-E89FE5EBBF21}"/>
              </a:ext>
            </a:extLst>
          </p:cNvPr>
          <p:cNvCxnSpPr/>
          <p:nvPr/>
        </p:nvCxnSpPr>
        <p:spPr>
          <a:xfrm>
            <a:off x="5325266" y="2140280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ECFF032-CF06-6530-0DF0-6007E39C3E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7713" y="59482"/>
            <a:ext cx="915820" cy="96214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3" name="図 5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CC8126B-92AC-54C4-432D-BA269AD8D9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10822249" y="468146"/>
            <a:ext cx="1219914" cy="129205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4" name="図 5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259786B-2CBD-425C-10E2-4DDAD3DFF9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8861706" y="217054"/>
            <a:ext cx="915820" cy="7201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ECE1484C-0AA9-6837-075C-FFB91D926034}"/>
              </a:ext>
            </a:extLst>
          </p:cNvPr>
          <p:cNvCxnSpPr>
            <a:cxnSpLocks/>
          </p:cNvCxnSpPr>
          <p:nvPr/>
        </p:nvCxnSpPr>
        <p:spPr>
          <a:xfrm>
            <a:off x="7792780" y="500445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585250C-D48D-C8A3-D00E-EBB66926A513}"/>
              </a:ext>
            </a:extLst>
          </p:cNvPr>
          <p:cNvCxnSpPr>
            <a:cxnSpLocks/>
          </p:cNvCxnSpPr>
          <p:nvPr/>
        </p:nvCxnSpPr>
        <p:spPr>
          <a:xfrm>
            <a:off x="9964480" y="533102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図 5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DD4C852-2A38-3102-361E-19F3CCA0AE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1513" y="6144161"/>
            <a:ext cx="3095564" cy="530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852C3FE-F321-3B23-CD4D-3F75F26B89C8}"/>
              </a:ext>
            </a:extLst>
          </p:cNvPr>
          <p:cNvCxnSpPr/>
          <p:nvPr/>
        </p:nvCxnSpPr>
        <p:spPr>
          <a:xfrm>
            <a:off x="2691743" y="627750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