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4" r:id="rId10"/>
    <p:sldId id="272" r:id="rId11"/>
    <p:sldId id="268" r:id="rId12"/>
    <p:sldId id="269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1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26" Type="http://schemas.openxmlformats.org/officeDocument/2006/relationships/image" Target="../media/image41.png"/><Relationship Id="rId3" Type="http://schemas.openxmlformats.org/officeDocument/2006/relationships/image" Target="../media/image18.png"/><Relationship Id="rId21" Type="http://schemas.openxmlformats.org/officeDocument/2006/relationships/image" Target="../media/image36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5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24" Type="http://schemas.openxmlformats.org/officeDocument/2006/relationships/image" Target="../media/image39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23" Type="http://schemas.openxmlformats.org/officeDocument/2006/relationships/image" Target="../media/image38.png"/><Relationship Id="rId28" Type="http://schemas.openxmlformats.org/officeDocument/2006/relationships/image" Target="../media/image43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31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Relationship Id="rId22" Type="http://schemas.openxmlformats.org/officeDocument/2006/relationships/image" Target="../media/image37.png"/><Relationship Id="rId27" Type="http://schemas.openxmlformats.org/officeDocument/2006/relationships/image" Target="../media/image42.png"/><Relationship Id="rId30" Type="http://schemas.openxmlformats.org/officeDocument/2006/relationships/image" Target="../media/image4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9.png"/><Relationship Id="rId20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1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7.png"/><Relationship Id="rId4" Type="http://schemas.openxmlformats.org/officeDocument/2006/relationships/image" Target="../media/image82.png"/><Relationship Id="rId9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Teams</a:t>
            </a:r>
            <a:r>
              <a:rPr kumimoji="1" lang="ja-JP" altLang="en-US" sz="4000"/>
              <a:t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Vol.8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ja-JP" altLang="en-US" sz="32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</a:t>
            </a:r>
            <a:r>
              <a:rPr lang="ja-JP" altLang="en-US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Compose × 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第8回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： 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申請承認フローを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Teamsで作ろう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Approvals × Teams｜承認フローの基本パターン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Automate初心者・承認業務を自動化したい方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（プログラミング知識ゼロで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PA45｜第8回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承認依頼を上司に送る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「開始して承認を待機」アクションで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承認/拒否を上司に依頼します。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承認結果に応じてTeamsで通知する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→ Approvals → Teamsで承認フローが完成！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PA45｜第8回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9"/>
            <a:ext cx="3973286" cy="4104162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③「開始して承認を待機」で上司に承認依頼を送り、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④承認結果（Approve/Reject）で条件分岐してTeamsで申請者に通知するフロー。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2" name="図 11" descr="The image depicts a user interface with a dialogue box, showing steps for submitting a new response, obtaining detailed cost information, and awaiting approval from a supervisor.&#10;&#10;AI 生成コンテンツは誤りを含む可能性があります。">
            <a:extLst>
              <a:ext uri="{FF2B5EF4-FFF2-40B4-BE49-F238E27FC236}">
                <a16:creationId xmlns:a16="http://schemas.microsoft.com/office/drawing/2014/main" id="{3E6630DE-036E-A137-BB8D-3B6889FA8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100" y="2017875"/>
            <a:ext cx="2085990" cy="325757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図 14" descr="The image displays a flowchart with decision branches, indicating a process for approving or rejecting messages based on certain conditions, followed by notifications to the requester.&#10;&#10;AI 生成コンテンツは誤りを含む可能性があります。">
            <a:extLst>
              <a:ext uri="{FF2B5EF4-FFF2-40B4-BE49-F238E27FC236}">
                <a16:creationId xmlns:a16="http://schemas.microsoft.com/office/drawing/2014/main" id="{0A496CAA-10CA-2625-8307-AD86EA5E8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690" y="2648639"/>
            <a:ext cx="3950113" cy="27234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PA45｜第8回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5" name="図 14" descr="The image depicts a user interface with a dialogue box, showing steps for submitting a new response, obtaining detailed cost information, and awaiting approval from a supervisor.&#10;&#10;AI 生成コンテンツは誤りを含む可能性があります。">
            <a:extLst>
              <a:ext uri="{FF2B5EF4-FFF2-40B4-BE49-F238E27FC236}">
                <a16:creationId xmlns:a16="http://schemas.microsoft.com/office/drawing/2014/main" id="{35AE861C-8197-5C83-2921-F09023E6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61" y="1877263"/>
            <a:ext cx="2623902" cy="40976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98856" y="4698504"/>
            <a:ext cx="2623902" cy="1276360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 descr="The image is a Japanese language web page interface for submitting an expense request, with fields for approval request, title, user search, and details including request content, amount, and reason.&#10;&#10;AI 生成コンテンツは誤りを含む可能性があります。">
            <a:extLst>
              <a:ext uri="{FF2B5EF4-FFF2-40B4-BE49-F238E27FC236}">
                <a16:creationId xmlns:a16="http://schemas.microsoft.com/office/drawing/2014/main" id="{80851CBC-6CCA-A916-ED75-20FD89A5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295" y="1807069"/>
            <a:ext cx="5137557" cy="40585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PA45｜第8回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Vol.8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「開始して承認を待機」は結果が返るまで止まる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承認/拒否されるまで次のアクションは動かず、結果（outcome）が返ってきます。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非同期処理を体験する重要なアクションです。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outcome は Approve / Reject の英語固定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条件分岐で日本語と比較するとマッチしません。英語で書きましょう。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今日作ったフローが、あなたの最初の「承認自動化」です。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経費申請の承認自動化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経費申請フォームに回答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→上司にTeams承認依頼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→開始して承認を待機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→申請者にTeams結果通知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有給申請の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有給申請フォーム受信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→マネージャーに承認依頼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→開始して承認を待機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→本人にTeams結果通知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873167" y="2215734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備品購入の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承認自動化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備品購入申請受信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→部長に承認依頼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→開始して承認を待機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→発注担当にTeams通知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Approvals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承認フロー自動化の基本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PA45｜第8回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2150</TotalTime>
  <Words>1298</Words>
  <Application>Microsoft Office PowerPoint</Application>
  <PresentationFormat>ワイド画面</PresentationFormat>
  <Paragraphs>325</Paragraphs>
  <Slides>12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2026-04-28T05:45:04Z</dcterms:modified>
</cp:coreProperties>
</file>