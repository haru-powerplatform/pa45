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9" r:id="rId2"/>
    <p:sldId id="285" r:id="rId3"/>
    <p:sldId id="259" r:id="rId4"/>
    <p:sldId id="257" r:id="rId5"/>
    <p:sldId id="256" r:id="rId6"/>
    <p:sldId id="271" r:id="rId7"/>
    <p:sldId id="261" r:id="rId8"/>
    <p:sldId id="280" r:id="rId9"/>
    <p:sldId id="282" r:id="rId10"/>
    <p:sldId id="284" r:id="rId11"/>
    <p:sldId id="272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58AFA-D1AA-4A9A-9800-8FBA641FEB0E}" v="1" dt="2026-04-28T05:42:15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86" d="100"/>
          <a:sy n="86" d="100"/>
        </p:scale>
        <p:origin x="5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28T05:44:53.299" v="713" actId="14100"/>
      <pc:docMkLst>
        <pc:docMk/>
      </pc:docMkLst>
      <pc:sldChg chg="modSp mod">
        <pc:chgData name="Ueda Isamu" userId="35289799e0376f2e" providerId="LiveId" clId="{DD31E282-B62B-4911-91B6-43B1B98908F9}" dt="2026-04-28T05:44:19.288" v="709" actId="1076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28T05:43:48.753" v="697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23.458" v="686" actId="14100"/>
          <ac:spMkLst>
            <pc:docMk/>
            <pc:sldMk cId="0" sldId="268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0.382" v="705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41.371" v="694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7.038" v="708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9.288" v="709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3.850" v="707" actId="1076"/>
          <ac:spMkLst>
            <pc:docMk/>
            <pc:sldMk cId="0" sldId="268"/>
            <ac:spMk id="27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57.940" v="702" actId="14100"/>
          <ac:spMkLst>
            <pc:docMk/>
            <pc:sldMk cId="0" sldId="268"/>
            <ac:spMk id="3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51.722" v="698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2.771" v="706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  <pc:picChg chg="mod">
          <ac:chgData name="Ueda Isamu" userId="35289799e0376f2e" providerId="LiveId" clId="{DD31E282-B62B-4911-91B6-43B1B98908F9}" dt="2026-04-28T05:43:41.371" v="694" actId="1076"/>
          <ac:picMkLst>
            <pc:docMk/>
            <pc:sldMk cId="0" sldId="268"/>
            <ac:picMk id="18" creationId="{00000000-0000-0000-0000-000000000000}"/>
          </ac:picMkLst>
        </pc:picChg>
      </pc:sldChg>
      <pc:sldChg chg="modSp mod">
        <pc:chgData name="Ueda Isamu" userId="35289799e0376f2e" providerId="LiveId" clId="{DD31E282-B62B-4911-91B6-43B1B98908F9}" dt="2026-04-28T05:44:29.094" v="711" actId="1076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28T05:44:29.094" v="711" actId="1076"/>
          <ac:spMkLst>
            <pc:docMk/>
            <pc:sldMk cId="0" sldId="269"/>
            <ac:spMk id="15" creationId="{59D5E270-E6AD-E457-0DD1-D6D69BCDC2F3}"/>
          </ac:spMkLst>
        </pc:spChg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  <pc:picChg chg="mod">
          <ac:chgData name="Ueda Isamu" userId="35289799e0376f2e" providerId="LiveId" clId="{DD31E282-B62B-4911-91B6-43B1B98908F9}" dt="2026-04-28T05:44:26.522" v="710" actId="14100"/>
          <ac:picMkLst>
            <pc:docMk/>
            <pc:sldMk cId="0" sldId="269"/>
            <ac:picMk id="11" creationId="{00000000-0000-0000-0000-000000000000}"/>
          </ac:picMkLst>
        </pc:picChg>
      </pc:sldChg>
      <pc:sldChg chg="modSp mod">
        <pc:chgData name="Ueda Isamu" userId="35289799e0376f2e" providerId="LiveId" clId="{DD31E282-B62B-4911-91B6-43B1B98908F9}" dt="2026-04-28T05:44:40.569" v="712" actId="2057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28T05:44:40.569" v="712" actId="2057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mod">
        <pc:chgData name="Ueda Isamu" userId="35289799e0376f2e" providerId="LiveId" clId="{DD31E282-B62B-4911-91B6-43B1B98908F9}" dt="2026-04-28T05:44:53.299" v="713" actId="14100"/>
        <pc:sldMkLst>
          <pc:docMk/>
          <pc:sldMk cId="0" sldId="280"/>
        </pc:sldMkLst>
        <pc:spChg chg="mod">
          <ac:chgData name="Ueda Isamu" userId="35289799e0376f2e" providerId="LiveId" clId="{DD31E282-B62B-4911-91B6-43B1B98908F9}" dt="2026-04-28T05:41:40.549" v="656" actId="962"/>
          <ac:spMkLst>
            <pc:docMk/>
            <pc:sldMk cId="0" sldId="280"/>
            <ac:spMk id="13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53.299" v="713" actId="14100"/>
          <ac:spMkLst>
            <pc:docMk/>
            <pc:sldMk cId="0" sldId="280"/>
            <ac:spMk id="44" creationId="{F9B91B76-7920-EE96-CB51-D8B32827C982}"/>
          </ac:spMkLst>
        </pc:spChg>
        <pc:spChg chg="mod">
          <ac:chgData name="Ueda Isamu" userId="35289799e0376f2e" providerId="LiveId" clId="{DD31E282-B62B-4911-91B6-43B1B98908F9}" dt="2026-04-28T05:40:39.439" v="649" actId="20577"/>
          <ac:spMkLst>
            <pc:docMk/>
            <pc:sldMk cId="0" sldId="280"/>
            <ac:spMk id="51" creationId="{F34FF253-528E-97DF-BF89-4A55B2E7EBC4}"/>
          </ac:spMkLst>
        </pc:spChg>
        <pc:picChg chg="del">
          <ac:chgData name="Ueda Isamu" userId="35289799e0376f2e" providerId="LiveId" clId="{DD31E282-B62B-4911-91B6-43B1B98908F9}" dt="2026-04-28T05:40:34.040" v="647" actId="478"/>
          <ac:picMkLst>
            <pc:docMk/>
            <pc:sldMk cId="0" sldId="280"/>
            <ac:picMk id="11" creationId="{F68FB933-EA39-0DBF-9AF9-8148DEDB9C4B}"/>
          </ac:picMkLst>
        </pc:picChg>
        <pc:picChg chg="add mod">
          <ac:chgData name="Ueda Isamu" userId="35289799e0376f2e" providerId="LiveId" clId="{DD31E282-B62B-4911-91B6-43B1B98908F9}" dt="2026-04-28T05:41:40.549" v="655" actId="27614"/>
          <ac:picMkLst>
            <pc:docMk/>
            <pc:sldMk cId="0" sldId="280"/>
            <ac:picMk id="12" creationId="{3E6630DE-036E-A137-BB8D-3B6889FA8E99}"/>
          </ac:picMkLst>
        </pc:picChg>
        <pc:picChg chg="add mod">
          <ac:chgData name="Ueda Isamu" userId="35289799e0376f2e" providerId="LiveId" clId="{DD31E282-B62B-4911-91B6-43B1B98908F9}" dt="2026-04-28T05:42:04.299" v="664" actId="14100"/>
          <ac:picMkLst>
            <pc:docMk/>
            <pc:sldMk cId="0" sldId="280"/>
            <ac:picMk id="15" creationId="{0A496CAA-10CA-2625-8307-AD86EA5E849F}"/>
          </ac:picMkLst>
        </pc:picChg>
        <pc:picChg chg="del">
          <ac:chgData name="Ueda Isamu" userId="35289799e0376f2e" providerId="LiveId" clId="{DD31E282-B62B-4911-91B6-43B1B98908F9}" dt="2026-04-28T05:40:34.591" v="648" actId="478"/>
          <ac:picMkLst>
            <pc:docMk/>
            <pc:sldMk cId="0" sldId="280"/>
            <ac:picMk id="43" creationId="{C2A29B6F-3C93-A1C3-76A2-A2F9DE2BAF70}"/>
          </ac:picMkLst>
        </pc:picChg>
      </pc:sldChg>
      <pc:sldChg chg="addSp delSp modSp add del mod">
        <pc:chgData name="Ueda Isamu" userId="35289799e0376f2e" providerId="LiveId" clId="{DD31E282-B62B-4911-91B6-43B1B98908F9}" dt="2026-04-28T05:43:04.861" v="683" actId="47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</pc:sldChg>
      <pc:sldChg chg="addSp delSp modSp add mod ord">
        <pc:chgData name="Ueda Isamu" userId="35289799e0376f2e" providerId="LiveId" clId="{DD31E282-B62B-4911-91B6-43B1B98908F9}" dt="2026-04-28T05:43:02.947" v="682" actId="27614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 ord">
          <ac:chgData name="Ueda Isamu" userId="35289799e0376f2e" providerId="LiveId" clId="{DD31E282-B62B-4911-91B6-43B1B98908F9}" dt="2026-04-28T05:42:28.090" v="672" actId="14100"/>
          <ac:spMkLst>
            <pc:docMk/>
            <pc:sldMk cId="3861659691" sldId="282"/>
            <ac:spMk id="10" creationId="{5E06D86B-F8D9-20E7-3D67-0EF3882034F2}"/>
          </ac:spMkLst>
        </pc:spChg>
        <pc:spChg chg="add del mod">
          <ac:chgData name="Ueda Isamu" userId="35289799e0376f2e" providerId="LiveId" clId="{DD31E282-B62B-4911-91B6-43B1B98908F9}" dt="2026-04-28T05:42:30.118" v="675" actId="478"/>
          <ac:spMkLst>
            <pc:docMk/>
            <pc:sldMk cId="3861659691" sldId="282"/>
            <ac:spMk id="12" creationId="{B61745D9-8D46-A514-CF17-682EE8BDCFC1}"/>
          </ac:spMkLst>
        </pc:spChg>
        <pc:picChg chg="del">
          <ac:chgData name="Ueda Isamu" userId="35289799e0376f2e" providerId="LiveId" clId="{DD31E282-B62B-4911-91B6-43B1B98908F9}" dt="2026-04-28T05:40:48.240" v="650" actId="478"/>
          <ac:picMkLst>
            <pc:docMk/>
            <pc:sldMk cId="3861659691" sldId="282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28T05:40:48.724" v="651" actId="478"/>
          <ac:picMkLst>
            <pc:docMk/>
            <pc:sldMk cId="3861659691" sldId="282"/>
            <ac:picMk id="14" creationId="{A872EEC3-0079-B857-A352-13B0525469F2}"/>
          </ac:picMkLst>
        </pc:picChg>
        <pc:picChg chg="add mod">
          <ac:chgData name="Ueda Isamu" userId="35289799e0376f2e" providerId="LiveId" clId="{DD31E282-B62B-4911-91B6-43B1B98908F9}" dt="2026-04-28T05:42:18.290" v="668" actId="1076"/>
          <ac:picMkLst>
            <pc:docMk/>
            <pc:sldMk cId="3861659691" sldId="282"/>
            <ac:picMk id="15" creationId="{35AE861C-8197-5C83-2921-F09023E68B00}"/>
          </ac:picMkLst>
        </pc:picChg>
        <pc:picChg chg="del mod">
          <ac:chgData name="Ueda Isamu" userId="35289799e0376f2e" providerId="LiveId" clId="{DD31E282-B62B-4911-91B6-43B1B98908F9}" dt="2026-04-28T05:42:29.623" v="673" actId="478"/>
          <ac:picMkLst>
            <pc:docMk/>
            <pc:sldMk cId="3861659691" sldId="282"/>
            <ac:picMk id="16" creationId="{7B3B07E8-D558-44C5-F536-149592DC9066}"/>
          </ac:picMkLst>
        </pc:picChg>
        <pc:picChg chg="del mod">
          <ac:chgData name="Ueda Isamu" userId="35289799e0376f2e" providerId="LiveId" clId="{DD31E282-B62B-4911-91B6-43B1B98908F9}" dt="2026-04-28T05:42:30.626" v="676" actId="478"/>
          <ac:picMkLst>
            <pc:docMk/>
            <pc:sldMk cId="3861659691" sldId="282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28T05:43:02.947" v="682" actId="27614"/>
          <ac:picMkLst>
            <pc:docMk/>
            <pc:sldMk cId="3861659691" sldId="282"/>
            <ac:picMk id="19" creationId="{80851CBC-6CCA-A916-ED75-20FD89A52C05}"/>
          </ac:picMkLst>
        </pc:picChg>
      </pc:sldChg>
      <pc:sldChg chg="addSp delSp modSp add del mod">
        <pc:chgData name="Ueda Isamu" userId="35289799e0376f2e" providerId="LiveId" clId="{DD31E282-B62B-4911-91B6-43B1B98908F9}" dt="2026-04-28T05:43:06.594" v="684" actId="47"/>
        <pc:sldMkLst>
          <pc:docMk/>
          <pc:sldMk cId="2686875315" sldId="283"/>
        </pc:sldMkLst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</pc:sldChg>
      <pc:sldChg chg="addSp delSp modSp add mod">
        <pc:chgData name="Ueda Isamu" userId="35289799e0376f2e" providerId="LiveId" clId="{DD31E282-B62B-4911-91B6-43B1B98908F9}" dt="2026-04-28T05:43:12.100" v="685" actId="478"/>
        <pc:sldMkLst>
          <pc:docMk/>
          <pc:sldMk cId="1541831861" sldId="284"/>
        </pc:sldMkLst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picChg chg="del">
          <ac:chgData name="Ueda Isamu" userId="35289799e0376f2e" providerId="LiveId" clId="{DD31E282-B62B-4911-91B6-43B1B98908F9}" dt="2026-04-28T05:43:12.100" v="685" actId="478"/>
          <ac:picMkLst>
            <pc:docMk/>
            <pc:sldMk cId="1541831861" sldId="284"/>
            <ac:picMk id="50" creationId="{003A3C3D-15E3-1F1A-D918-AB2472E805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>  Initialize variable・Set variable・Condition・Apply to each、</a:t>
            </a:r>
          </a:p>
          <a:p>
            <a:r>
              <a:rPr sz="1300"/>
              <a:t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>  変数・繰り返し・条件分岐、それぞれ単体でも使えますが、</a:t>
            </a:r>
          </a:p>
          <a:p>
            <a:r>
              <a:rPr sz="1300"/>
              <a:t>  組み合わさったとき、複雑な業務を1本のフローで自動化できます。</a:t>
            </a:r>
          </a:p>
          <a:p>
            <a:r>
              <a:rPr sz="1300"/>
              <a:t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>  Apply to eachのループの中でも外でも使えます。</a:t>
            </a:r>
          </a:p>
          <a:p>
            <a:r>
              <a:rPr sz="1300"/>
              <a:t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>  リストを1件ずつ見ながら、条件に合うものだけ処理する、</a:t>
            </a:r>
          </a:p>
          <a:p>
            <a:r>
              <a:rPr sz="1300"/>
              <a:t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>  出勤リストをループして、Conditionで出勤判定、Set variableでカウント。</a:t>
            </a:r>
          </a:p>
          <a:p>
            <a:r>
              <a:rPr sz="1300"/>
              <a:t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9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7.png"/><Relationship Id="rId4" Type="http://schemas.openxmlformats.org/officeDocument/2006/relationships/image" Target="../media/image81.png"/><Relationship Id="rId9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Teams</a:t>
            </a:r>
            <a:r>
              <a:rPr kumimoji="1" lang="ja-JP" altLang="en-US" sz="4000"/>
              <a:t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A7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22860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ハンズオン 事前準備のお願い（3分でできます）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96600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+mj-ea"/>
                <a:ea typeface="+mj-ea"/>
              </a:rPr>
              <a:t>当日のハンズオンで使う「承認用サンプルExcel」を、事前にご自身のSharePointに配置してください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10947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2A7DD4"/>
                </a:solidFill>
                <a:latin typeface="+mj-ea"/>
                <a:ea typeface="+mj-ea"/>
              </a:rPr>
              <a:t>STEP 1   サンプルExcelをダウンロード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555555"/>
                </a:solidFill>
                <a:latin typeface="+mj-ea"/>
                <a:ea typeface="+mj-ea"/>
              </a:rPr>
              <a:t>👇 下のURLをブラウザに貼り付けてください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A6BBF"/>
                </a:solidFill>
                <a:latin typeface="+mj-ea"/>
                <a:ea typeface="+mj-ea"/>
              </a:rPr>
              <a:t>https://haru-powerplatform.github.io/pa45/flows/vol-09/approval-sample.xlsx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49039"/>
            <a:ext cx="1109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2A7DD4"/>
                </a:solidFill>
                <a:latin typeface="+mj-ea"/>
                <a:ea typeface="+mj-ea"/>
              </a:rPr>
              <a:t>STEP 2   ご自身のSharePointにアップロード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①  編集権限のあるSharePointサイトを開く（社内サイト・チームサイト等）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②  「ドキュメント」ライブラリを開く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③  「アップロード → ファイル」で approval-sample.xlsx を選択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④  完了！  当日はこのファイルを上司役で更新する想定でフローを作ります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79576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888888"/>
                </a:solidFill>
              </a:rPr>
              <a:t>※ 配置済みだとハンズオンに専念できます。当日その場で配置してもOK！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Vol.9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 × Condition × 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第9回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 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ファイル更新を見逃さない！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Teamsに自動通知しよう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 × Condition × Teams｜更新検知通知の基本パターン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2999" y="5273596"/>
            <a:ext cx="779502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Automate初心者・SharePointの更新を自動通知したい方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（プログラミング知識ゼロで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OK）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PA45｜第9回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SharePointトリガーで更新を検知する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「ファイルが作成または変更されたとき」を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endParaRPr lang="en-US" sz="1600">
              <a:solidFill>
                <a:srgbClr val="6B7280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更新ファイルの情報を取り出す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ファイル名・更新者・タイムスタンプ等を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トリガー出力からそのまま取得できます。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Teamsチャネルに通知メッセージを投稿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→ 条件分岐(任意) → Teamsで通知フローが完成！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PA45｜第9回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265580" y="2195490"/>
            <a:ext cx="5598507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のドキュメントライブラリにファイルが作成・更新されたタイミングでフローを起動し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②トリガー出力からファイル名・更新者・URLを取得する。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③（任意）条件分岐でフォルダ・拡張子・更新者で絞り込み、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④Teams「チャネルにメッセージを投稿する」で更新内容を関係者に通知するフロー。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1" name="図 10" descr="The image shows a user interface with a form containing a file input, a checkbox for a property condition, and buttons for posting messages in chat or channel.&#10;&#10;AI 生成コンテンツは誤りを含む可能性があります。">
            <a:extLst>
              <a:ext uri="{FF2B5EF4-FFF2-40B4-BE49-F238E27FC236}">
                <a16:creationId xmlns:a16="http://schemas.microsoft.com/office/drawing/2014/main" id="{A17FFD3D-1303-2BC7-3253-E2DBE5E19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704" y="1709443"/>
            <a:ext cx="4904373" cy="4568713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PA45｜第9回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image shows a user interface with a form containing a file input, a checkbox for a property condition, and buttons for posting messages in chat or channel.&#10;&#10;AI 生成コンテンツは誤りを含む可能性があります。">
            <a:extLst>
              <a:ext uri="{FF2B5EF4-FFF2-40B4-BE49-F238E27FC236}">
                <a16:creationId xmlns:a16="http://schemas.microsoft.com/office/drawing/2014/main" id="{C4B7F1DA-A89A-AB3A-717D-D0519B8F7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7" y="1644337"/>
            <a:ext cx="4904373" cy="4568713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1501744" y="2869704"/>
            <a:ext cx="2267368" cy="559296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displays a software interface with a condition expression field for setting parameters and choosing operators, followed by a sample Excel file for approval.&#10;&#10;AI 生成コンテンツは誤りを含む可能性があります。">
            <a:extLst>
              <a:ext uri="{FF2B5EF4-FFF2-40B4-BE49-F238E27FC236}">
                <a16:creationId xmlns:a16="http://schemas.microsoft.com/office/drawing/2014/main" id="{6F6230D6-C33B-01E0-A05E-4F2F90297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430" y="1877263"/>
            <a:ext cx="6072217" cy="3536801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PA45｜第9回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814990" y="6322778"/>
            <a:ext cx="7139243" cy="405006"/>
            <a:chOff x="6034969" y="604238"/>
            <a:chExt cx="5862289" cy="405006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Vol.9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SharePoint更新・Forms回答・メール受信などを起点にフローが自動で動き始めます。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SharePointトリガーは「サイト＋ライブラリ」を指定する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サイトURLとドキュメントライブラリを指定すると、その配下の変更を全て検知します。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サブフォルダごと監視対象になるので範囲に注意。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Teams通知は「チャネル」と「個人」を使い分ける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全員共有はチャネル投稿、特定担当者にはフローボット→ユーザーが便利です。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今日作ったフローが、あなたの最初の「ファイル更新通知」です。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52652" y="2066544"/>
            <a:ext cx="2563063" cy="637793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781605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契約書ファイルの更新通知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営業部SPに契約書を更新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→法務チャネルに自動通知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21292" y="3873215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→ファイルプロパティ取得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→法務チャネルに通知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→Properties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479687" y="1917917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9882" y="2109027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35387" y="1998232"/>
            <a:ext cx="2063140" cy="588606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6052555" y="2125428"/>
            <a:ext cx="1544632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自動共有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1" y="3031102"/>
            <a:ext cx="3829965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議事録ライブラリに追加</a:t>
            </a:r>
            <a:endParaRPr lang="en-US" sz="36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→関係者チャネルに通知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→ファイル情報取得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→チャネル投稿で全員共有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4714569" y="5398054"/>
            <a:ext cx="3301062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→Properties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246059" y="1790914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591531" y="1952181"/>
            <a:ext cx="2162878" cy="775966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35613" y="2215734"/>
            <a:ext cx="2452753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マニュアル改訂の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自動通知</a:t>
            </a:r>
          </a:p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業務マニュアル更新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→全社員へTeams通知</a:t>
            </a:r>
            <a:endParaRPr lang="en-US" sz="3600" dirty="0"/>
          </a:p>
        </p:txBody>
      </p:sp>
      <p:sp>
        <p:nvSpPr>
          <p:cNvPr id="33" name="Text 26"/>
          <p:cNvSpPr txBox="1"/>
          <p:nvPr/>
        </p:nvSpPr>
        <p:spPr>
          <a:xfrm>
            <a:off x="8318854" y="3885659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→更新者・更新日時取得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→社内アナウンスチャネルに投稿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 × Condition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更新検知通知の基本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111360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PA45｜第9回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575082" y="5283885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2186</TotalTime>
  <Words>1384</Words>
  <Application>Microsoft Office PowerPoint</Application>
  <PresentationFormat>ワイド画面</PresentationFormat>
  <Paragraphs>335</Paragraphs>
  <Slides>13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18</cp:revision>
  <dcterms:created xsi:type="dcterms:W3CDTF">2026-03-02T01:22:39Z</dcterms:created>
  <dcterms:modified xsi:type="dcterms:W3CDTF">2026-05-02T05:24:48Z</dcterms:modified>
</cp:coreProperties>
</file>