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Vol.8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Forms × Approvals × 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第8回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： 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申請をApprovalsで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承認するフローを作ろう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Approvals × SharePoint｜申請→承認→リスト更新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Automate初心者・フォーム活用したい方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（プログラミング知識ゼロで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OK）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Vol.7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