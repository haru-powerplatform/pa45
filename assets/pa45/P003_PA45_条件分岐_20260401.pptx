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Relationships xmlns="http://schemas.openxmlformats.org/package/2006/relationships">
  <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7" r:id="rId2"/>
    <p:sldId id="256" r:id="rId3"/>
    <p:sldId id="271" r:id="rId4"/>
    <p:sldId id="259" r:id="rId6"/>
    <p:sldId id="261" r:id="rId8"/>
    <p:sldId id="262" r:id="rId9"/>
    <p:sldId id="264" r:id="rId12"/>
    <p:sldId id="272" r:id="rId13"/>
    <p:sldId id="268" r:id="rId16"/>
    <p:sldId id="258" r:id="rId11"/>
    <p:sldId id="269"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5483A6D-4C1E-4826-80EF-0306E2EC0630}" v="1" dt="2026-03-26T10:53:31.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43" d="100"/>
          <a:sy n="43" d="100"/>
        </p:scale>
        <p:origin x="513" y="15"/>
      </p:cViewPr>
      <p:guideLst/>
    </p:cSldViewPr>
  </p:slideViewPr>
  <p:notesTextViewPr>
    <p:cViewPr>
      <p:scale>
        <a:sx n="1" d="1"/>
        <a:sy n="1" d="1"/>
      </p:scale>
      <p:origin x="0" y="-432"/>
    </p:cViewPr>
  </p:notesTextViewPr>
  <p:gridSpacing cx="76200" cy="76200"/>
</p:viewPr>
</file>

<file path=ppt/_rels/presentation.xml.rels><?xml version="1.0" encoding="utf-8"?>
<Relationships xmlns="http://schemas.openxmlformats.org/package/2006/relationships">
  <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slide" Target="slides/slide17.xml"/>
  <Relationship Id="rId3" Type="http://schemas.openxmlformats.org/officeDocument/2006/relationships/slide" Target="slides/slide2.xml"/>
  <Relationship Id="rId21" Type="http://schemas.openxmlformats.org/officeDocument/2006/relationships/viewProps" Target="viewProps.xml"/>
<Relationship Id="rId12" Type="http://schemas.openxmlformats.org/officeDocument/2006/relationships/slide" Target="slides/slide11.xml"/>
  <Relationship Id="rId25" Type="http://schemas.microsoft.com/office/2015/10/relationships/revisionInfo" Target="revisionInfo.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presProps" Target="pres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microsoft.com/office/2016/11/relationships/changesInfo" Target="changesInfos/changesInfo1.xml"/>
  <Relationship Id="rId23" Type="http://schemas.openxmlformats.org/officeDocument/2006/relationships/tableStyles" Target="tableStyles.xml"/>
  <Relationship Id="rId19" Type="http://schemas.openxmlformats.org/officeDocument/2006/relationships/notesMaster" Target="notesMasters/notesMaster1.xml"/>
  <Relationship Id="rId4" Type="http://schemas.openxmlformats.org/officeDocument/2006/relationships/slide" Target="slides/slide3.xml"/>
  <Relationship Id="rId9" Type="http://schemas.openxmlformats.org/officeDocument/2006/relationships/slide" Target="slides/slide8.xml"/>
  <Relationship Id="rId22" Type="http://schemas.openxmlformats.org/officeDocument/2006/relationships/theme" Target="theme/theme1.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3-26T10:56:40.077" v="426" actId="14100"/>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modSp mod">
        <pc:chgData name="Ueda Isamu" userId="35289799e0376f2e" providerId="LiveId" clId="{DD31E282-B62B-4911-91B6-43B1B98908F9}" dt="2026-03-26T07:59:01.804" v="40" actId="20577"/>
        <pc:sldMkLst>
          <pc:docMk/>
          <pc:sldMk cId="0" sldId="263"/>
        </pc:sldMkLst>
        <pc:spChg chg="mod">
          <ac:chgData name="Ueda Isamu" userId="35289799e0376f2e" providerId="LiveId" clId="{DD31E282-B62B-4911-91B6-43B1B98908F9}" dt="2026-03-26T07:58:37.016" v="10" actId="403"/>
          <ac:spMkLst>
            <pc:docMk/>
            <pc:sldMk cId="0" sldId="263"/>
            <ac:spMk id="31" creationId="{00000000-0000-0000-0000-000000000000}"/>
          </ac:spMkLst>
        </pc:spChg>
        <pc:spChg chg="mod">
          <ac:chgData name="Ueda Isamu" userId="35289799e0376f2e" providerId="LiveId" clId="{DD31E282-B62B-4911-91B6-43B1B98908F9}" dt="2026-03-26T07:59:01.804" v="40" actId="20577"/>
          <ac:spMkLst>
            <pc:docMk/>
            <pc:sldMk cId="0" sldId="263"/>
            <ac:spMk id="54" creationId="{00000000-0000-0000-0000-000000000000}"/>
          </ac:spMkLst>
        </pc:spChg>
      </pc:sldChg>
      <pc:sldChg chg="addSp delSp modSp mod">
        <pc:chgData name="Ueda Isamu" userId="35289799e0376f2e" providerId="LiveId" clId="{DD31E282-B62B-4911-91B6-43B1B98908F9}" dt="2026-03-26T10:53:31.625" v="36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3-26T10:39:48.013" v="127"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del">
          <ac:chgData name="Ueda Isamu" userId="35289799e0376f2e" providerId="LiveId" clId="{DD31E282-B62B-4911-91B6-43B1B98908F9}" dt="2026-03-26T10:44:08.848" v="304" actId="478"/>
          <ac:spMkLst>
            <pc:docMk/>
            <pc:sldMk cId="0" sldId="264"/>
            <ac:spMk id="29" creationId="{00000000-0000-0000-0000-000000000000}"/>
          </ac:spMkLst>
        </pc:spChg>
        <pc:spChg chg="del mod">
          <ac:chgData name="Ueda Isamu" userId="35289799e0376f2e" providerId="LiveId" clId="{DD31E282-B62B-4911-91B6-43B1B98908F9}" dt="2026-03-26T10:44:09.736" v="305" actId="478"/>
          <ac:spMkLst>
            <pc:docMk/>
            <pc:sldMk cId="0" sldId="264"/>
            <ac:spMk id="30"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del">
          <ac:chgData name="Ueda Isamu" userId="35289799e0376f2e" providerId="LiveId" clId="{DD31E282-B62B-4911-91B6-43B1B98908F9}" dt="2026-03-26T10:44:12.082" v="307" actId="478"/>
          <ac:spMkLst>
            <pc:docMk/>
            <pc:sldMk cId="0" sldId="264"/>
            <ac:spMk id="33" creationId="{00000000-0000-0000-0000-000000000000}"/>
          </ac:spMkLst>
        </pc:spChg>
        <pc:spChg chg="del mod">
          <ac:chgData name="Ueda Isamu" userId="35289799e0376f2e" providerId="LiveId" clId="{DD31E282-B62B-4911-91B6-43B1B98908F9}" dt="2026-03-26T10:44:07.437" v="303" actId="478"/>
          <ac:spMkLst>
            <pc:docMk/>
            <pc:sldMk cId="0" sldId="264"/>
            <ac:spMk id="34" creationId="{00000000-0000-0000-0000-000000000000}"/>
          </ac:spMkLst>
        </pc:spChg>
        <pc:spChg chg="del">
          <ac:chgData name="Ueda Isamu" userId="35289799e0376f2e" providerId="LiveId" clId="{DD31E282-B62B-4911-91B6-43B1B98908F9}" dt="2026-03-26T10:44:13.466" v="308" actId="478"/>
          <ac:spMkLst>
            <pc:docMk/>
            <pc:sldMk cId="0" sldId="264"/>
            <ac:spMk id="35" creationId="{00000000-0000-0000-0000-000000000000}"/>
          </ac:spMkLst>
        </pc:spChg>
        <pc:spChg chg="del mod">
          <ac:chgData name="Ueda Isamu" userId="35289799e0376f2e" providerId="LiveId" clId="{DD31E282-B62B-4911-91B6-43B1B98908F9}" dt="2026-03-26T10:44:11.285" v="306" actId="478"/>
          <ac:spMkLst>
            <pc:docMk/>
            <pc:sldMk cId="0" sldId="264"/>
            <ac:spMk id="36"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3-26T10:45:01.194" v="333"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3-26T10:44:58.551" v="331" actId="14100"/>
          <ac:spMkLst>
            <pc:docMk/>
            <pc:sldMk cId="0" sldId="264"/>
            <ac:spMk id="47" creationId="{00000000-0000-0000-0000-000000000000}"/>
          </ac:spMkLst>
        </pc:spChg>
        <pc:spChg chg="mod">
          <ac:chgData name="Ueda Isamu" userId="35289799e0376f2e" providerId="LiveId" clId="{DD31E282-B62B-4911-91B6-43B1B98908F9}" dt="2026-03-26T10:53:31.543" v="350"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delSp modSp mod">
        <pc:chgData name="Ueda Isamu" userId="35289799e0376f2e" providerId="LiveId" clId="{DD31E282-B62B-4911-91B6-43B1B98908F9}" dt="2026-03-26T10:45:27.014" v="342" actId="404"/>
        <pc:sldMkLst>
          <pc:docMk/>
          <pc:sldMk cId="0" sldId="265"/>
        </pc:sldMkLst>
        <pc:spChg chg="del mod">
          <ac:chgData name="Ueda Isamu" userId="35289799e0376f2e" providerId="LiveId" clId="{DD31E282-B62B-4911-91B6-43B1B98908F9}" dt="2026-03-26T10:45:15.518" v="339" actId="478"/>
          <ac:spMkLst>
            <pc:docMk/>
            <pc:sldMk cId="0" sldId="265"/>
            <ac:spMk id="7" creationId="{00000000-0000-0000-0000-000000000000}"/>
          </ac:spMkLst>
        </pc:spChg>
        <pc:spChg chg="mod">
          <ac:chgData name="Ueda Isamu" userId="35289799e0376f2e" providerId="LiveId" clId="{DD31E282-B62B-4911-91B6-43B1B98908F9}" dt="2026-03-26T10:45:23.680" v="341" actId="404"/>
          <ac:spMkLst>
            <pc:docMk/>
            <pc:sldMk cId="0" sldId="265"/>
            <ac:spMk id="12" creationId="{00000000-0000-0000-0000-000000000000}"/>
          </ac:spMkLst>
        </pc:spChg>
        <pc:spChg chg="mod">
          <ac:chgData name="Ueda Isamu" userId="35289799e0376f2e" providerId="LiveId" clId="{DD31E282-B62B-4911-91B6-43B1B98908F9}" dt="2026-03-26T10:40:07.634" v="137" actId="403"/>
          <ac:spMkLst>
            <pc:docMk/>
            <pc:sldMk cId="0" sldId="265"/>
            <ac:spMk id="14" creationId="{00000000-0000-0000-0000-000000000000}"/>
          </ac:spMkLst>
        </pc:spChg>
        <pc:spChg chg="mod">
          <ac:chgData name="Ueda Isamu" userId="35289799e0376f2e" providerId="LiveId" clId="{DD31E282-B62B-4911-91B6-43B1B98908F9}" dt="2026-03-26T10:45:27.014" v="342" actId="404"/>
          <ac:spMkLst>
            <pc:docMk/>
            <pc:sldMk cId="0" sldId="265"/>
            <ac:spMk id="16" creationId="{00000000-0000-0000-0000-000000000000}"/>
          </ac:spMkLst>
        </pc:spChg>
        <pc:spChg chg="mod">
          <ac:chgData name="Ueda Isamu" userId="35289799e0376f2e" providerId="LiveId" clId="{DD31E282-B62B-4911-91B6-43B1B98908F9}" dt="2026-03-26T10:40:12.181" v="139" actId="1076"/>
          <ac:spMkLst>
            <pc:docMk/>
            <pc:sldMk cId="0" sldId="265"/>
            <ac:spMk id="20" creationId="{00000000-0000-0000-0000-000000000000}"/>
          </ac:spMkLst>
        </pc:spChg>
        <pc:spChg chg="mod">
          <ac:chgData name="Ueda Isamu" userId="35289799e0376f2e" providerId="LiveId" clId="{DD31E282-B62B-4911-91B6-43B1B98908F9}" dt="2026-03-26T10:40:13.866" v="140" actId="1076"/>
          <ac:spMkLst>
            <pc:docMk/>
            <pc:sldMk cId="0" sldId="265"/>
            <ac:spMk id="21" creationId="{00000000-0000-0000-0000-000000000000}"/>
          </ac:spMkLst>
        </pc:spChg>
        <pc:spChg chg="mod">
          <ac:chgData name="Ueda Isamu" userId="35289799e0376f2e" providerId="LiveId" clId="{DD31E282-B62B-4911-91B6-43B1B98908F9}" dt="2026-03-26T10:40:18.583" v="142" actId="1076"/>
          <ac:spMkLst>
            <pc:docMk/>
            <pc:sldMk cId="0" sldId="265"/>
            <ac:spMk id="24" creationId="{00000000-0000-0000-0000-000000000000}"/>
          </ac:spMkLst>
        </pc:spChg>
        <pc:spChg chg="mod">
          <ac:chgData name="Ueda Isamu" userId="35289799e0376f2e" providerId="LiveId" clId="{DD31E282-B62B-4911-91B6-43B1B98908F9}" dt="2026-03-26T10:40:23.100" v="143" actId="14100"/>
          <ac:spMkLst>
            <pc:docMk/>
            <pc:sldMk cId="0" sldId="265"/>
            <ac:spMk id="29" creationId="{00000000-0000-0000-0000-000000000000}"/>
          </ac:spMkLst>
        </pc:spChg>
        <pc:spChg chg="del">
          <ac:chgData name="Ueda Isamu" userId="35289799e0376f2e" providerId="LiveId" clId="{DD31E282-B62B-4911-91B6-43B1B98908F9}" dt="2026-03-26T10:45:16.218" v="340" actId="478"/>
          <ac:spMkLst>
            <pc:docMk/>
            <pc:sldMk cId="0" sldId="265"/>
            <ac:spMk id="34" creationId="{00000000-0000-0000-0000-000000000000}"/>
          </ac:spMkLst>
        </pc:spChg>
        <pc:spChg chg="mod">
          <ac:chgData name="Ueda Isamu" userId="35289799e0376f2e" providerId="LiveId" clId="{DD31E282-B62B-4911-91B6-43B1B98908F9}" dt="2026-03-26T10:40:33.067" v="146" actId="1076"/>
          <ac:spMkLst>
            <pc:docMk/>
            <pc:sldMk cId="0" sldId="265"/>
            <ac:spMk id="37" creationId="{00000000-0000-0000-0000-000000000000}"/>
          </ac:spMkLst>
        </pc:spChg>
        <pc:spChg chg="mod">
          <ac:chgData name="Ueda Isamu" userId="35289799e0376f2e" providerId="LiveId" clId="{DD31E282-B62B-4911-91B6-43B1B98908F9}" dt="2026-03-24T23:20:17.087" v="0" actId="14100"/>
          <ac:spMkLst>
            <pc:docMk/>
            <pc:sldMk cId="0" sldId="265"/>
            <ac:spMk id="48" creationId="{00000000-0000-0000-0000-000000000000}"/>
          </ac:spMkLst>
        </pc:spChg>
        <pc:picChg chg="mod">
          <ac:chgData name="Ueda Isamu" userId="35289799e0376f2e" providerId="LiveId" clId="{DD31E282-B62B-4911-91B6-43B1B98908F9}" dt="2026-03-26T10:40:39.660" v="148" actId="1076"/>
          <ac:picMkLst>
            <pc:docMk/>
            <pc:sldMk cId="0" sldId="265"/>
            <ac:picMk id="17" creationId="{00000000-0000-0000-0000-000000000000}"/>
          </ac:picMkLst>
        </pc:picChg>
        <pc:picChg chg="mod">
          <ac:chgData name="Ueda Isamu" userId="35289799e0376f2e" providerId="LiveId" clId="{DD31E282-B62B-4911-91B6-43B1B98908F9}" dt="2026-03-26T10:40:10.033" v="138" actId="1076"/>
          <ac:picMkLst>
            <pc:docMk/>
            <pc:sldMk cId="0" sldId="265"/>
            <ac:picMk id="19" creationId="{00000000-0000-0000-0000-000000000000}"/>
          </ac:picMkLst>
        </pc:picChg>
        <pc:picChg chg="mod">
          <ac:chgData name="Ueda Isamu" userId="35289799e0376f2e" providerId="LiveId" clId="{DD31E282-B62B-4911-91B6-43B1B98908F9}" dt="2026-03-26T10:40:30.167" v="145" actId="1076"/>
          <ac:picMkLst>
            <pc:docMk/>
            <pc:sldMk cId="0" sldId="265"/>
            <ac:picMk id="35" creationId="{00000000-0000-0000-0000-000000000000}"/>
          </ac:picMkLst>
        </pc:picChg>
        <pc:picChg chg="mod">
          <ac:chgData name="Ueda Isamu" userId="35289799e0376f2e" providerId="LiveId" clId="{DD31E282-B62B-4911-91B6-43B1B98908F9}" dt="2026-03-26T10:40:30.167" v="145" actId="1076"/>
          <ac:picMkLst>
            <pc:docMk/>
            <pc:sldMk cId="0" sldId="265"/>
            <ac:picMk id="36" creationId="{00000000-0000-0000-0000-000000000000}"/>
          </ac:picMkLst>
        </pc:picChg>
      </pc:sldChg>
      <pc:sldChg chg="modSp mod">
        <pc:chgData name="Ueda Isamu" userId="35289799e0376f2e" providerId="LiveId" clId="{DD31E282-B62B-4911-91B6-43B1B98908F9}" dt="2026-03-26T10:41:09.187" v="157" actId="20577"/>
        <pc:sldMkLst>
          <pc:docMk/>
          <pc:sldMk cId="0" sldId="266"/>
        </pc:sldMkLst>
        <pc:spChg chg="mod">
          <ac:chgData name="Ueda Isamu" userId="35289799e0376f2e" providerId="LiveId" clId="{DD31E282-B62B-4911-91B6-43B1B98908F9}" dt="2026-03-26T07:23:46.343" v="1" actId="14100"/>
          <ac:spMkLst>
            <pc:docMk/>
            <pc:sldMk cId="0" sldId="266"/>
            <ac:spMk id="9" creationId="{00000000-0000-0000-0000-000000000000}"/>
          </ac:spMkLst>
        </pc:spChg>
        <pc:spChg chg="mod">
          <ac:chgData name="Ueda Isamu" userId="35289799e0376f2e" providerId="LiveId" clId="{DD31E282-B62B-4911-91B6-43B1B98908F9}" dt="2026-03-26T10:41:09.187" v="157" actId="20577"/>
          <ac:spMkLst>
            <pc:docMk/>
            <pc:sldMk cId="0" sldId="266"/>
            <ac:spMk id="10" creationId="{00000000-0000-0000-0000-000000000000}"/>
          </ac:spMkLst>
        </pc:spChg>
        <pc:spChg chg="mod">
          <ac:chgData name="Ueda Isamu" userId="35289799e0376f2e" providerId="LiveId" clId="{DD31E282-B62B-4911-91B6-43B1B98908F9}" dt="2026-03-26T10:40:47.967" v="150" actId="20577"/>
          <ac:spMkLst>
            <pc:docMk/>
            <pc:sldMk cId="0" sldId="266"/>
            <ac:spMk id="14" creationId="{00000000-0000-0000-0000-000000000000}"/>
          </ac:spMkLst>
        </pc:spChg>
        <pc:spChg chg="mod">
          <ac:chgData name="Ueda Isamu" userId="35289799e0376f2e" providerId="LiveId" clId="{DD31E282-B62B-4911-91B6-43B1B98908F9}" dt="2026-03-26T10:41:06.001" v="156" actId="1076"/>
          <ac:spMkLst>
            <pc:docMk/>
            <pc:sldMk cId="0" sldId="266"/>
            <ac:spMk id="15" creationId="{00000000-0000-0000-0000-000000000000}"/>
          </ac:spMkLst>
        </pc:spChg>
        <pc:spChg chg="mod">
          <ac:chgData name="Ueda Isamu" userId="35289799e0376f2e" providerId="LiveId" clId="{DD31E282-B62B-4911-91B6-43B1B98908F9}" dt="2026-03-26T10:40:55.210" v="152" actId="1076"/>
          <ac:spMkLst>
            <pc:docMk/>
            <pc:sldMk cId="0" sldId="266"/>
            <ac:spMk id="17" creationId="{00000000-0000-0000-0000-000000000000}"/>
          </ac:spMkLst>
        </pc:spChg>
        <pc:spChg chg="mod">
          <ac:chgData name="Ueda Isamu" userId="35289799e0376f2e" providerId="LiveId" clId="{DD31E282-B62B-4911-91B6-43B1B98908F9}" dt="2026-03-26T10:40:59.249" v="154" actId="1076"/>
          <ac:spMkLst>
            <pc:docMk/>
            <pc:sldMk cId="0" sldId="266"/>
            <ac:spMk id="19" creationId="{00000000-0000-0000-0000-000000000000}"/>
          </ac:spMkLst>
        </pc:spChg>
        <pc:spChg chg="mod">
          <ac:chgData name="Ueda Isamu" userId="35289799e0376f2e" providerId="LiveId" clId="{DD31E282-B62B-4911-91B6-43B1B98908F9}" dt="2026-03-26T10:40:51.985" v="151" actId="20577"/>
          <ac:spMkLst>
            <pc:docMk/>
            <pc:sldMk cId="0" sldId="266"/>
            <ac:spMk id="20" creationId="{00000000-0000-0000-0000-000000000000}"/>
          </ac:spMkLst>
        </pc:spChg>
        <pc:picChg chg="mod">
          <ac:chgData name="Ueda Isamu" userId="35289799e0376f2e" providerId="LiveId" clId="{DD31E282-B62B-4911-91B6-43B1B98908F9}" dt="2026-03-26T10:40:56.980" v="153" actId="1076"/>
          <ac:picMkLst>
            <pc:docMk/>
            <pc:sldMk cId="0" sldId="266"/>
            <ac:picMk id="18" creationId="{00000000-0000-0000-0000-000000000000}"/>
          </ac:picMkLst>
        </pc:picChg>
      </pc:sldChg>
      <pc:sldChg chg="modSp mod">
        <pc:chgData name="Ueda Isamu" userId="35289799e0376f2e" providerId="LiveId" clId="{DD31E282-B62B-4911-91B6-43B1B98908F9}" dt="2026-03-26T10:42:20.782" v="287" actId="1076"/>
        <pc:sldMkLst>
          <pc:docMk/>
          <pc:sldMk cId="0" sldId="267"/>
        </pc:sldMkLst>
        <pc:spChg chg="mod">
          <ac:chgData name="Ueda Isamu" userId="35289799e0376f2e" providerId="LiveId" clId="{DD31E282-B62B-4911-91B6-43B1B98908F9}" dt="2026-03-26T10:42:20.782" v="287" actId="1076"/>
          <ac:spMkLst>
            <pc:docMk/>
            <pc:sldMk cId="0" sldId="267"/>
            <ac:spMk id="4" creationId="{00000000-0000-0000-0000-000000000000}"/>
          </ac:spMkLst>
        </pc:spChg>
        <pc:spChg chg="mod">
          <ac:chgData name="Ueda Isamu" userId="35289799e0376f2e" providerId="LiveId" clId="{DD31E282-B62B-4911-91B6-43B1B98908F9}" dt="2026-03-26T10:42:09.166" v="255" actId="14100"/>
          <ac:spMkLst>
            <pc:docMk/>
            <pc:sldMk cId="0" sldId="267"/>
            <ac:spMk id="11" creationId="{00000000-0000-0000-0000-000000000000}"/>
          </ac:spMkLst>
        </pc:spChg>
        <pc:spChg chg="mod">
          <ac:chgData name="Ueda Isamu" userId="35289799e0376f2e" providerId="LiveId" clId="{DD31E282-B62B-4911-91B6-43B1B98908F9}" dt="2026-03-26T10:42:17.899" v="286" actId="20577"/>
          <ac:spMkLst>
            <pc:docMk/>
            <pc:sldMk cId="0" sldId="267"/>
            <ac:spMk id="12" creationId="{00000000-0000-0000-0000-000000000000}"/>
          </ac:spMkLst>
        </pc:sp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mod">
        <pc:chgData name="Ueda Isamu" userId="35289799e0376f2e" providerId="LiveId" clId="{DD31E282-B62B-4911-91B6-43B1B98908F9}" dt="2026-03-26T10:56:40.077" v="426" actId="14100"/>
        <pc:sldMkLst>
          <pc:docMk/>
          <pc:sldMk cId="0" sldId="270"/>
        </pc:sldMkLst>
        <pc:spChg chg="mod">
          <ac:chgData name="Ueda Isamu" userId="35289799e0376f2e" providerId="LiveId" clId="{DD31E282-B62B-4911-91B6-43B1B98908F9}" dt="2026-03-26T10:56:40.077" v="426" actId="14100"/>
          <ac:spMkLst>
            <pc:docMk/>
            <pc:sldMk cId="0" sldId="270"/>
            <ac:spMk id="32"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
  <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Relationships xmlns="http://schemas.openxmlformats.org/package/2006/relationships">
  <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
<Relationships xmlns="http://schemas.openxmlformats.org/package/2006/relationships">
  <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Relationships xmlns="http://schemas.openxmlformats.org/package/2006/relationships">
  <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Relationships xmlns="http://schemas.openxmlformats.org/package/2006/relationships">
  <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Relationships xmlns="http://schemas.openxmlformats.org/package/2006/relationships">
  <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
<Relationships xmlns="http://schemas.openxmlformats.org/package/2006/relationships">
  <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
<Relationships xmlns="http://schemas.openxmlformats.org/package/2006/relationships">
  <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
<Relationships xmlns="http://schemas.openxmlformats.org/package/2006/relationships">
  <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10.xml.rels><?xml version="1.0" encoding="utf-8"?>
<Relationships xmlns="http://schemas.openxmlformats.org/package/2006/relationships">
  <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1.xml.rels><?xml version="1.0" encoding="utf-8"?>
<Relationships xmlns="http://schemas.openxmlformats.org/package/2006/relationships">
  <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2.xml.rels><?xml version="1.0" encoding="utf-8"?>
<Relationships xmlns="http://schemas.openxmlformats.org/package/2006/relationships">
  <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3.xml.rels><?xml version="1.0" encoding="utf-8"?>
<Relationships xmlns="http://schemas.openxmlformats.org/package/2006/relationships">
  <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4.xml.rels><?xml version="1.0" encoding="utf-8"?>
<Relationships xmlns="http://schemas.openxmlformats.org/package/2006/relationships">
  <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5.xml.rels><?xml version="1.0" encoding="utf-8"?>
<Relationships xmlns="http://schemas.openxmlformats.org/package/2006/relationships">
  <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6.xml.rels><?xml version="1.0" encoding="utf-8"?>
<Relationships xmlns="http://schemas.openxmlformats.org/package/2006/relationships">
  <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7.xml.rels><?xml version="1.0" encoding="utf-8"?>
<Relationships xmlns="http://schemas.openxmlformats.org/package/2006/relationships">
  <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20:22</a:t>
            </a:r>
          </a:p>
          <a:p>
            <a:endParaRPr lang="ja-JP" dirty="0"/>
          </a:p>
          <a:p>
            <a:r>
              <a:rPr lang="ja-JP" dirty="0"/>
              <a:t>🟦 Slide 4｜Power Automateとは？（20:22〜 / 3分）</a:t>
            </a:r>
          </a:p>
          <a:p>
            <a:r>
              <a:rPr lang="ja-JP" dirty="0"/>
              <a:t>ここからは、今日の主役である Power Automate がどんなツールなのかを、できるだけ具体例ベースでイメージしやすくお伝えします。</a:t>
            </a:r>
          </a:p>
          <a:p>
            <a:endParaRPr lang="ja-JP" dirty="0"/>
          </a:p>
          <a:p>
            <a:r>
              <a:rPr lang="ja-JP" dirty="0"/>
              <a:t>■ Power Automateとは？</a:t>
            </a:r>
          </a:p>
          <a:p>
            <a:r>
              <a:rPr lang="ja-JP" dirty="0"/>
              <a:t>一言でいうと、Power Automateは「毎日くり返している作業を、自動でやってくれるツール」です。</a:t>
            </a:r>
          </a:p>
          <a:p>
            <a:r>
              <a:rPr lang="ja-JP" dirty="0"/>
              <a:t>例えば、「メールが届いたら自動でExcelに記録する」「承認されたらTeamsに通知する」「毎朝9時に自動でレポートを送る」といった処理が、プログラミングなしで作れます。</a:t>
            </a:r>
          </a:p>
          <a:p>
            <a:r>
              <a:rPr lang="ja-JP" dirty="0"/>
              <a:t>今日扱う「条件分岐」はその中の核心機能。「場合によって処理を変える」ための仕組みです。これを使えるようになると、フローの表現力が一気に広がります。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20:27</a:t>
            </a:r>
          </a:p>
          <a:p>
            <a:endParaRPr lang="ja-JP" dirty="0"/>
          </a:p>
          <a:p>
            <a:r>
              <a:rPr lang="ja-JP" dirty="0"/>
              <a:t>🟦 Slide 6｜PA45の学習フロー（20:27〜 / 2分）</a:t>
            </a:r>
          </a:p>
          <a:p>
            <a:r>
              <a:rPr lang="ja-JP" dirty="0"/>
              <a:t>今日も PA45 の3ステップで進めます。</a:t>
            </a:r>
          </a:p>
          <a:p>
            <a:endParaRPr lang="ja-JP" dirty="0"/>
          </a:p>
          <a:p>
            <a:r>
              <a:rPr lang="ja-JP" dirty="0"/>
              <a:t>■ ① アクション解説（まずイメージをつかむ）</a:t>
            </a:r>
          </a:p>
          <a:p>
            <a:r>
              <a:rPr lang="ja-JP" dirty="0"/>
              <a:t>最初に「条件分岐とは何か」「どんな場面で使うのか」を丁寧に説明します。Conditionアクションの構造（左辺・演算子・右辺）を理解するフェーズです。</a:t>
            </a:r>
          </a:p>
          <a:p>
            <a:endParaRPr lang="ja-JP" dirty="0"/>
          </a:p>
          <a:p>
            <a:r>
              <a:rPr lang="ja-JP" dirty="0"/>
              <a:t>■ ② ハンズオン（実際に一緒に作る）</a:t>
            </a:r>
          </a:p>
          <a:p>
            <a:r>
              <a:rPr lang="ja-JP" dirty="0"/>
              <a:t>解説が終わったら、実際に Power Automate の画面を開いて、条件分岐を含むフローを一緒に作ります。つまずいたらチャットで気軽に聞いてください。</a:t>
            </a:r>
          </a:p>
          <a:p>
            <a:endParaRPr lang="ja-JP" dirty="0"/>
          </a:p>
          <a:p>
            <a:r>
              <a:rPr lang="ja-JP" dirty="0"/>
              <a:t>■ ③ まとめ・活用事例</a:t>
            </a:r>
          </a:p>
          <a:p>
            <a:r>
              <a:rPr lang="ja-JP" dirty="0"/>
              <a:t>最後に今日学んだことを整理して、実務でどう使えるかをイメージしてもらいます。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20:34</a:t>
            </a:r>
          </a:p>
          <a:p>
            <a:endParaRPr lang="ja-JP" dirty="0"/>
          </a:p>
          <a:p>
            <a:r>
              <a:rPr lang="ja-JP" dirty="0"/>
              <a:t>🟦 Slide 9｜今日作るフローの全体像（20:34〜 / 2分）</a:t>
            </a:r>
          </a:p>
          <a:p>
            <a:r>
              <a:rPr lang="ja-JP" dirty="0"/>
              <a:t>ここでは「今日これから作るフローの全体像」を先にざっくりイメージとしてつかんでいただきます。</a:t>
            </a:r>
          </a:p>
          <a:p>
            <a:endParaRPr lang="ja-JP" dirty="0"/>
          </a:p>
          <a:p>
            <a:r>
              <a:rPr lang="ja-JP" dirty="0"/>
              <a:t>■ 今日作るフローの全体像（3ステップ）</a:t>
            </a:r>
          </a:p>
          <a:p>
            <a:r>
              <a:rPr lang="ja-JP" dirty="0"/>
              <a:t>① トリガー：手動でフローをトリガー → ボタンを押してフローを開始</a:t>
            </a:r>
          </a:p>
          <a:p>
            <a:r>
              <a:rPr lang="ja-JP" dirty="0"/>
              <a:t>② 変数の設定：スコアを変数に入れておく（Initialize variable）</a:t>
            </a:r>
          </a:p>
          <a:p>
            <a:r>
              <a:rPr lang="ja-JP" dirty="0"/>
              <a:t>③ 条件分岐（Condition）：スコアが80以上なら「合格」、そうでなければ「不合格」を出力</a:t>
            </a:r>
          </a:p>
          <a:p>
            <a:endParaRPr lang="ja-JP" dirty="0"/>
          </a:p>
          <a:p>
            <a:r>
              <a:rPr lang="ja-JP" dirty="0"/>
              <a:t>今日のポイントは③のConditionです。YesブランチとNoブランチ、それぞれに異なるアクションを置くことで、条件によって動きが変わるフローが完成します。全体像を頭に入れておくと、ハンズオンがスムーズになり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20:48</a:t>
            </a:r>
          </a:p>
          <a:p>
            <a:endParaRPr lang="ja-JP" dirty="0"/>
          </a:p>
          <a:p>
            <a:r>
              <a:rPr lang="ja-JP" dirty="0"/>
              <a:t>🟦 Slide 12｜チェックポイント再確認（20:48〜 / 2分）</a:t>
            </a:r>
          </a:p>
          <a:p>
            <a:r>
              <a:rPr lang="ja-JP" dirty="0"/>
              <a:t>ハンズオンでうまくいかない場合は、以下の3点を見直してください。</a:t>
            </a:r>
          </a:p>
          <a:p>
            <a:endParaRPr lang="ja-JP" dirty="0"/>
          </a:p>
          <a:p>
            <a:r>
              <a:rPr lang="ja-JP" dirty="0"/>
              <a:t>① 左辺を動的コンテンツで選んでいるか？</a:t>
            </a:r>
          </a:p>
          <a:p>
            <a:r>
              <a:rPr lang="ja-JP" dirty="0"/>
              <a:t>→ イナズママークから「score」変数を選んでいるか確認。手入力の文字列では条件が正しく動きません。</a:t>
            </a:r>
          </a:p>
          <a:p>
            <a:endParaRPr lang="ja-JP" dirty="0"/>
          </a:p>
          <a:p>
            <a:r>
              <a:rPr lang="ja-JP" dirty="0"/>
              <a:t>② アクションが正しいブランチに入っているか？</a:t>
            </a:r>
          </a:p>
          <a:p>
            <a:r>
              <a:rPr lang="ja-JP" dirty="0"/>
              <a:t>→「合格です！」の作成アクションがYesブランチの中にあるか、「不合格です」がNoブランチの中にあるか確認。</a:t>
            </a:r>
          </a:p>
          <a:p>
            <a:endParaRPr lang="ja-JP" dirty="0"/>
          </a:p>
          <a:p>
            <a:r>
              <a:rPr lang="ja-JP" dirty="0"/>
              <a:t>③ 演算子が「次の値以上」になっているか？</a:t>
            </a:r>
          </a:p>
          <a:p>
            <a:r>
              <a:rPr lang="ja-JP" dirty="0"/>
              <a:t>→「次の値と等しい」を選んでいると、80ちょうどのときしか合格にならないので注意。</a:t>
            </a:r>
          </a:p>
          <a:p>
            <a:r>
              <a:rPr lang="ja-JP" dirty="0"/>
              <a:t>この3点を確認すれば、ほとんどの問題は解決できます！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20:50</a:t>
            </a:r>
          </a:p>
          <a:p>
            <a:endParaRPr lang="ja-JP" dirty="0"/>
          </a:p>
          <a:p>
            <a:r>
              <a:rPr lang="ja-JP" dirty="0"/>
              <a:t>🟦 Slide 13｜今日のまとめ（20:50〜 / 2分）</a:t>
            </a:r>
          </a:p>
          <a:p>
            <a:r>
              <a:rPr lang="ja-JP" dirty="0"/>
              <a:t>今日の学びは次の3つです。</a:t>
            </a:r>
          </a:p>
          <a:p>
            <a:endParaRPr lang="ja-JP" dirty="0"/>
          </a:p>
          <a:p>
            <a:r>
              <a:rPr lang="ja-JP" dirty="0"/>
              <a:t>① Conditionは「フローの分かれ道」</a:t>
            </a:r>
          </a:p>
          <a:p>
            <a:r>
              <a:rPr lang="ja-JP" dirty="0"/>
              <a:t>→ YesとNoの2ルートに分岐して、状況に応じた処理ができる。</a:t>
            </a:r>
          </a:p>
          <a:p>
            <a:endParaRPr lang="ja-JP" dirty="0"/>
          </a:p>
          <a:p>
            <a:r>
              <a:rPr lang="ja-JP" dirty="0"/>
              <a:t>② 条件の3点セット：左辺・演算子・右辺</a:t>
            </a:r>
          </a:p>
          <a:p>
            <a:r>
              <a:rPr lang="ja-JP" dirty="0"/>
              <a:t>→「何を」「どう比べる」「何と比べる」の3つで条件を作る。</a:t>
            </a:r>
          </a:p>
          <a:p>
            <a:endParaRPr lang="ja-JP" dirty="0"/>
          </a:p>
          <a:p>
            <a:r>
              <a:rPr lang="ja-JP" dirty="0"/>
              <a:t>③ 動的コンテンツで変数を左辺に使う</a:t>
            </a:r>
          </a:p>
          <a:p>
            <a:r>
              <a:rPr lang="ja-JP" dirty="0"/>
              <a:t>→ 手入力ではなく、必ずイナズママークから選ぶ。</a:t>
            </a:r>
          </a:p>
          <a:p>
            <a:endParaRPr lang="ja-JP" dirty="0"/>
          </a:p>
          <a:p>
            <a:r>
              <a:rPr lang="ja-JP" dirty="0"/>
              <a:t>この3つを押さえておくと、今後の「Apply to each（繰り返し）」や「承認フロー」でもConditionが活躍します。ぜひ今日のフローを自分の業務にアレンジしてみてください。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20:55</a:t>
            </a:r>
          </a:p>
          <a:p>
            <a:endParaRPr lang="ja-JP" dirty="0"/>
          </a:p>
          <a:p>
            <a:r>
              <a:rPr lang="ja-JP" dirty="0"/>
              <a:t>🟦 Slide 15｜次回予告（20:55〜 / 1分）</a:t>
            </a:r>
          </a:p>
          <a:p>
            <a:r>
              <a:rPr lang="ja-JP" dirty="0"/>
              <a:t>次回のPA45・第4回は近日公開予定です。</a:t>
            </a:r>
          </a:p>
          <a:p>
            <a:r>
              <a:rPr lang="ja-JP" dirty="0"/>
              <a:t>第1回：変数を初期化する → 第2回：変数を操作する → 第3回：条件分岐（今日）と、変数と分岐の基礎を固めてきました。</a:t>
            </a:r>
          </a:p>
          <a:p>
            <a:r>
              <a:rPr lang="ja-JP" dirty="0"/>
              <a:t>第4回以降は、これらを組み合わせたより実践的なフローに取り組んでいきます。</a:t>
            </a:r>
          </a:p>
          <a:p>
            <a:r>
              <a:rPr lang="ja-JP" dirty="0"/>
              <a:t>connpassのフォロー・X（Twitter）での #PA45 も、ぜひ続けてよろしくお願いします！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Relationships xmlns="http://schemas.openxmlformats.org/package/2006/relationships">
  <Relationship Id="rId2" Type="http://schemas.openxmlformats.org/officeDocument/2006/relationships/theme" Target="../theme/theme1.xml"/>
  <Relationship Id="rId1"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8" Type="http://schemas.openxmlformats.org/officeDocument/2006/relationships/image" Target="../media/image6.png"/>
  <Relationship Id="rId3" Type="http://schemas.openxmlformats.org/officeDocument/2006/relationships/image" Target="../media/image1.png"/>
  <Relationship Id="rId7" Type="http://schemas.openxmlformats.org/officeDocument/2006/relationships/image" Target="../media/image5.png"/>
  <Relationship Id="rId12" Type="http://schemas.openxmlformats.org/officeDocument/2006/relationships/image" Target="../media/image10.png"/>
  <Relationship Id="rId2" Type="http://schemas.openxmlformats.org/officeDocument/2006/relationships/notesSlide" Target="../notesSlides/notesSlide1.xml"/>
  <Relationship Id="rId1" Type="http://schemas.openxmlformats.org/officeDocument/2006/relationships/slideLayout" Target="../slideLayouts/slideLayout1.xml"/>
  <Relationship Id="rId6" Type="http://schemas.openxmlformats.org/officeDocument/2006/relationships/image" Target="../media/image4.png"/>
  <Relationship Id="rId11" Type="http://schemas.openxmlformats.org/officeDocument/2006/relationships/image" Target="../media/image9.png"/>
  <Relationship Id="rId5" Type="http://schemas.openxmlformats.org/officeDocument/2006/relationships/image" Target="../media/image3.png"/>
  <Relationship Id="rId10" Type="http://schemas.openxmlformats.org/officeDocument/2006/relationships/image" Target="../media/image8.png"/>
  <Relationship Id="rId4" Type="http://schemas.openxmlformats.org/officeDocument/2006/relationships/image" Target="../media/image2.png"/>
  <Relationship Id="rId9" Type="http://schemas.openxmlformats.org/officeDocument/2006/relationships/image" Target="../media/image7.png"/>
</Relationships>

</file>

<file path=ppt/slides/_rels/slide2.xml.rels><?xml version="1.0" encoding="utf-8"?>
<Relationships xmlns="http://schemas.openxmlformats.org/package/2006/relationships">
  <Relationship Id="rId8" Type="http://schemas.openxmlformats.org/officeDocument/2006/relationships/image" Target="../media/image16.png"/>
  <Relationship Id="rId13" Type="http://schemas.openxmlformats.org/officeDocument/2006/relationships/image" Target="../media/image21.png"/>
  <Relationship Id="rId18" Type="http://schemas.openxmlformats.org/officeDocument/2006/relationships/image" Target="../media/image26.png"/>
  <Relationship Id="rId26" Type="http://schemas.openxmlformats.org/officeDocument/2006/relationships/image" Target="../media/image34.png"/>
  <Relationship Id="rId3" Type="http://schemas.openxmlformats.org/officeDocument/2006/relationships/image" Target="../media/image11.png"/>
  <Relationship Id="rId21" Type="http://schemas.openxmlformats.org/officeDocument/2006/relationships/image" Target="../media/image29.png"/>
  <Relationship Id="rId7" Type="http://schemas.openxmlformats.org/officeDocument/2006/relationships/image" Target="../media/image15.png"/>
  <Relationship Id="rId12" Type="http://schemas.openxmlformats.org/officeDocument/2006/relationships/image" Target="../media/image20.png"/>
  <Relationship Id="rId17" Type="http://schemas.openxmlformats.org/officeDocument/2006/relationships/image" Target="../media/image25.png"/>
  <Relationship Id="rId25" Type="http://schemas.openxmlformats.org/officeDocument/2006/relationships/image" Target="../media/image33.png"/>
  <Relationship Id="rId2" Type="http://schemas.openxmlformats.org/officeDocument/2006/relationships/notesSlide" Target="../notesSlides/notesSlide2.xml"/>
  <Relationship Id="rId16" Type="http://schemas.openxmlformats.org/officeDocument/2006/relationships/image" Target="../media/image24.png"/>
  <Relationship Id="rId20" Type="http://schemas.openxmlformats.org/officeDocument/2006/relationships/image" Target="../media/image28.png"/>
  <Relationship Id="rId29" Type="http://schemas.openxmlformats.org/officeDocument/2006/relationships/image" Target="../media/image37.png"/>
  <Relationship Id="rId1" Type="http://schemas.openxmlformats.org/officeDocument/2006/relationships/slideLayout" Target="../slideLayouts/slideLayout1.xml"/>
  <Relationship Id="rId6" Type="http://schemas.openxmlformats.org/officeDocument/2006/relationships/image" Target="../media/image14.png"/>
  <Relationship Id="rId11" Type="http://schemas.openxmlformats.org/officeDocument/2006/relationships/image" Target="../media/image19.png"/>
  <Relationship Id="rId24" Type="http://schemas.openxmlformats.org/officeDocument/2006/relationships/image" Target="../media/image32.png"/>
  <Relationship Id="rId5" Type="http://schemas.openxmlformats.org/officeDocument/2006/relationships/image" Target="../media/image13.png"/>
  <Relationship Id="rId15" Type="http://schemas.openxmlformats.org/officeDocument/2006/relationships/image" Target="../media/image23.png"/>
  <Relationship Id="rId23" Type="http://schemas.openxmlformats.org/officeDocument/2006/relationships/image" Target="../media/image31.png"/>
  <Relationship Id="rId28" Type="http://schemas.openxmlformats.org/officeDocument/2006/relationships/image" Target="../media/image36.png"/>
  <Relationship Id="rId10" Type="http://schemas.openxmlformats.org/officeDocument/2006/relationships/image" Target="../media/image18.png"/>
  <Relationship Id="rId19" Type="http://schemas.openxmlformats.org/officeDocument/2006/relationships/image" Target="../media/image27.png"/>
  <Relationship Id="rId31" Type="http://schemas.openxmlformats.org/officeDocument/2006/relationships/image" Target="../media/image10.png"/>
  <Relationship Id="rId4" Type="http://schemas.openxmlformats.org/officeDocument/2006/relationships/image" Target="../media/image12.png"/>
  <Relationship Id="rId9" Type="http://schemas.openxmlformats.org/officeDocument/2006/relationships/image" Target="../media/image17.png"/>
  <Relationship Id="rId14" Type="http://schemas.openxmlformats.org/officeDocument/2006/relationships/image" Target="../media/image22.png"/>
  <Relationship Id="rId22" Type="http://schemas.openxmlformats.org/officeDocument/2006/relationships/image" Target="../media/image30.png"/>
  <Relationship Id="rId27" Type="http://schemas.openxmlformats.org/officeDocument/2006/relationships/image" Target="../media/image35.png"/>
  <Relationship Id="rId30" Type="http://schemas.openxmlformats.org/officeDocument/2006/relationships/image" Target="../media/image38.png"/>
</Relationships>

</file>

<file path=ppt/slides/_rels/slide3.xml.rels><?xml version="1.0" encoding="utf-8"?>
<Relationships xmlns="http://schemas.openxmlformats.org/package/2006/relationships">
  <Relationship Id="rId8" Type="http://schemas.openxmlformats.org/officeDocument/2006/relationships/image" Target="../media/image44.png"/>
  <Relationship Id="rId13" Type="http://schemas.openxmlformats.org/officeDocument/2006/relationships/image" Target="../media/image49.png"/>
  <Relationship Id="rId18" Type="http://schemas.openxmlformats.org/officeDocument/2006/relationships/image" Target="../media/image54.png"/>
  <Relationship Id="rId3" Type="http://schemas.openxmlformats.org/officeDocument/2006/relationships/image" Target="../media/image39.png"/>
  <Relationship Id="rId21" Type="http://schemas.microsoft.com/office/2007/relationships/hdphoto" Target="../media/hdphoto1.wdp"/>
  <Relationship Id="rId7" Type="http://schemas.openxmlformats.org/officeDocument/2006/relationships/image" Target="../media/image43.png"/>
  <Relationship Id="rId12" Type="http://schemas.openxmlformats.org/officeDocument/2006/relationships/image" Target="../media/image48.png"/>
  <Relationship Id="rId17" Type="http://schemas.openxmlformats.org/officeDocument/2006/relationships/image" Target="../media/image53.png"/>
  <Relationship Id="rId2" Type="http://schemas.openxmlformats.org/officeDocument/2006/relationships/notesSlide" Target="../notesSlides/notesSlide3.xml"/>
  <Relationship Id="rId16" Type="http://schemas.openxmlformats.org/officeDocument/2006/relationships/image" Target="../media/image52.png"/>
  <Relationship Id="rId20" Type="http://schemas.openxmlformats.org/officeDocument/2006/relationships/image" Target="../media/image56.png"/>
  <Relationship Id="rId1" Type="http://schemas.openxmlformats.org/officeDocument/2006/relationships/slideLayout" Target="../slideLayouts/slideLayout1.xml"/>
  <Relationship Id="rId6" Type="http://schemas.openxmlformats.org/officeDocument/2006/relationships/image" Target="../media/image42.png"/>
  <Relationship Id="rId11" Type="http://schemas.openxmlformats.org/officeDocument/2006/relationships/image" Target="../media/image47.png"/>
  <Relationship Id="rId5" Type="http://schemas.openxmlformats.org/officeDocument/2006/relationships/image" Target="../media/image41.png"/>
  <Relationship Id="rId15" Type="http://schemas.openxmlformats.org/officeDocument/2006/relationships/image" Target="../media/image51.png"/>
  <Relationship Id="rId10" Type="http://schemas.openxmlformats.org/officeDocument/2006/relationships/image" Target="../media/image46.png"/>
  <Relationship Id="rId19" Type="http://schemas.openxmlformats.org/officeDocument/2006/relationships/image" Target="../media/image55.png"/>
  <Relationship Id="rId4" Type="http://schemas.openxmlformats.org/officeDocument/2006/relationships/image" Target="../media/image40.png"/>
  <Relationship Id="rId9" Type="http://schemas.openxmlformats.org/officeDocument/2006/relationships/image" Target="../media/image45.png"/>
  <Relationship Id="rId14" Type="http://schemas.openxmlformats.org/officeDocument/2006/relationships/image" Target="../media/image50.png"/>
</Relationships>

</file>

<file path=ppt/slides/_rels/slide4.xml.rels><?xml version="1.0" encoding="utf-8"?>
<Relationships xmlns="http://schemas.openxmlformats.org/package/2006/relationships">
  <Relationship Id="rId8" Type="http://schemas.openxmlformats.org/officeDocument/2006/relationships/image" Target="../media/image62.png"/>
  <Relationship Id="rId3" Type="http://schemas.openxmlformats.org/officeDocument/2006/relationships/image" Target="../media/image57.png"/>
  <Relationship Id="rId7" Type="http://schemas.openxmlformats.org/officeDocument/2006/relationships/image" Target="../media/image61.png"/>
  <Relationship Id="rId12" Type="http://schemas.openxmlformats.org/officeDocument/2006/relationships/image" Target="../media/image66.png"/>
  <Relationship Id="rId2" Type="http://schemas.openxmlformats.org/officeDocument/2006/relationships/notesSlide" Target="../notesSlides/notesSlide4.xml"/>
  <Relationship Id="rId1" Type="http://schemas.openxmlformats.org/officeDocument/2006/relationships/slideLayout" Target="../slideLayouts/slideLayout1.xml"/>
  <Relationship Id="rId6" Type="http://schemas.openxmlformats.org/officeDocument/2006/relationships/image" Target="../media/image60.png"/>
  <Relationship Id="rId11" Type="http://schemas.openxmlformats.org/officeDocument/2006/relationships/image" Target="../media/image65.png"/>
  <Relationship Id="rId5" Type="http://schemas.openxmlformats.org/officeDocument/2006/relationships/image" Target="../media/image59.png"/>
  <Relationship Id="rId10" Type="http://schemas.openxmlformats.org/officeDocument/2006/relationships/image" Target="../media/image64.png"/>
  <Relationship Id="rId4" Type="http://schemas.openxmlformats.org/officeDocument/2006/relationships/image" Target="../media/image58.png"/>
  <Relationship Id="rId9" Type="http://schemas.openxmlformats.org/officeDocument/2006/relationships/image" Target="../media/image63.png"/>
</Relationships>

</file>

<file path=ppt/slides/_rels/slide5.xml.rels><?xml version="1.0" encoding="utf-8"?>
<Relationships xmlns="http://schemas.openxmlformats.org/package/2006/relationships">
  <Relationship Id="rId8" Type="http://schemas.openxmlformats.org/officeDocument/2006/relationships/image" Target="../media/image71.png"/>
  <Relationship Id="rId3" Type="http://schemas.openxmlformats.org/officeDocument/2006/relationships/image" Target="../media/image57.png"/>
  <Relationship Id="rId7" Type="http://schemas.openxmlformats.org/officeDocument/2006/relationships/image" Target="../media/image70.png"/>
  <Relationship Id="rId12" Type="http://schemas.openxmlformats.org/officeDocument/2006/relationships/image" Target="../media/image10.png"/>
  <Relationship Id="rId2" Type="http://schemas.openxmlformats.org/officeDocument/2006/relationships/notesSlide" Target="../notesSlides/notesSlide5.xml"/>
  <Relationship Id="rId1" Type="http://schemas.openxmlformats.org/officeDocument/2006/relationships/slideLayout" Target="../slideLayouts/slideLayout1.xml"/>
  <Relationship Id="rId6" Type="http://schemas.openxmlformats.org/officeDocument/2006/relationships/image" Target="../media/image69.png"/>
  <Relationship Id="rId11" Type="http://schemas.openxmlformats.org/officeDocument/2006/relationships/image" Target="../media/image74.png"/>
  <Relationship Id="rId5" Type="http://schemas.openxmlformats.org/officeDocument/2006/relationships/image" Target="../media/image68.png"/>
  <Relationship Id="rId10" Type="http://schemas.openxmlformats.org/officeDocument/2006/relationships/image" Target="../media/image73.png"/>
  <Relationship Id="rId4" Type="http://schemas.openxmlformats.org/officeDocument/2006/relationships/image" Target="../media/image67.png"/>
  <Relationship Id="rId9" Type="http://schemas.openxmlformats.org/officeDocument/2006/relationships/image" Target="../media/image72.png"/>
</Relationships>

</file>

<file path=ppt/slides/_rels/slide6.xml.rels><?xml version="1.0" encoding="utf-8"?>
<Relationships xmlns="http://schemas.openxmlformats.org/package/2006/relationships">
  <Relationship Id="rId8" Type="http://schemas.openxmlformats.org/officeDocument/2006/relationships/image" Target="../media/image80.png"/>
  <Relationship Id="rId3" Type="http://schemas.openxmlformats.org/officeDocument/2006/relationships/image" Target="../media/image75.png"/>
  <Relationship Id="rId7" Type="http://schemas.openxmlformats.org/officeDocument/2006/relationships/image" Target="../media/image79.png"/>
  <Relationship Id="rId12" Type="http://schemas.openxmlformats.org/officeDocument/2006/relationships/image" Target="../media/image10.png"/>
  <Relationship Id="rId2" Type="http://schemas.openxmlformats.org/officeDocument/2006/relationships/notesSlide" Target="../notesSlides/notesSlide6.xml"/>
  <Relationship Id="rId1" Type="http://schemas.openxmlformats.org/officeDocument/2006/relationships/slideLayout" Target="../slideLayouts/slideLayout1.xml"/>
  <Relationship Id="rId6" Type="http://schemas.openxmlformats.org/officeDocument/2006/relationships/image" Target="../media/image78.png"/>
  <Relationship Id="rId11" Type="http://schemas.openxmlformats.org/officeDocument/2006/relationships/image" Target="../media/image9.png"/>
  <Relationship Id="rId5" Type="http://schemas.openxmlformats.org/officeDocument/2006/relationships/image" Target="../media/image77.png"/>
  <Relationship Id="rId10" Type="http://schemas.openxmlformats.org/officeDocument/2006/relationships/image" Target="../media/image82.png"/>
  <Relationship Id="rId4" Type="http://schemas.openxmlformats.org/officeDocument/2006/relationships/image" Target="../media/image76.png"/>
  <Relationship Id="rId9" Type="http://schemas.openxmlformats.org/officeDocument/2006/relationships/image" Target="../media/image81.png"/>
</Relationships>

</file>

<file path=ppt/slides/_rels/slide7.xml.rels><?xml version="1.0" encoding="utf-8"?>
<Relationships xmlns="http://schemas.openxmlformats.org/package/2006/relationships">
  <Relationship Id="rId8" Type="http://schemas.openxmlformats.org/officeDocument/2006/relationships/image" Target="../media/image88.png"/>
  <Relationship Id="rId13" Type="http://schemas.openxmlformats.org/officeDocument/2006/relationships/image" Target="../media/image10.png"/>
  <Relationship Id="rId3" Type="http://schemas.openxmlformats.org/officeDocument/2006/relationships/image" Target="../media/image83.png"/>
  <Relationship Id="rId7" Type="http://schemas.openxmlformats.org/officeDocument/2006/relationships/image" Target="../media/image87.png"/>
  <Relationship Id="rId12" Type="http://schemas.openxmlformats.org/officeDocument/2006/relationships/image" Target="../media/image92.png"/>
  <Relationship Id="rId2" Type="http://schemas.openxmlformats.org/officeDocument/2006/relationships/notesSlide" Target="../notesSlides/notesSlide7.xml"/>
  <Relationship Id="rId1" Type="http://schemas.openxmlformats.org/officeDocument/2006/relationships/slideLayout" Target="../slideLayouts/slideLayout1.xml"/>
  <Relationship Id="rId6" Type="http://schemas.openxmlformats.org/officeDocument/2006/relationships/image" Target="../media/image86.png"/>
  <Relationship Id="rId11" Type="http://schemas.openxmlformats.org/officeDocument/2006/relationships/image" Target="../media/image91.png"/>
  <Relationship Id="rId5" Type="http://schemas.openxmlformats.org/officeDocument/2006/relationships/image" Target="../media/image85.png"/>
  <Relationship Id="rId10" Type="http://schemas.openxmlformats.org/officeDocument/2006/relationships/image" Target="../media/image90.png"/>
  <Relationship Id="rId4" Type="http://schemas.openxmlformats.org/officeDocument/2006/relationships/image" Target="../media/image84.png"/>
  <Relationship Id="rId9" Type="http://schemas.openxmlformats.org/officeDocument/2006/relationships/image" Target="../media/image89.png"/>
</Relationships>

</file>

<file path=ppt/slides/_rels/slide8.xml.rels><?xml version="1.0" encoding="utf-8"?>
<Relationships xmlns="http://schemas.openxmlformats.org/package/2006/relationships">
  <Relationship Id="rId8" Type="http://schemas.openxmlformats.org/officeDocument/2006/relationships/image" Target="../media/image98.png"/>
  <Relationship Id="rId13" Type="http://schemas.openxmlformats.org/officeDocument/2006/relationships/image" Target="../media/image103.png"/>
  <Relationship Id="rId18" Type="http://schemas.openxmlformats.org/officeDocument/2006/relationships/image" Target="../media/image38.png"/>
  <Relationship Id="rId3" Type="http://schemas.openxmlformats.org/officeDocument/2006/relationships/image" Target="../media/image93.png"/>
  <Relationship Id="rId7" Type="http://schemas.openxmlformats.org/officeDocument/2006/relationships/image" Target="../media/image97.png"/>
  <Relationship Id="rId12" Type="http://schemas.openxmlformats.org/officeDocument/2006/relationships/image" Target="../media/image102.png"/>
  <Relationship Id="rId17" Type="http://schemas.openxmlformats.org/officeDocument/2006/relationships/image" Target="../media/image107.png"/>
  <Relationship Id="rId2" Type="http://schemas.openxmlformats.org/officeDocument/2006/relationships/notesSlide" Target="../notesSlides/notesSlide8.xml"/>
  <Relationship Id="rId16" Type="http://schemas.openxmlformats.org/officeDocument/2006/relationships/image" Target="../media/image106.png"/>
  <Relationship Id="rId1" Type="http://schemas.openxmlformats.org/officeDocument/2006/relationships/slideLayout" Target="../slideLayouts/slideLayout1.xml"/>
  <Relationship Id="rId6" Type="http://schemas.openxmlformats.org/officeDocument/2006/relationships/image" Target="../media/image96.png"/>
  <Relationship Id="rId11" Type="http://schemas.openxmlformats.org/officeDocument/2006/relationships/image" Target="../media/image101.png"/>
  <Relationship Id="rId5" Type="http://schemas.openxmlformats.org/officeDocument/2006/relationships/image" Target="../media/image95.png"/>
  <Relationship Id="rId15" Type="http://schemas.openxmlformats.org/officeDocument/2006/relationships/image" Target="../media/image105.png"/>
  <Relationship Id="rId10" Type="http://schemas.openxmlformats.org/officeDocument/2006/relationships/image" Target="../media/image100.png"/>
  <Relationship Id="rId4" Type="http://schemas.openxmlformats.org/officeDocument/2006/relationships/image" Target="../media/image94.png"/>
  <Relationship Id="rId9" Type="http://schemas.openxmlformats.org/officeDocument/2006/relationships/image" Target="../media/image99.png"/>
  <Relationship Id="rId14" Type="http://schemas.openxmlformats.org/officeDocument/2006/relationships/image" Target="../media/image104.png"/>
</Relationships>

</file>

<file path=ppt/slides/_rels/slide9.xml.rels><?xml version="1.0" encoding="utf-8"?>
<Relationships xmlns="http://schemas.openxmlformats.org/package/2006/relationships">
  <Relationship Id="rId8" Type="http://schemas.openxmlformats.org/officeDocument/2006/relationships/image" Target="../media/image113.png"/>
  <Relationship Id="rId13" Type="http://schemas.openxmlformats.org/officeDocument/2006/relationships/image" Target="../media/image118.png"/>
  <Relationship Id="rId18" Type="http://schemas.openxmlformats.org/officeDocument/2006/relationships/image" Target="../media/image10.png"/>
  <Relationship Id="rId3" Type="http://schemas.openxmlformats.org/officeDocument/2006/relationships/image" Target="../media/image108.png"/>
  <Relationship Id="rId7" Type="http://schemas.openxmlformats.org/officeDocument/2006/relationships/image" Target="../media/image112.png"/>
  <Relationship Id="rId12" Type="http://schemas.openxmlformats.org/officeDocument/2006/relationships/image" Target="../media/image117.png"/>
  <Relationship Id="rId17" Type="http://schemas.openxmlformats.org/officeDocument/2006/relationships/image" Target="../media/image38.png"/>
  <Relationship Id="rId2" Type="http://schemas.openxmlformats.org/officeDocument/2006/relationships/notesSlide" Target="../notesSlides/notesSlide9.xml"/>
  <Relationship Id="rId16" Type="http://schemas.openxmlformats.org/officeDocument/2006/relationships/image" Target="../media/image121.png"/>
  <Relationship Id="rId1" Type="http://schemas.openxmlformats.org/officeDocument/2006/relationships/slideLayout" Target="../slideLayouts/slideLayout1.xml"/>
  <Relationship Id="rId6" Type="http://schemas.openxmlformats.org/officeDocument/2006/relationships/image" Target="../media/image111.png"/>
  <Relationship Id="rId11" Type="http://schemas.openxmlformats.org/officeDocument/2006/relationships/image" Target="../media/image116.png"/>
  <Relationship Id="rId5" Type="http://schemas.openxmlformats.org/officeDocument/2006/relationships/image" Target="../media/image110.png"/>
  <Relationship Id="rId15" Type="http://schemas.openxmlformats.org/officeDocument/2006/relationships/image" Target="../media/image120.png"/>
  <Relationship Id="rId10" Type="http://schemas.openxmlformats.org/officeDocument/2006/relationships/image" Target="../media/image115.png"/>
  <Relationship Id="rId4" Type="http://schemas.openxmlformats.org/officeDocument/2006/relationships/image" Target="../media/image109.png"/>
  <Relationship Id="rId9" Type="http://schemas.openxmlformats.org/officeDocument/2006/relationships/image" Target="../media/image114.png"/>
  <Relationship Id="rId14" Type="http://schemas.openxmlformats.org/officeDocument/2006/relationships/image" Target="../media/image119.png"/>
</Relationships>

</file>

<file path=ppt/slides/_rels/slide10.xml.rels><?xml version="1.0" encoding="utf-8"?>
<Relationships xmlns="http://schemas.openxmlformats.org/package/2006/relationships">
  <Relationship Id="rId8" Type="http://schemas.openxmlformats.org/officeDocument/2006/relationships/image" Target="../media/image127.png"/>
  <Relationship Id="rId13" Type="http://schemas.openxmlformats.org/officeDocument/2006/relationships/image" Target="../media/image132.png"/>
  <Relationship Id="rId3" Type="http://schemas.openxmlformats.org/officeDocument/2006/relationships/image" Target="../media/image122.png"/>
  <Relationship Id="rId7" Type="http://schemas.openxmlformats.org/officeDocument/2006/relationships/image" Target="../media/image126.png"/>
  <Relationship Id="rId12" Type="http://schemas.openxmlformats.org/officeDocument/2006/relationships/image" Target="../media/image131.png"/>
  <Relationship Id="rId2" Type="http://schemas.openxmlformats.org/officeDocument/2006/relationships/notesSlide" Target="../notesSlides/notesSlide10.xml"/>
  <Relationship Id="rId1" Type="http://schemas.openxmlformats.org/officeDocument/2006/relationships/slideLayout" Target="../slideLayouts/slideLayout1.xml"/>
  <Relationship Id="rId6" Type="http://schemas.openxmlformats.org/officeDocument/2006/relationships/image" Target="../media/image125.png"/>
  <Relationship Id="rId11" Type="http://schemas.openxmlformats.org/officeDocument/2006/relationships/image" Target="../media/image130.png"/>
  <Relationship Id="rId5" Type="http://schemas.openxmlformats.org/officeDocument/2006/relationships/image" Target="../media/image124.png"/>
  <Relationship Id="rId15" Type="http://schemas.openxmlformats.org/officeDocument/2006/relationships/image" Target="../media/image10.png"/>
  <Relationship Id="rId10" Type="http://schemas.openxmlformats.org/officeDocument/2006/relationships/image" Target="../media/image129.png"/>
  <Relationship Id="rId4" Type="http://schemas.openxmlformats.org/officeDocument/2006/relationships/image" Target="../media/image123.png"/>
  <Relationship Id="rId9" Type="http://schemas.openxmlformats.org/officeDocument/2006/relationships/image" Target="../media/image128.png"/>
  <Relationship Id="rId14" Type="http://schemas.openxmlformats.org/officeDocument/2006/relationships/image" Target="../media/image9.png"/>
</Relationships>

</file>

<file path=ppt/slides/_rels/slide11.xml.rels><?xml version="1.0" encoding="utf-8"?>
<Relationships xmlns="http://schemas.openxmlformats.org/package/2006/relationships">
  <Relationship Id="rId8" Type="http://schemas.openxmlformats.org/officeDocument/2006/relationships/image" Target="../media/image138.png"/>
  <Relationship Id="rId13" Type="http://schemas.openxmlformats.org/officeDocument/2006/relationships/image" Target="../media/image143.png"/>
  <Relationship Id="rId3" Type="http://schemas.openxmlformats.org/officeDocument/2006/relationships/image" Target="../media/image133.png"/>
  <Relationship Id="rId7" Type="http://schemas.openxmlformats.org/officeDocument/2006/relationships/image" Target="../media/image137.png"/>
  <Relationship Id="rId12" Type="http://schemas.openxmlformats.org/officeDocument/2006/relationships/image" Target="../media/image142.png"/>
  <Relationship Id="rId17" Type="http://schemas.openxmlformats.org/officeDocument/2006/relationships/image" Target="../media/image146.png"/>
  <Relationship Id="rId2" Type="http://schemas.openxmlformats.org/officeDocument/2006/relationships/notesSlide" Target="../notesSlides/notesSlide11.xml"/>
  <Relationship Id="rId16" Type="http://schemas.openxmlformats.org/officeDocument/2006/relationships/image" Target="../media/image38.png"/>
  <Relationship Id="rId1" Type="http://schemas.openxmlformats.org/officeDocument/2006/relationships/slideLayout" Target="../slideLayouts/slideLayout1.xml"/>
  <Relationship Id="rId6" Type="http://schemas.openxmlformats.org/officeDocument/2006/relationships/image" Target="../media/image136.png"/>
  <Relationship Id="rId11" Type="http://schemas.openxmlformats.org/officeDocument/2006/relationships/image" Target="../media/image141.png"/>
  <Relationship Id="rId5" Type="http://schemas.openxmlformats.org/officeDocument/2006/relationships/image" Target="../media/image135.png"/>
  <Relationship Id="rId15" Type="http://schemas.openxmlformats.org/officeDocument/2006/relationships/image" Target="../media/image145.png"/>
  <Relationship Id="rId10" Type="http://schemas.openxmlformats.org/officeDocument/2006/relationships/image" Target="../media/image140.png"/>
  <Relationship Id="rId4" Type="http://schemas.openxmlformats.org/officeDocument/2006/relationships/image" Target="../media/image134.png"/>
  <Relationship Id="rId9" Type="http://schemas.openxmlformats.org/officeDocument/2006/relationships/image" Target="../media/image139.png"/>
  <Relationship Id="rId14" Type="http://schemas.openxmlformats.org/officeDocument/2006/relationships/image" Target="../media/image144.png"/>
</Relationships>

</file>

<file path=ppt/slides/_rels/slide12.xml.rels><?xml version="1.0" encoding="utf-8"?>
<Relationships xmlns="http://schemas.openxmlformats.org/package/2006/relationships">
  <Relationship Id="rId3" Type="http://schemas.openxmlformats.org/officeDocument/2006/relationships/image" Target="../media/image147.png"/>
  <Relationship Id="rId2" Type="http://schemas.openxmlformats.org/officeDocument/2006/relationships/notesSlide" Target="../notesSlides/notesSlide12.xml"/>
  <Relationship Id="rId1" Type="http://schemas.openxmlformats.org/officeDocument/2006/relationships/slideLayout" Target="../slideLayouts/slideLayout1.xml"/>
  <Relationship Id="rId5" Type="http://schemas.openxmlformats.org/officeDocument/2006/relationships/image" Target="../media/image149.png"/>
  <Relationship Id="rId4" Type="http://schemas.openxmlformats.org/officeDocument/2006/relationships/image" Target="../media/image148.png"/>
</Relationships>

</file>

<file path=ppt/slides/_rels/slide13.xml.rels><?xml version="1.0" encoding="utf-8"?>
<Relationships xmlns="http://schemas.openxmlformats.org/package/2006/relationships">
  <Relationship Id="rId8" Type="http://schemas.openxmlformats.org/officeDocument/2006/relationships/image" Target="../media/image127.png"/>
  <Relationship Id="rId13" Type="http://schemas.openxmlformats.org/officeDocument/2006/relationships/image" Target="../media/image132.png"/>
  <Relationship Id="rId3" Type="http://schemas.openxmlformats.org/officeDocument/2006/relationships/image" Target="../media/image122.png"/>
  <Relationship Id="rId7" Type="http://schemas.openxmlformats.org/officeDocument/2006/relationships/image" Target="../media/image126.png"/>
  <Relationship Id="rId12" Type="http://schemas.openxmlformats.org/officeDocument/2006/relationships/image" Target="../media/image131.png"/>
  <Relationship Id="rId2" Type="http://schemas.openxmlformats.org/officeDocument/2006/relationships/notesSlide" Target="../notesSlides/notesSlide13.xml"/>
  <Relationship Id="rId1" Type="http://schemas.openxmlformats.org/officeDocument/2006/relationships/slideLayout" Target="../slideLayouts/slideLayout1.xml"/>
  <Relationship Id="rId6" Type="http://schemas.openxmlformats.org/officeDocument/2006/relationships/image" Target="../media/image125.png"/>
  <Relationship Id="rId11" Type="http://schemas.openxmlformats.org/officeDocument/2006/relationships/image" Target="../media/image130.png"/>
  <Relationship Id="rId5" Type="http://schemas.openxmlformats.org/officeDocument/2006/relationships/image" Target="../media/image124.png"/>
  <Relationship Id="rId15" Type="http://schemas.openxmlformats.org/officeDocument/2006/relationships/image" Target="../media/image10.png"/>
  <Relationship Id="rId10" Type="http://schemas.openxmlformats.org/officeDocument/2006/relationships/image" Target="../media/image129.png"/>
  <Relationship Id="rId4" Type="http://schemas.openxmlformats.org/officeDocument/2006/relationships/image" Target="../media/image123.png"/>
  <Relationship Id="rId9" Type="http://schemas.openxmlformats.org/officeDocument/2006/relationships/image" Target="../media/image128.png"/>
  <Relationship Id="rId14" Type="http://schemas.openxmlformats.org/officeDocument/2006/relationships/image" Target="../media/image9.png"/>
</Relationships>

</file>

<file path=ppt/slides/_rels/slide14.xml.rels><?xml version="1.0" encoding="utf-8"?>
<Relationships xmlns="http://schemas.openxmlformats.org/package/2006/relationships">
  <Relationship Id="rId8" Type="http://schemas.openxmlformats.org/officeDocument/2006/relationships/image" Target="../media/image155.png"/>
  <Relationship Id="rId3" Type="http://schemas.openxmlformats.org/officeDocument/2006/relationships/image" Target="../media/image150.png"/>
  <Relationship Id="rId7" Type="http://schemas.openxmlformats.org/officeDocument/2006/relationships/image" Target="../media/image154.png"/>
  <Relationship Id="rId2" Type="http://schemas.openxmlformats.org/officeDocument/2006/relationships/notesSlide" Target="../notesSlides/notesSlide14.xml"/>
  <Relationship Id="rId1" Type="http://schemas.openxmlformats.org/officeDocument/2006/relationships/slideLayout" Target="../slideLayouts/slideLayout1.xml"/>
  <Relationship Id="rId6" Type="http://schemas.openxmlformats.org/officeDocument/2006/relationships/image" Target="../media/image153.png"/>
  <Relationship Id="rId11" Type="http://schemas.openxmlformats.org/officeDocument/2006/relationships/image" Target="../media/image10.png"/>
  <Relationship Id="rId5" Type="http://schemas.openxmlformats.org/officeDocument/2006/relationships/image" Target="../media/image152.png"/>
  <Relationship Id="rId10" Type="http://schemas.openxmlformats.org/officeDocument/2006/relationships/image" Target="../media/image38.png"/>
  <Relationship Id="rId4" Type="http://schemas.openxmlformats.org/officeDocument/2006/relationships/image" Target="../media/image151.png"/>
  <Relationship Id="rId9" Type="http://schemas.openxmlformats.org/officeDocument/2006/relationships/image" Target="../media/image156.png"/>
</Relationships>

</file>

<file path=ppt/slides/_rels/slide15.xml.rels><?xml version="1.0" encoding="utf-8"?>
<Relationships xmlns="http://schemas.openxmlformats.org/package/2006/relationships">
  <Relationship Id="rId8" Type="http://schemas.openxmlformats.org/officeDocument/2006/relationships/image" Target="../media/image162.png"/>
  <Relationship Id="rId3" Type="http://schemas.openxmlformats.org/officeDocument/2006/relationships/image" Target="../media/image157.png"/>
  <Relationship Id="rId7" Type="http://schemas.openxmlformats.org/officeDocument/2006/relationships/image" Target="../media/image161.png"/>
  <Relationship Id="rId2" Type="http://schemas.openxmlformats.org/officeDocument/2006/relationships/notesSlide" Target="../notesSlides/notesSlide15.xml"/>
  <Relationship Id="rId1" Type="http://schemas.openxmlformats.org/officeDocument/2006/relationships/slideLayout" Target="../slideLayouts/slideLayout1.xml"/>
  <Relationship Id="rId6" Type="http://schemas.openxmlformats.org/officeDocument/2006/relationships/image" Target="../media/image160.png"/>
  <Relationship Id="rId5" Type="http://schemas.openxmlformats.org/officeDocument/2006/relationships/image" Target="../media/image159.png"/>
  <Relationship Id="rId10" Type="http://schemas.openxmlformats.org/officeDocument/2006/relationships/image" Target="../media/image10.png"/>
  <Relationship Id="rId4" Type="http://schemas.openxmlformats.org/officeDocument/2006/relationships/image" Target="../media/image158.png"/>
  <Relationship Id="rId9" Type="http://schemas.openxmlformats.org/officeDocument/2006/relationships/image" Target="../media/image38.png"/>
</Relationships>

</file>

<file path=ppt/slides/_rels/slide16.xml.rels><?xml version="1.0" encoding="utf-8"?>
<Relationships xmlns="http://schemas.openxmlformats.org/package/2006/relationships">
  <Relationship Id="rId8" Type="http://schemas.openxmlformats.org/officeDocument/2006/relationships/image" Target="../media/image38.png"/>
  <Relationship Id="rId3" Type="http://schemas.openxmlformats.org/officeDocument/2006/relationships/image" Target="../media/image163.png"/>
  <Relationship Id="rId7" Type="http://schemas.openxmlformats.org/officeDocument/2006/relationships/image" Target="../media/image167.png"/>
  <Relationship Id="rId2" Type="http://schemas.openxmlformats.org/officeDocument/2006/relationships/notesSlide" Target="../notesSlides/notesSlide16.xml"/>
  <Relationship Id="rId1" Type="http://schemas.openxmlformats.org/officeDocument/2006/relationships/slideLayout" Target="../slideLayouts/slideLayout1.xml"/>
  <Relationship Id="rId6" Type="http://schemas.openxmlformats.org/officeDocument/2006/relationships/image" Target="../media/image166.png"/>
  <Relationship Id="rId5" Type="http://schemas.openxmlformats.org/officeDocument/2006/relationships/image" Target="../media/image165.png"/>
  <Relationship Id="rId4" Type="http://schemas.openxmlformats.org/officeDocument/2006/relationships/image" Target="../media/image164.png"/>
</Relationships>

</file>

<file path=ppt/slides/_rels/slide17.xml.rels><?xml version="1.0" encoding="utf-8"?>
<Relationships xmlns="http://schemas.openxmlformats.org/package/2006/relationships">
  <Relationship Id="rId8" Type="http://schemas.openxmlformats.org/officeDocument/2006/relationships/image" Target="../media/image171.png"/>
  <Relationship Id="rId3" Type="http://schemas.openxmlformats.org/officeDocument/2006/relationships/image" Target="../media/image57.png"/>
  <Relationship Id="rId7" Type="http://schemas.openxmlformats.org/officeDocument/2006/relationships/image" Target="../media/image170.png"/>
  <Relationship Id="rId2" Type="http://schemas.openxmlformats.org/officeDocument/2006/relationships/notesSlide" Target="../notesSlides/notesSlide17.xml"/>
  <Relationship Id="rId1" Type="http://schemas.openxmlformats.org/officeDocument/2006/relationships/slideLayout" Target="../slideLayouts/slideLayout1.xml"/>
  <Relationship Id="rId6" Type="http://schemas.openxmlformats.org/officeDocument/2006/relationships/image" Target="../media/image169.png"/>
  <Relationship Id="rId5" Type="http://schemas.openxmlformats.org/officeDocument/2006/relationships/image" Target="../media/image10.png"/>
  <Relationship Id="rId10" Type="http://schemas.openxmlformats.org/officeDocument/2006/relationships/hyperlink" Target="https://forms.office.com/r/mVzhNWH6JE" TargetMode="External"/>
  <Relationship Id="rId4" Type="http://schemas.openxmlformats.org/officeDocument/2006/relationships/image" Target="../media/image168.png"/>
  <Relationship Id="rId9" Type="http://schemas.openxmlformats.org/officeDocument/2006/relationships/image" Target="../media/image172.png"/>
</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参加者の情報は</a:t>
            </a:r>
            <a:r>
              <a:rPr lang="en-US" sz="1600" b="1" dirty="0">
                <a:solidFill>
                  <a:srgbClr val="0078D4"/>
                </a:solidFill>
                <a:latin typeface="Noto Sans JP" pitchFamily="34" charset="0"/>
                <a:ea typeface="Noto Sans JP" pitchFamily="34" charset="-122"/>
                <a:cs typeface="Noto Sans JP" pitchFamily="34" charset="-120"/>
              </a:rPr>
              <a:t>映りません</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講師画面のみ録画されます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  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1" y="47549"/>
            <a:ext cx="12191695" cy="6858000"/>
          </a:xfrm>
          <a:prstGeom prst="rect">
            <a:avLst/>
          </a:prstGeom>
        </p:spPr>
      </p:pic>
      <p:sp>
        <p:nvSpPr>
          <p:cNvPr id="4" name="Text 1"/>
          <p:cNvSpPr txBox="1"/>
          <p:nvPr/>
        </p:nvSpPr>
        <p:spPr>
          <a:xfrm>
            <a:off x="558343" y="381610"/>
            <a:ext cx="5334610" cy="228600"/>
          </a:xfrm>
          <a:prstGeom prst="rect">
            <a:avLst/>
          </a:prstGeom>
          <a:noFill/>
          <a:ln/>
        </p:spPr>
        <p:txBody>
          <a:bodyPr wrap="square" lIns="0" tIns="0" rIns="0" bIns="0" rtlCol="0" anchor="ctr"/>
          <a:lstStyle/>
          <a:p>
            <a:pPr marL="0" indent="0" algn="l">
              <a:buNone/>
            </a:pPr>
            <a:r>
              <a:rPr lang="en-US" b="1" kern="0" spc="60" dirty="0">
                <a:solidFill>
                  <a:srgbClr val="9CA3AF"/>
                </a:solidFill>
                <a:latin typeface="Noto Sans JP" pitchFamily="34" charset="0"/>
                <a:ea typeface="Noto Sans JP" pitchFamily="34" charset="-122"/>
                <a:cs typeface="Noto Sans JP" pitchFamily="34" charset="-120"/>
              </a:rPr>
              <a:t>Introduction</a:t>
            </a:r>
            <a:endParaRPr lang="en-US" dirty="0"/>
          </a:p>
        </p:txBody>
      </p:sp>
      <p:sp>
        <p:nvSpPr>
          <p:cNvPr id="5" name="Text 2"/>
          <p:cNvSpPr txBox="1"/>
          <p:nvPr/>
        </p:nvSpPr>
        <p:spPr>
          <a:xfrm>
            <a:off x="501651" y="808786"/>
            <a:ext cx="5391302" cy="11430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Power Automateって</a:t>
            </a:r>
          </a:p>
          <a:p>
            <a:pPr marL="0" indent="0" algn="l">
              <a:buNone/>
            </a:pPr>
            <a:r>
              <a:rPr lang="en-US" sz="3600" b="1">
                <a:solidFill>
                  <a:srgbClr val="1F2937"/>
                </a:solidFill>
                <a:latin typeface="Noto Sans JP" pitchFamily="34" charset="0"/>
                <a:ea typeface="Noto Sans JP" pitchFamily="34" charset="-122"/>
                <a:cs typeface="Noto Sans JP" pitchFamily="34" charset="-120"/>
              </a:rPr>
              <a:t>なに</a:t>
            </a:r>
            <a:r>
              <a:rPr lang="en-US" sz="3600" b="1" dirty="0">
                <a:solidFill>
                  <a:srgbClr val="1F2937"/>
                </a:solidFill>
                <a:latin typeface="Noto Sans JP" pitchFamily="34" charset="0"/>
                <a:ea typeface="Noto Sans JP" pitchFamily="34" charset="-122"/>
                <a:cs typeface="Noto Sans JP" pitchFamily="34" charset="-120"/>
              </a:rPr>
              <a:t>？</a:t>
            </a:r>
            <a:endParaRPr lang="en-US" sz="3600" dirty="0"/>
          </a:p>
        </p:txBody>
      </p:sp>
      <p:pic>
        <p:nvPicPr>
          <p:cNvPr id="6" name="Image 1" descr="preencoded.png"/>
          <p:cNvPicPr>
            <a:picLocks noChangeAspect="1"/>
          </p:cNvPicPr>
          <p:nvPr/>
        </p:nvPicPr>
        <p:blipFill>
          <a:blip r:embed="rId4"/>
          <a:srcRect/>
          <a:stretch/>
        </p:blipFill>
        <p:spPr>
          <a:xfrm>
            <a:off x="419710" y="2400300"/>
            <a:ext cx="380390" cy="380390"/>
          </a:xfrm>
          <a:prstGeom prst="rect">
            <a:avLst/>
          </a:prstGeom>
        </p:spPr>
      </p:pic>
      <p:sp>
        <p:nvSpPr>
          <p:cNvPr id="7" name="Text 3"/>
          <p:cNvSpPr txBox="1"/>
          <p:nvPr/>
        </p:nvSpPr>
        <p:spPr>
          <a:xfrm>
            <a:off x="952805" y="236189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業務の自動化ツール</a:t>
            </a:r>
            <a:endParaRPr lang="en-US" sz="2400" dirty="0"/>
          </a:p>
        </p:txBody>
      </p:sp>
      <p:sp>
        <p:nvSpPr>
          <p:cNvPr id="8" name="Text 4"/>
          <p:cNvSpPr txBox="1"/>
          <p:nvPr/>
        </p:nvSpPr>
        <p:spPr>
          <a:xfrm>
            <a:off x="952805" y="2761945"/>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Microsoftが提供している、毎日くり返す「ちょっと面倒な作業」を自動でやってくれるツールです。</a:t>
            </a:r>
            <a:endParaRPr lang="en-US" sz="1400" dirty="0"/>
          </a:p>
        </p:txBody>
      </p:sp>
      <p:pic>
        <p:nvPicPr>
          <p:cNvPr id="9" name="Image 2" descr="preencoded.png"/>
          <p:cNvPicPr>
            <a:picLocks noChangeAspect="1"/>
          </p:cNvPicPr>
          <p:nvPr/>
        </p:nvPicPr>
        <p:blipFill>
          <a:blip r:embed="rId5"/>
          <a:srcRect/>
          <a:stretch/>
        </p:blipFill>
        <p:spPr>
          <a:xfrm>
            <a:off x="419710" y="3504895"/>
            <a:ext cx="380390" cy="380390"/>
          </a:xfrm>
          <a:prstGeom prst="rect">
            <a:avLst/>
          </a:prstGeom>
        </p:spPr>
      </p:pic>
      <p:sp>
        <p:nvSpPr>
          <p:cNvPr id="10" name="Text 5"/>
          <p:cNvSpPr txBox="1"/>
          <p:nvPr/>
        </p:nvSpPr>
        <p:spPr>
          <a:xfrm>
            <a:off x="952805" y="346740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ボタンなしで動く</a:t>
            </a:r>
            <a:endParaRPr lang="en-US" sz="2400" dirty="0"/>
          </a:p>
        </p:txBody>
      </p:sp>
      <p:sp>
        <p:nvSpPr>
          <p:cNvPr id="11" name="Text 6"/>
          <p:cNvSpPr txBox="1"/>
          <p:nvPr/>
        </p:nvSpPr>
        <p:spPr>
          <a:xfrm>
            <a:off x="926287" y="3837736"/>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「メールが来たら通知」「ファイルが届いたら保存」など、きっかけに合わせて勝手に動きます。</a:t>
            </a:r>
            <a:endParaRPr lang="en-US" sz="1400" dirty="0"/>
          </a:p>
        </p:txBody>
      </p:sp>
      <p:pic>
        <p:nvPicPr>
          <p:cNvPr id="12" name="Image 3" descr="preencoded.png"/>
          <p:cNvPicPr>
            <a:picLocks noChangeAspect="1"/>
          </p:cNvPicPr>
          <p:nvPr/>
        </p:nvPicPr>
        <p:blipFill>
          <a:blip r:embed="rId6"/>
          <a:srcRect/>
          <a:stretch/>
        </p:blipFill>
        <p:spPr>
          <a:xfrm>
            <a:off x="419710" y="4610405"/>
            <a:ext cx="380390" cy="380390"/>
          </a:xfrm>
          <a:prstGeom prst="rect">
            <a:avLst/>
          </a:prstGeom>
        </p:spPr>
      </p:pic>
      <p:sp>
        <p:nvSpPr>
          <p:cNvPr id="13" name="Text 7"/>
          <p:cNvSpPr txBox="1"/>
          <p:nvPr/>
        </p:nvSpPr>
        <p:spPr>
          <a:xfrm>
            <a:off x="952805" y="4666640"/>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コードを書かない</a:t>
            </a:r>
            <a:endParaRPr lang="en-US" sz="2400" dirty="0"/>
          </a:p>
        </p:txBody>
      </p:sp>
      <p:sp>
        <p:nvSpPr>
          <p:cNvPr id="14" name="Text 8"/>
          <p:cNvSpPr txBox="1"/>
          <p:nvPr/>
        </p:nvSpPr>
        <p:spPr>
          <a:xfrm>
            <a:off x="952805" y="5022392"/>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難しいプログラミングは不要。画面のブロックを組み合わせるだけで「自動処理」が作れます。</a:t>
            </a:r>
            <a:endParaRPr lang="en-US" sz="1400" dirty="0"/>
          </a:p>
        </p:txBody>
      </p:sp>
      <p:sp>
        <p:nvSpPr>
          <p:cNvPr id="15" name="Shape 9"/>
          <p:cNvSpPr/>
          <p:nvPr/>
        </p:nvSpPr>
        <p:spPr>
          <a:xfrm>
            <a:off x="571500" y="5753405"/>
            <a:ext cx="5219395" cy="800100"/>
          </a:xfrm>
          <a:prstGeom prst="roundRect">
            <a:avLst>
              <a:gd name="adj" fmla="val 21769"/>
            </a:avLst>
          </a:prstGeom>
          <a:solidFill>
            <a:srgbClr val="EFF6FF"/>
          </a:solidFill>
          <a:ln/>
        </p:spPr>
        <p:txBody>
          <a:bodyPr/>
          <a:lstStyle/>
          <a:p>
            <a:endParaRPr lang="ja-JP" altLang="en-US"/>
          </a:p>
        </p:txBody>
      </p:sp>
      <p:sp>
        <p:nvSpPr>
          <p:cNvPr id="16" name="Shape 10"/>
          <p:cNvSpPr/>
          <p:nvPr/>
        </p:nvSpPr>
        <p:spPr>
          <a:xfrm>
            <a:off x="571500" y="5753405"/>
            <a:ext cx="38405" cy="800100"/>
          </a:xfrm>
          <a:prstGeom prst="roundRect">
            <a:avLst>
              <a:gd name="adj" fmla="val 453512"/>
            </a:avLst>
          </a:prstGeom>
          <a:solidFill>
            <a:srgbClr val="2563EB"/>
          </a:solidFill>
          <a:ln w="12700">
            <a:solidFill>
              <a:srgbClr val="2563EB">
                <a:alpha val="0"/>
              </a:srgbClr>
            </a:solidFill>
            <a:prstDash val="solid"/>
          </a:ln>
        </p:spPr>
        <p:txBody>
          <a:bodyPr/>
          <a:lstStyle/>
          <a:p>
            <a:endParaRPr lang="ja-JP" altLang="en-US"/>
          </a:p>
        </p:txBody>
      </p:sp>
      <p:sp>
        <p:nvSpPr>
          <p:cNvPr id="17" name="Text 11"/>
          <p:cNvSpPr txBox="1"/>
          <p:nvPr/>
        </p:nvSpPr>
        <p:spPr>
          <a:xfrm>
            <a:off x="761696" y="5905195"/>
            <a:ext cx="4927904" cy="495605"/>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今日のPA45では、このPower </a:t>
            </a:r>
            <a:r>
              <a:rPr lang="en-US" b="1">
                <a:solidFill>
                  <a:srgbClr val="374151"/>
                </a:solidFill>
                <a:latin typeface="Noto Sans JP" pitchFamily="34" charset="0"/>
                <a:ea typeface="Noto Sans JP" pitchFamily="34" charset="-122"/>
                <a:cs typeface="Noto Sans JP" pitchFamily="34" charset="-120"/>
              </a:rPr>
              <a:t>Automateで</a:t>
            </a:r>
          </a:p>
          <a:p>
            <a:pPr marL="0" indent="0" algn="l">
              <a:buNone/>
            </a:pPr>
            <a:r>
              <a:rPr lang="en-US" sz="2000" b="1">
                <a:solidFill>
                  <a:srgbClr val="2563EB"/>
                </a:solidFill>
                <a:latin typeface="Noto Sans JP" pitchFamily="34" charset="0"/>
                <a:ea typeface="Noto Sans JP" pitchFamily="34" charset="-122"/>
                <a:cs typeface="Noto Sans JP" pitchFamily="34" charset="-120"/>
              </a:rPr>
              <a:t>"</a:t>
            </a:r>
            <a:r>
              <a:rPr lang="en-US" sz="2000" b="1" dirty="0">
                <a:solidFill>
                  <a:srgbClr val="2563EB"/>
                </a:solidFill>
                <a:latin typeface="Noto Sans JP" pitchFamily="34" charset="0"/>
                <a:ea typeface="Noto Sans JP" pitchFamily="34" charset="-122"/>
                <a:cs typeface="Noto Sans JP" pitchFamily="34" charset="-120"/>
              </a:rPr>
              <a:t>1つのアクション"</a:t>
            </a:r>
            <a:r>
              <a:rPr lang="en-US" b="1" dirty="0">
                <a:solidFill>
                  <a:srgbClr val="374151"/>
                </a:solidFill>
                <a:latin typeface="Noto Sans JP" pitchFamily="34" charset="0"/>
                <a:ea typeface="Noto Sans JP" pitchFamily="34" charset="-122"/>
                <a:cs typeface="Noto Sans JP" pitchFamily="34" charset="-120"/>
              </a:rPr>
              <a:t>を一緒に体験します。</a:t>
            </a:r>
            <a:endParaRPr lang="en-US" dirty="0"/>
          </a:p>
        </p:txBody>
      </p:sp>
      <p:sp>
        <p:nvSpPr>
          <p:cNvPr id="18" name="Text 12"/>
          <p:cNvSpPr txBox="1"/>
          <p:nvPr/>
        </p:nvSpPr>
        <p:spPr>
          <a:xfrm>
            <a:off x="7162952" y="586282"/>
            <a:ext cx="4251147" cy="242452"/>
          </a:xfrm>
          <a:prstGeom prst="rect">
            <a:avLst/>
          </a:prstGeom>
          <a:noFill/>
          <a:ln/>
        </p:spPr>
        <p:txBody>
          <a:bodyPr wrap="square" lIns="0" tIns="0" rIns="0" bIns="0" rtlCol="0" anchor="ctr"/>
          <a:lstStyle/>
          <a:p>
            <a:pPr marL="0" indent="0" algn="l">
              <a:buNone/>
            </a:pPr>
            <a:r>
              <a:rPr lang="en-US" sz="2400" b="1" kern="0" spc="60" dirty="0">
                <a:solidFill>
                  <a:srgbClr val="9CA3AF"/>
                </a:solidFill>
                <a:latin typeface="Noto Sans JP" pitchFamily="34" charset="0"/>
                <a:ea typeface="Noto Sans JP" pitchFamily="34" charset="-122"/>
                <a:cs typeface="Noto Sans JP" pitchFamily="34" charset="-120"/>
              </a:rPr>
              <a:t>Automation Flow Image</a:t>
            </a:r>
            <a:endParaRPr lang="en-US" sz="2400" dirty="0"/>
          </a:p>
        </p:txBody>
      </p:sp>
      <p:pic>
        <p:nvPicPr>
          <p:cNvPr id="19" name="Image 4" descr="preencoded.png"/>
          <p:cNvPicPr>
            <a:picLocks noChangeAspect="1"/>
          </p:cNvPicPr>
          <p:nvPr/>
        </p:nvPicPr>
        <p:blipFill>
          <a:blip r:embed="rId7"/>
          <a:srcRect t="-6" b="-6"/>
          <a:stretch/>
        </p:blipFill>
        <p:spPr>
          <a:xfrm>
            <a:off x="6400800" y="914400"/>
            <a:ext cx="5219395" cy="5639105"/>
          </a:xfrm>
          <a:prstGeom prst="rect">
            <a:avLst/>
          </a:prstGeom>
        </p:spPr>
      </p:pic>
      <p:pic>
        <p:nvPicPr>
          <p:cNvPr id="20" name="Image 5" descr="preencoded.png"/>
          <p:cNvPicPr>
            <a:picLocks noChangeAspect="1"/>
          </p:cNvPicPr>
          <p:nvPr/>
        </p:nvPicPr>
        <p:blipFill>
          <a:blip r:embed="rId8">
            <a:alphaModFix amt="5000"/>
          </a:blip>
          <a:srcRect/>
          <a:stretch/>
        </p:blipFill>
        <p:spPr>
          <a:xfrm>
            <a:off x="10382098" y="933602"/>
            <a:ext cx="1218895" cy="1218895"/>
          </a:xfrm>
          <a:prstGeom prst="rect">
            <a:avLst/>
          </a:prstGeom>
        </p:spPr>
      </p:pic>
      <p:pic>
        <p:nvPicPr>
          <p:cNvPr id="21" name="Image 6" descr="preencoded.png"/>
          <p:cNvPicPr>
            <a:picLocks noChangeAspect="1"/>
          </p:cNvPicPr>
          <p:nvPr/>
        </p:nvPicPr>
        <p:blipFill>
          <a:blip r:embed="rId9">
            <a:alphaModFix amt="5000"/>
          </a:blip>
          <a:srcRect/>
          <a:stretch/>
        </p:blipFill>
        <p:spPr>
          <a:xfrm>
            <a:off x="6420002" y="5619902"/>
            <a:ext cx="914400" cy="914400"/>
          </a:xfrm>
          <a:prstGeom prst="rect">
            <a:avLst/>
          </a:prstGeom>
        </p:spPr>
      </p:pic>
      <p:sp>
        <p:nvSpPr>
          <p:cNvPr id="22" name="Shape 13"/>
          <p:cNvSpPr/>
          <p:nvPr/>
        </p:nvSpPr>
        <p:spPr>
          <a:xfrm>
            <a:off x="6648602" y="1162202"/>
            <a:ext cx="1028700" cy="267005"/>
          </a:xfrm>
          <a:prstGeom prst="roundRect">
            <a:avLst>
              <a:gd name="adj" fmla="val 342465"/>
            </a:avLst>
          </a:prstGeom>
          <a:solidFill>
            <a:srgbClr val="F3F4F6"/>
          </a:solidFill>
          <a:ln w="12700">
            <a:solidFill>
              <a:srgbClr val="FFFFFF">
                <a:alpha val="0"/>
              </a:srgbClr>
            </a:solidFill>
            <a:prstDash val="solid"/>
          </a:ln>
        </p:spPr>
        <p:txBody>
          <a:bodyPr/>
          <a:lstStyle/>
          <a:p>
            <a:endParaRPr lang="ja-JP" altLang="en-US"/>
          </a:p>
        </p:txBody>
      </p:sp>
      <p:sp>
        <p:nvSpPr>
          <p:cNvPr id="23" name="Text 14"/>
          <p:cNvSpPr/>
          <p:nvPr/>
        </p:nvSpPr>
        <p:spPr>
          <a:xfrm>
            <a:off x="6620256" y="1162202"/>
            <a:ext cx="1615694"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6B7280"/>
                </a:solidFill>
                <a:latin typeface="Noto Sans JP" pitchFamily="34" charset="0"/>
                <a:ea typeface="Noto Sans JP" pitchFamily="34" charset="-122"/>
                <a:cs typeface="Noto Sans JP" pitchFamily="34" charset="-120"/>
              </a:rPr>
              <a:t>手作業だと...</a:t>
            </a:r>
            <a:endParaRPr lang="en-US" dirty="0"/>
          </a:p>
        </p:txBody>
      </p:sp>
      <p:sp>
        <p:nvSpPr>
          <p:cNvPr id="24" name="Shape 15"/>
          <p:cNvSpPr/>
          <p:nvPr/>
        </p:nvSpPr>
        <p:spPr>
          <a:xfrm>
            <a:off x="10211105" y="1162202"/>
            <a:ext cx="1162202"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5" name="Text 16"/>
          <p:cNvSpPr/>
          <p:nvPr/>
        </p:nvSpPr>
        <p:spPr>
          <a:xfrm>
            <a:off x="10025743" y="1162202"/>
            <a:ext cx="1970357"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2563EB"/>
                </a:solidFill>
                <a:latin typeface="Noto Sans JP" pitchFamily="34" charset="0"/>
                <a:ea typeface="Noto Sans JP" pitchFamily="34" charset="-122"/>
                <a:cs typeface="Noto Sans JP" pitchFamily="34" charset="-120"/>
              </a:rPr>
              <a:t>自動化すると！</a:t>
            </a:r>
            <a:endParaRPr lang="en-US" dirty="0"/>
          </a:p>
        </p:txBody>
      </p:sp>
      <p:sp>
        <p:nvSpPr>
          <p:cNvPr id="26" name="Shape 17"/>
          <p:cNvSpPr/>
          <p:nvPr/>
        </p:nvSpPr>
        <p:spPr>
          <a:xfrm>
            <a:off x="6801307" y="4248302"/>
            <a:ext cx="4419295" cy="1606398"/>
          </a:xfrm>
          <a:prstGeom prst="roundRect">
            <a:avLst>
              <a:gd name="adj" fmla="val 20509"/>
            </a:avLst>
          </a:prstGeom>
          <a:solidFill>
            <a:srgbClr val="F9FAFB"/>
          </a:solidFill>
          <a:ln w="12700">
            <a:solidFill>
              <a:srgbClr val="F3F4F6"/>
            </a:solidFill>
            <a:prstDash val="solid"/>
          </a:ln>
        </p:spPr>
        <p:txBody>
          <a:bodyPr/>
          <a:lstStyle/>
          <a:p>
            <a:endParaRPr lang="ja-JP" altLang="en-US"/>
          </a:p>
        </p:txBody>
      </p:sp>
      <p:sp>
        <p:nvSpPr>
          <p:cNvPr id="27" name="Text 18"/>
          <p:cNvSpPr txBox="1"/>
          <p:nvPr/>
        </p:nvSpPr>
        <p:spPr>
          <a:xfrm>
            <a:off x="6820510" y="4554676"/>
            <a:ext cx="4334256" cy="371246"/>
          </a:xfrm>
          <a:prstGeom prst="rect">
            <a:avLst/>
          </a:prstGeom>
          <a:noFill/>
          <a:ln/>
        </p:spPr>
        <p:txBody>
          <a:bodyPr wrap="square" lIns="0" tIns="0" rIns="0" bIns="0" rtlCol="0" anchor="ctr"/>
          <a:lstStyle/>
          <a:p>
            <a:pPr marL="0" indent="0" algn="ctr">
              <a:buNone/>
            </a:pPr>
            <a:r>
              <a:rPr lang="en-US" sz="2000" b="1" dirty="0">
                <a:solidFill>
                  <a:srgbClr val="4B5563"/>
                </a:solidFill>
                <a:latin typeface="Noto Sans JP" pitchFamily="34" charset="0"/>
                <a:ea typeface="Noto Sans JP" pitchFamily="34" charset="-122"/>
                <a:cs typeface="Noto Sans JP" pitchFamily="34" charset="-120"/>
              </a:rPr>
              <a:t>これらを </a:t>
            </a:r>
            <a:r>
              <a:rPr lang="en-US" sz="2000" b="1" dirty="0">
                <a:solidFill>
                  <a:srgbClr val="2563EB"/>
                </a:solidFill>
                <a:latin typeface="Noto Sans JP" pitchFamily="34" charset="0"/>
                <a:ea typeface="Noto Sans JP" pitchFamily="34" charset="-122"/>
                <a:cs typeface="Noto Sans JP" pitchFamily="34" charset="-120"/>
              </a:rPr>
              <a:t>"全自動"</a:t>
            </a:r>
            <a:r>
              <a:rPr lang="en-US" sz="2000" b="1" dirty="0">
                <a:solidFill>
                  <a:srgbClr val="4B5563"/>
                </a:solidFill>
                <a:latin typeface="Noto Sans JP" pitchFamily="34" charset="0"/>
                <a:ea typeface="Noto Sans JP" pitchFamily="34" charset="-122"/>
                <a:cs typeface="Noto Sans JP" pitchFamily="34" charset="-120"/>
              </a:rPr>
              <a:t> でやってくれます</a:t>
            </a:r>
            <a:endParaRPr lang="en-US" sz="2000" dirty="0"/>
          </a:p>
        </p:txBody>
      </p:sp>
      <p:sp>
        <p:nvSpPr>
          <p:cNvPr id="28" name="Text 19"/>
          <p:cNvSpPr txBox="1"/>
          <p:nvPr/>
        </p:nvSpPr>
        <p:spPr>
          <a:xfrm>
            <a:off x="6756400" y="5183189"/>
            <a:ext cx="4334256" cy="265721"/>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あなたが寝ている間でも、休んでいる間でも！</a:t>
            </a:r>
            <a:endParaRPr lang="en-US" sz="1600" dirty="0"/>
          </a:p>
        </p:txBody>
      </p:sp>
      <p:sp>
        <p:nvSpPr>
          <p:cNvPr id="29" name="Shape 20"/>
          <p:cNvSpPr/>
          <p:nvPr/>
        </p:nvSpPr>
        <p:spPr>
          <a:xfrm>
            <a:off x="571500" y="6705295"/>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0" name="Text 21"/>
          <p:cNvSpPr txBox="1"/>
          <p:nvPr/>
        </p:nvSpPr>
        <p:spPr>
          <a:xfrm>
            <a:off x="571500" y="6695922"/>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PA45｜第3回</a:t>
            </a:r>
            <a:endParaRPr lang="en-US" sz="1000" dirty="0"/>
          </a:p>
        </p:txBody>
      </p:sp>
      <p:sp>
        <p:nvSpPr>
          <p:cNvPr id="31" name="Text 22"/>
          <p:cNvSpPr txBox="1"/>
          <p:nvPr/>
        </p:nvSpPr>
        <p:spPr>
          <a:xfrm>
            <a:off x="1468984" y="6948068"/>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2" name="Text 23"/>
          <p:cNvSpPr txBox="1"/>
          <p:nvPr/>
        </p:nvSpPr>
        <p:spPr>
          <a:xfrm>
            <a:off x="1714500" y="6695921"/>
            <a:ext cx="1017549" cy="209627"/>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3" name="Text 24"/>
          <p:cNvSpPr txBox="1"/>
          <p:nvPr/>
        </p:nvSpPr>
        <p:spPr>
          <a:xfrm>
            <a:off x="5311750" y="6695922"/>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4" name="Text 25"/>
          <p:cNvSpPr txBox="1"/>
          <p:nvPr/>
        </p:nvSpPr>
        <p:spPr>
          <a:xfrm>
            <a:off x="10532059" y="6695922"/>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5" name="Shape 26"/>
          <p:cNvSpPr/>
          <p:nvPr/>
        </p:nvSpPr>
        <p:spPr>
          <a:xfrm>
            <a:off x="7093001" y="2514600"/>
            <a:ext cx="761695" cy="761695"/>
          </a:xfrm>
          <a:prstGeom prst="ellipse">
            <a:avLst/>
          </a:prstGeom>
          <a:solidFill>
            <a:srgbClr val="DBEAFE"/>
          </a:solidFill>
          <a:ln w="12700">
            <a:solidFill>
              <a:srgbClr val="FFFFFF">
                <a:alpha val="0"/>
              </a:srgbClr>
            </a:solidFill>
            <a:prstDash val="solid"/>
          </a:ln>
        </p:spPr>
        <p:txBody>
          <a:bodyPr/>
          <a:lstStyle/>
          <a:p>
            <a:endParaRPr lang="ja-JP" altLang="en-US"/>
          </a:p>
        </p:txBody>
      </p:sp>
      <p:pic>
        <p:nvPicPr>
          <p:cNvPr id="36" name="Image 7" descr="preencoded.png"/>
          <p:cNvPicPr>
            <a:picLocks noChangeAspect="1"/>
          </p:cNvPicPr>
          <p:nvPr/>
        </p:nvPicPr>
        <p:blipFill>
          <a:blip r:embed="rId10"/>
          <a:srcRect/>
          <a:stretch/>
        </p:blipFill>
        <p:spPr>
          <a:xfrm>
            <a:off x="7330745" y="2752344"/>
            <a:ext cx="286207" cy="286207"/>
          </a:xfrm>
          <a:prstGeom prst="rect">
            <a:avLst/>
          </a:prstGeom>
        </p:spPr>
      </p:pic>
      <p:sp>
        <p:nvSpPr>
          <p:cNvPr id="37" name="Text 27"/>
          <p:cNvSpPr txBox="1"/>
          <p:nvPr/>
        </p:nvSpPr>
        <p:spPr>
          <a:xfrm>
            <a:off x="6756400" y="3372306"/>
            <a:ext cx="1222655"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メールが届く</a:t>
            </a:r>
            <a:endParaRPr lang="en-US" sz="1600" dirty="0"/>
          </a:p>
        </p:txBody>
      </p:sp>
      <p:sp>
        <p:nvSpPr>
          <p:cNvPr id="38" name="Text 28"/>
          <p:cNvSpPr txBox="1"/>
          <p:nvPr/>
        </p:nvSpPr>
        <p:spPr>
          <a:xfrm>
            <a:off x="6999732" y="3816807"/>
            <a:ext cx="922630"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きっかけ</a:t>
            </a:r>
            <a:endParaRPr lang="en-US" sz="1600" dirty="0"/>
          </a:p>
        </p:txBody>
      </p:sp>
      <p:sp>
        <p:nvSpPr>
          <p:cNvPr id="39" name="Shape 29"/>
          <p:cNvSpPr/>
          <p:nvPr/>
        </p:nvSpPr>
        <p:spPr>
          <a:xfrm>
            <a:off x="8630107" y="2514600"/>
            <a:ext cx="761695" cy="761695"/>
          </a:xfrm>
          <a:prstGeom prst="ellipse">
            <a:avLst/>
          </a:prstGeom>
          <a:solidFill>
            <a:srgbClr val="EDE9FE"/>
          </a:solidFill>
          <a:ln w="12700">
            <a:solidFill>
              <a:srgbClr val="FFFFFF">
                <a:alpha val="0"/>
              </a:srgbClr>
            </a:solidFill>
            <a:prstDash val="solid"/>
          </a:ln>
        </p:spPr>
        <p:txBody>
          <a:bodyPr/>
          <a:lstStyle/>
          <a:p>
            <a:endParaRPr lang="ja-JP" altLang="en-US"/>
          </a:p>
        </p:txBody>
      </p:sp>
      <p:pic>
        <p:nvPicPr>
          <p:cNvPr id="40" name="Image 8" descr="preencoded.png"/>
          <p:cNvPicPr>
            <a:picLocks noChangeAspect="1"/>
          </p:cNvPicPr>
          <p:nvPr/>
        </p:nvPicPr>
        <p:blipFill>
          <a:blip r:embed="rId11"/>
          <a:srcRect l="-266" r="-266"/>
          <a:stretch/>
        </p:blipFill>
        <p:spPr>
          <a:xfrm>
            <a:off x="8848649" y="2752344"/>
            <a:ext cx="323698" cy="286207"/>
          </a:xfrm>
          <a:prstGeom prst="rect">
            <a:avLst/>
          </a:prstGeom>
        </p:spPr>
      </p:pic>
      <p:sp>
        <p:nvSpPr>
          <p:cNvPr id="41" name="Text 30"/>
          <p:cNvSpPr txBox="1"/>
          <p:nvPr/>
        </p:nvSpPr>
        <p:spPr>
          <a:xfrm>
            <a:off x="8175956" y="3372306"/>
            <a:ext cx="150779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ファイルを保存</a:t>
            </a:r>
            <a:endParaRPr lang="en-US" sz="1600" dirty="0"/>
          </a:p>
        </p:txBody>
      </p:sp>
      <p:sp>
        <p:nvSpPr>
          <p:cNvPr id="42" name="Text 31"/>
          <p:cNvSpPr txBox="1"/>
          <p:nvPr/>
        </p:nvSpPr>
        <p:spPr>
          <a:xfrm>
            <a:off x="8387567"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自動処理①</a:t>
            </a:r>
            <a:endParaRPr lang="en-US" sz="1600" dirty="0"/>
          </a:p>
        </p:txBody>
      </p:sp>
      <p:sp>
        <p:nvSpPr>
          <p:cNvPr id="43" name="Shape 32"/>
          <p:cNvSpPr/>
          <p:nvPr/>
        </p:nvSpPr>
        <p:spPr>
          <a:xfrm>
            <a:off x="10166299" y="2514600"/>
            <a:ext cx="761695" cy="761695"/>
          </a:xfrm>
          <a:prstGeom prst="ellipse">
            <a:avLst/>
          </a:prstGeom>
          <a:solidFill>
            <a:srgbClr val="E0E7FF"/>
          </a:solidFill>
          <a:ln w="12700">
            <a:solidFill>
              <a:srgbClr val="FFFFFF">
                <a:alpha val="0"/>
              </a:srgbClr>
            </a:solidFill>
            <a:prstDash val="solid"/>
          </a:ln>
        </p:spPr>
        <p:txBody>
          <a:bodyPr/>
          <a:lstStyle/>
          <a:p>
            <a:endParaRPr lang="ja-JP" altLang="en-US"/>
          </a:p>
        </p:txBody>
      </p:sp>
      <p:pic>
        <p:nvPicPr>
          <p:cNvPr id="44" name="Image 9" descr="preencoded.png"/>
          <p:cNvPicPr>
            <a:picLocks noChangeAspect="1"/>
          </p:cNvPicPr>
          <p:nvPr/>
        </p:nvPicPr>
        <p:blipFill>
          <a:blip r:embed="rId12"/>
          <a:srcRect t="-530" b="-530"/>
          <a:stretch/>
        </p:blipFill>
        <p:spPr>
          <a:xfrm>
            <a:off x="10423246" y="2752344"/>
            <a:ext cx="247802" cy="286207"/>
          </a:xfrm>
          <a:prstGeom prst="rect">
            <a:avLst/>
          </a:prstGeom>
        </p:spPr>
      </p:pic>
      <p:sp>
        <p:nvSpPr>
          <p:cNvPr id="45" name="Text 33"/>
          <p:cNvSpPr txBox="1"/>
          <p:nvPr/>
        </p:nvSpPr>
        <p:spPr>
          <a:xfrm>
            <a:off x="9814458" y="3372306"/>
            <a:ext cx="140614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Teamsに通知</a:t>
            </a:r>
            <a:endParaRPr lang="en-US" sz="1600" dirty="0"/>
          </a:p>
        </p:txBody>
      </p:sp>
      <p:sp>
        <p:nvSpPr>
          <p:cNvPr id="46" name="Text 34"/>
          <p:cNvSpPr txBox="1"/>
          <p:nvPr/>
        </p:nvSpPr>
        <p:spPr>
          <a:xfrm>
            <a:off x="9924673"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自動処理②</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6858000" y="0"/>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0529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609905" y="1100023"/>
            <a:ext cx="3886656" cy="381305"/>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422908" y="1107338"/>
            <a:ext cx="4032051"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0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2000" dirty="0"/>
          </a:p>
        </p:txBody>
      </p:sp>
      <p:sp>
        <p:nvSpPr>
          <p:cNvPr id="10" name="Shape 6"/>
          <p:cNvSpPr/>
          <p:nvPr/>
        </p:nvSpPr>
        <p:spPr>
          <a:xfrm>
            <a:off x="4877865" y="1106321"/>
            <a:ext cx="1353985" cy="381305"/>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4799373" y="1121762"/>
            <a:ext cx="1510967"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400" b="1" kern="0" spc="30" dirty="0">
                <a:solidFill>
                  <a:srgbClr val="4B5563"/>
                </a:solidFill>
                <a:latin typeface="Noto Sans JP" pitchFamily="34" charset="0"/>
                <a:ea typeface="Noto Sans JP" pitchFamily="34" charset="-122"/>
                <a:cs typeface="Noto Sans JP" pitchFamily="34" charset="-120"/>
              </a:rPr>
              <a:t>Vol.3</a:t>
            </a:r>
            <a:endParaRPr lang="en-US" sz="2400" dirty="0"/>
          </a:p>
        </p:txBody>
      </p:sp>
      <p:sp>
        <p:nvSpPr>
          <p:cNvPr id="12" name="Text 8"/>
          <p:cNvSpPr txBox="1"/>
          <p:nvPr/>
        </p:nvSpPr>
        <p:spPr>
          <a:xfrm>
            <a:off x="571957" y="1781708"/>
            <a:ext cx="2133143" cy="715061"/>
          </a:xfrm>
          <a:prstGeom prst="rect">
            <a:avLst/>
          </a:prstGeom>
          <a:noFill/>
          <a:ln/>
        </p:spPr>
        <p:txBody>
          <a:bodyPr wrap="square" lIns="0" tIns="0" rIns="0" bIns="0" rtlCol="0" anchor="ctr"/>
          <a:lstStyle/>
          <a:p>
            <a:pPr marL="0" indent="0" algn="l">
              <a:buNone/>
            </a:pPr>
            <a:r>
              <a:rPr lang="en-US" sz="4500" b="1" kern="0" spc="-112" dirty="0">
                <a:solidFill>
                  <a:srgbClr val="0078D4"/>
                </a:solidFill>
                <a:latin typeface="Noto Sans JP" pitchFamily="34" charset="0"/>
                <a:ea typeface="Noto Sans JP" pitchFamily="34" charset="-122"/>
                <a:cs typeface="Noto Sans JP" pitchFamily="34" charset="-120"/>
              </a:rPr>
              <a:t>PA45</a:t>
            </a:r>
            <a:endParaRPr lang="en-US" sz="4500" dirty="0"/>
          </a:p>
        </p:txBody>
      </p:sp>
      <p:sp>
        <p:nvSpPr>
          <p:cNvPr id="13" name="Text 9"/>
          <p:cNvSpPr txBox="1"/>
          <p:nvPr/>
        </p:nvSpPr>
        <p:spPr>
          <a:xfrm>
            <a:off x="609905" y="2576779"/>
            <a:ext cx="7220102"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第3回：条件分岐を使おう</a:t>
            </a:r>
            <a:endParaRPr lang="en-US" sz="4500" dirty="0"/>
          </a:p>
        </p:txBody>
      </p:sp>
      <p:sp>
        <p:nvSpPr>
          <p:cNvPr id="14" name="Text 10"/>
          <p:cNvSpPr txBox="1"/>
          <p:nvPr/>
        </p:nvSpPr>
        <p:spPr>
          <a:xfrm>
            <a:off x="609905" y="3519526"/>
            <a:ext cx="7029907" cy="488906"/>
          </a:xfrm>
          <a:prstGeom prst="rect">
            <a:avLst/>
          </a:prstGeom>
          <a:noFill/>
          <a:ln/>
        </p:spPr>
        <p:txBody>
          <a:bodyPr wrap="square" lIns="0" tIns="0" rIns="0" bIns="0" rtlCol="0" anchor="ctr"/>
          <a:lstStyle/>
          <a:p>
            <a:pPr marL="0" indent="0" algn="l">
              <a:buNone/>
            </a:pPr>
            <a:r>
              <a:rPr lang="en-US" sz="3200" dirty="0">
                <a:solidFill>
                  <a:srgbClr val="6B7280"/>
                </a:solidFill>
                <a:latin typeface="Noto Sans JP" pitchFamily="34" charset="0"/>
                <a:ea typeface="Noto Sans JP" pitchFamily="34" charset="-122"/>
                <a:cs typeface="Noto Sans JP" pitchFamily="34" charset="-120"/>
              </a:rPr>
              <a:t>Condition (条件分岐を使おう)</a:t>
            </a:r>
            <a:endParaRPr lang="en-US" sz="3200" dirty="0"/>
          </a:p>
        </p:txBody>
      </p:sp>
      <p:sp>
        <p:nvSpPr>
          <p:cNvPr id="15" name="Shape 11"/>
          <p:cNvSpPr/>
          <p:nvPr/>
        </p:nvSpPr>
        <p:spPr>
          <a:xfrm>
            <a:off x="609905" y="4291279"/>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067105" y="4443070"/>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Conditionアクションの使い方</a:t>
            </a:r>
            <a:endParaRPr lang="en-US" dirty="0"/>
          </a:p>
        </p:txBody>
      </p:sp>
      <p:sp>
        <p:nvSpPr>
          <p:cNvPr id="17" name="Text 13"/>
          <p:cNvSpPr txBox="1"/>
          <p:nvPr/>
        </p:nvSpPr>
        <p:spPr>
          <a:xfrm>
            <a:off x="1067105" y="4881982"/>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067105" y="5319979"/>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0" name="Image 3" descr="preencoded.png"/>
          <p:cNvPicPr>
            <a:picLocks noChangeAspect="1"/>
          </p:cNvPicPr>
          <p:nvPr/>
        </p:nvPicPr>
        <p:blipFill>
          <a:blip r:embed="rId5"/>
          <a:srcRect t="-14" b="-14"/>
          <a:stretch/>
        </p:blipFill>
        <p:spPr>
          <a:xfrm>
            <a:off x="9719158" y="2819095"/>
            <a:ext cx="2320747" cy="476402"/>
          </a:xfrm>
          <a:prstGeom prst="rect">
            <a:avLst/>
          </a:prstGeom>
        </p:spPr>
      </p:pic>
      <p:sp>
        <p:nvSpPr>
          <p:cNvPr id="21" name="Text 15"/>
          <p:cNvSpPr txBox="1"/>
          <p:nvPr/>
        </p:nvSpPr>
        <p:spPr>
          <a:xfrm>
            <a:off x="9918497" y="2943454"/>
            <a:ext cx="2001622" cy="228600"/>
          </a:xfrm>
          <a:prstGeom prst="rect">
            <a:avLst/>
          </a:prstGeom>
          <a:noFill/>
          <a:ln/>
        </p:spPr>
        <p:txBody>
          <a:bodyPr wrap="square" lIns="0" tIns="0" rIns="0" bIns="0" rtlCol="0" anchor="ctr"/>
          <a:lstStyle/>
          <a:p>
            <a:pPr marL="0" indent="0" algn="l">
              <a:buNone/>
            </a:pPr>
            <a:r>
              <a:rPr lang="en-US" sz="1600" dirty="0">
                <a:solidFill>
                  <a:srgbClr val="6B7280"/>
                </a:solidFill>
                <a:latin typeface="ui-monospace" pitchFamily="34" charset="0"/>
                <a:ea typeface="ui-monospace" pitchFamily="34" charset="-122"/>
                <a:cs typeface="ui-monospace" pitchFamily="34" charset="-120"/>
              </a:rPr>
              <a:t>var message = "Hello"</a:t>
            </a:r>
            <a:endParaRPr lang="en-US" sz="1200" dirty="0"/>
          </a:p>
        </p:txBody>
      </p:sp>
      <p:pic>
        <p:nvPicPr>
          <p:cNvPr id="22" name="Image 4" descr="preencoded.png"/>
          <p:cNvPicPr>
            <a:picLocks noChangeAspect="1"/>
          </p:cNvPicPr>
          <p:nvPr/>
        </p:nvPicPr>
        <p:blipFill>
          <a:blip r:embed="rId6"/>
          <a:srcRect l="-4" r="-4"/>
          <a:stretch/>
        </p:blipFill>
        <p:spPr>
          <a:xfrm>
            <a:off x="8128102" y="1600200"/>
            <a:ext cx="3454603" cy="3657600"/>
          </a:xfrm>
          <a:prstGeom prst="rect">
            <a:avLst/>
          </a:prstGeom>
        </p:spPr>
      </p:pic>
      <p:sp>
        <p:nvSpPr>
          <p:cNvPr id="23" name="Text 16"/>
          <p:cNvSpPr txBox="1"/>
          <p:nvPr/>
        </p:nvSpPr>
        <p:spPr>
          <a:xfrm>
            <a:off x="9245498" y="3847795"/>
            <a:ext cx="1219810" cy="305410"/>
          </a:xfrm>
          <a:prstGeom prst="rect">
            <a:avLst/>
          </a:prstGeom>
          <a:noFill/>
          <a:ln/>
        </p:spPr>
        <p:txBody>
          <a:bodyPr wrap="square" lIns="0" tIns="0" rIns="0" bIns="0" rtlCol="0" anchor="ctr"/>
          <a:lstStyle/>
          <a:p>
            <a:pPr marL="0" indent="0" algn="ctr">
              <a:buNone/>
            </a:pPr>
            <a:r>
              <a:rPr lang="en-US" sz="1800" b="1" dirty="0">
                <a:solidFill>
                  <a:srgbClr val="4B5563"/>
                </a:solidFill>
                <a:latin typeface="Noto Sans JP" pitchFamily="34" charset="0"/>
                <a:ea typeface="Noto Sans JP" pitchFamily="34" charset="-122"/>
                <a:cs typeface="Noto Sans JP" pitchFamily="34" charset="-120"/>
              </a:rPr>
              <a:t>Variable</a:t>
            </a:r>
            <a:endParaRPr lang="en-US" sz="1800" dirty="0"/>
          </a:p>
        </p:txBody>
      </p:sp>
      <p:pic>
        <p:nvPicPr>
          <p:cNvPr id="24" name="Image 5" descr="preencoded.png"/>
          <p:cNvPicPr>
            <a:picLocks noChangeAspect="1"/>
          </p:cNvPicPr>
          <p:nvPr/>
        </p:nvPicPr>
        <p:blipFill>
          <a:blip r:embed="rId7"/>
          <a:srcRect/>
          <a:stretch/>
        </p:blipFill>
        <p:spPr>
          <a:xfrm>
            <a:off x="9283903" y="2704795"/>
            <a:ext cx="1143000" cy="914400"/>
          </a:xfrm>
          <a:prstGeom prst="rect">
            <a:avLst/>
          </a:prstGeom>
        </p:spPr>
      </p:pic>
      <p:pic>
        <p:nvPicPr>
          <p:cNvPr id="25" name="Image 6" descr="preencoded.png"/>
          <p:cNvPicPr>
            <a:picLocks noChangeAspect="1"/>
          </p:cNvPicPr>
          <p:nvPr/>
        </p:nvPicPr>
        <p:blipFill>
          <a:blip r:embed="rId8"/>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9"/>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10"/>
          <a:srcRect t="-7" b="-7"/>
          <a:stretch/>
        </p:blipFill>
        <p:spPr>
          <a:xfrm>
            <a:off x="7899502" y="4453128"/>
            <a:ext cx="609905" cy="652882"/>
          </a:xfrm>
          <a:prstGeom prst="rect">
            <a:avLst/>
          </a:prstGeom>
        </p:spPr>
      </p:pic>
      <p:pic>
        <p:nvPicPr>
          <p:cNvPr id="28" name="Image 9" descr="preencoded.png"/>
          <p:cNvPicPr>
            <a:picLocks noChangeAspect="1"/>
          </p:cNvPicPr>
          <p:nvPr/>
        </p:nvPicPr>
        <p:blipFill>
          <a:blip r:embed="rId11"/>
          <a:srcRect l="-743" r="-743"/>
          <a:stretch/>
        </p:blipFill>
        <p:spPr>
          <a:xfrm>
            <a:off x="8052206" y="4604918"/>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43254"/>
            <a:ext cx="12191695" cy="5067605"/>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381305" y="1723644"/>
            <a:ext cx="2438705" cy="2438705"/>
          </a:xfrm>
          <a:prstGeom prst="rect">
            <a:avLst/>
          </a:prstGeom>
        </p:spPr>
      </p:pic>
      <p:pic>
        <p:nvPicPr>
          <p:cNvPr id="6" name="Image 1" descr="preencoded.png"/>
          <p:cNvPicPr>
            <a:picLocks noChangeAspect="1"/>
          </p:cNvPicPr>
          <p:nvPr/>
        </p:nvPicPr>
        <p:blipFill>
          <a:blip r:embed="rId4">
            <a:alphaModFix amt="50000"/>
          </a:blip>
          <a:srcRect/>
          <a:stretch/>
        </p:blipFill>
        <p:spPr>
          <a:xfrm>
            <a:off x="8762695" y="2980944"/>
            <a:ext cx="3047695" cy="3047695"/>
          </a:xfrm>
          <a:prstGeom prst="rect">
            <a:avLst/>
          </a:prstGeom>
        </p:spPr>
      </p:pic>
      <p:sp>
        <p:nvSpPr>
          <p:cNvPr id="7" name="Text 3"/>
          <p:cNvSpPr txBox="1"/>
          <p:nvPr/>
        </p:nvSpPr>
        <p:spPr>
          <a:xfrm>
            <a:off x="286207" y="1723644"/>
            <a:ext cx="11621110" cy="342900"/>
          </a:xfrm>
          <a:prstGeom prst="rect">
            <a:avLst/>
          </a:prstGeom>
          <a:noFill/>
          <a:ln/>
        </p:spPr>
        <p:txBody>
          <a:bodyPr wrap="square" lIns="0" tIns="0" rIns="0" bIns="0" rtlCol="0" anchor="ctr"/>
          <a:lstStyle/>
          <a:p>
            <a:pPr marL="0" indent="0" algn="ctr">
              <a:buNone/>
            </a:pPr>
            <a:r>
              <a:rPr lang="en-US" sz="2200" b="1" dirty="0">
                <a:solidFill>
                  <a:srgbClr val="4B5563"/>
                </a:solidFill>
                <a:latin typeface="Noto Sans JP" pitchFamily="34" charset="0"/>
                <a:ea typeface="Noto Sans JP" pitchFamily="34" charset="-122"/>
                <a:cs typeface="Noto Sans JP" pitchFamily="34" charset="-120"/>
              </a:rPr>
              <a:t>PA45の学習フロー（3ステップ）</a:t>
            </a:r>
            <a:endParaRPr lang="en-US" sz="2200" dirty="0"/>
          </a:p>
        </p:txBody>
      </p:sp>
      <p:pic>
        <p:nvPicPr>
          <p:cNvPr id="8" name="Image 2" descr="preencoded.png"/>
          <p:cNvPicPr>
            <a:picLocks noChangeAspect="1"/>
          </p:cNvPicPr>
          <p:nvPr/>
        </p:nvPicPr>
        <p:blipFill>
          <a:blip r:embed="rId5"/>
          <a:srcRect t="-4" b="-4"/>
          <a:stretch/>
        </p:blipFill>
        <p:spPr>
          <a:xfrm>
            <a:off x="381305" y="2371954"/>
            <a:ext cx="3606394" cy="3657600"/>
          </a:xfrm>
          <a:prstGeom prst="rect">
            <a:avLst/>
          </a:prstGeom>
        </p:spPr>
      </p:pic>
      <p:sp>
        <p:nvSpPr>
          <p:cNvPr id="9" name="Shape 4"/>
          <p:cNvSpPr/>
          <p:nvPr/>
        </p:nvSpPr>
        <p:spPr>
          <a:xfrm>
            <a:off x="3321101"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0" name="Text 5"/>
          <p:cNvSpPr/>
          <p:nvPr/>
        </p:nvSpPr>
        <p:spPr>
          <a:xfrm>
            <a:off x="3282696"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1</a:t>
            </a:r>
            <a:endParaRPr lang="en-US" sz="3000" dirty="0"/>
          </a:p>
        </p:txBody>
      </p:sp>
      <p:pic>
        <p:nvPicPr>
          <p:cNvPr id="11" name="Image 3" descr="preencoded.png"/>
          <p:cNvPicPr>
            <a:picLocks noChangeAspect="1"/>
          </p:cNvPicPr>
          <p:nvPr/>
        </p:nvPicPr>
        <p:blipFill>
          <a:blip r:embed="rId6"/>
          <a:srcRect t="-6" b="-6"/>
          <a:stretch/>
        </p:blipFill>
        <p:spPr>
          <a:xfrm>
            <a:off x="4292194" y="2371954"/>
            <a:ext cx="3606394" cy="3657600"/>
          </a:xfrm>
          <a:prstGeom prst="rect">
            <a:avLst/>
          </a:prstGeom>
        </p:spPr>
      </p:pic>
      <p:sp>
        <p:nvSpPr>
          <p:cNvPr id="12" name="Shape 6"/>
          <p:cNvSpPr/>
          <p:nvPr/>
        </p:nvSpPr>
        <p:spPr>
          <a:xfrm>
            <a:off x="7232904"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3" name="Text 7"/>
          <p:cNvSpPr/>
          <p:nvPr/>
        </p:nvSpPr>
        <p:spPr>
          <a:xfrm>
            <a:off x="7194499"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2</a:t>
            </a:r>
            <a:endParaRPr lang="en-US" sz="3000" dirty="0"/>
          </a:p>
        </p:txBody>
      </p:sp>
      <p:pic>
        <p:nvPicPr>
          <p:cNvPr id="14" name="Image 4" descr="preencoded.png"/>
          <p:cNvPicPr>
            <a:picLocks noChangeAspect="1"/>
          </p:cNvPicPr>
          <p:nvPr/>
        </p:nvPicPr>
        <p:blipFill>
          <a:blip r:embed="rId5"/>
          <a:srcRect t="-4" b="-4"/>
          <a:stretch/>
        </p:blipFill>
        <p:spPr>
          <a:xfrm>
            <a:off x="8203997" y="2371954"/>
            <a:ext cx="3606394" cy="3657600"/>
          </a:xfrm>
          <a:prstGeom prst="rect">
            <a:avLst/>
          </a:prstGeom>
        </p:spPr>
      </p:pic>
      <p:sp>
        <p:nvSpPr>
          <p:cNvPr id="15" name="Shape 8"/>
          <p:cNvSpPr/>
          <p:nvPr/>
        </p:nvSpPr>
        <p:spPr>
          <a:xfrm>
            <a:off x="11143793"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6" name="Text 9"/>
          <p:cNvSpPr/>
          <p:nvPr/>
        </p:nvSpPr>
        <p:spPr>
          <a:xfrm>
            <a:off x="11106302"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3</a:t>
            </a:r>
            <a:endParaRPr lang="en-US" sz="3000" dirty="0"/>
          </a:p>
        </p:txBody>
      </p:sp>
      <p:sp>
        <p:nvSpPr>
          <p:cNvPr id="17" name="Shape 10"/>
          <p:cNvSpPr/>
          <p:nvPr/>
        </p:nvSpPr>
        <p:spPr>
          <a:xfrm>
            <a:off x="1841602" y="2676449"/>
            <a:ext cx="761695" cy="761695"/>
          </a:xfrm>
          <a:prstGeom prst="roundRect">
            <a:avLst>
              <a:gd name="adj" fmla="val 48019"/>
            </a:avLst>
          </a:prstGeom>
          <a:solidFill>
            <a:srgbClr val="DBEAFE"/>
          </a:solidFill>
          <a:ln w="12700">
            <a:solidFill>
              <a:srgbClr val="FFFFFF">
                <a:alpha val="0"/>
              </a:srgbClr>
            </a:solidFill>
            <a:prstDash val="solid"/>
          </a:ln>
        </p:spPr>
        <p:txBody>
          <a:bodyPr/>
          <a:lstStyle/>
          <a:p>
            <a:endParaRPr lang="ja-JP" altLang="en-US"/>
          </a:p>
        </p:txBody>
      </p:sp>
      <p:pic>
        <p:nvPicPr>
          <p:cNvPr id="18" name="Image 5" descr="preencoded.png"/>
          <p:cNvPicPr>
            <a:picLocks noChangeAspect="1"/>
          </p:cNvPicPr>
          <p:nvPr/>
        </p:nvPicPr>
        <p:blipFill>
          <a:blip r:embed="rId7"/>
          <a:srcRect l="-607" r="-607"/>
          <a:stretch/>
        </p:blipFill>
        <p:spPr>
          <a:xfrm>
            <a:off x="2027225" y="2885846"/>
            <a:ext cx="390449" cy="342900"/>
          </a:xfrm>
          <a:prstGeom prst="rect">
            <a:avLst/>
          </a:prstGeom>
        </p:spPr>
      </p:pic>
      <p:sp>
        <p:nvSpPr>
          <p:cNvPr id="19" name="Text 11"/>
          <p:cNvSpPr txBox="1"/>
          <p:nvPr/>
        </p:nvSpPr>
        <p:spPr>
          <a:xfrm>
            <a:off x="1149401" y="3666744"/>
            <a:ext cx="2150669"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アクション解説</a:t>
            </a:r>
            <a:endParaRPr lang="en-US" sz="2200" dirty="0"/>
          </a:p>
        </p:txBody>
      </p:sp>
      <p:sp>
        <p:nvSpPr>
          <p:cNvPr id="20" name="Text 12"/>
          <p:cNvSpPr txBox="1"/>
          <p:nvPr/>
        </p:nvSpPr>
        <p:spPr>
          <a:xfrm>
            <a:off x="984406" y="4174599"/>
            <a:ext cx="2378355"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毎回Power Automateの</a:t>
            </a:r>
            <a:endParaRPr lang="en-US" sz="1600" dirty="0"/>
          </a:p>
          <a:p>
            <a:pPr marL="0" indent="0" algn="ctr">
              <a:buNone/>
            </a:pPr>
            <a:r>
              <a:rPr lang="en-US" sz="1600" b="1" dirty="0">
                <a:solidFill>
                  <a:srgbClr val="1D4ED8"/>
                </a:solidFill>
                <a:latin typeface="Noto Sans JP" pitchFamily="34" charset="0"/>
                <a:ea typeface="Noto Sans JP" pitchFamily="34" charset="-122"/>
                <a:cs typeface="Noto Sans JP" pitchFamily="34" charset="-120"/>
              </a:rPr>
              <a:t>ひとつのアクション</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絞って解説します。</a:t>
            </a:r>
            <a:endParaRPr lang="en-US" sz="1600" dirty="0"/>
          </a:p>
        </p:txBody>
      </p:sp>
      <p:sp>
        <p:nvSpPr>
          <p:cNvPr id="21" name="Text 13"/>
          <p:cNvSpPr txBox="1"/>
          <p:nvPr/>
        </p:nvSpPr>
        <p:spPr>
          <a:xfrm>
            <a:off x="1266444" y="5209337"/>
            <a:ext cx="1912010"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その役割と使い方を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しっかり理解します。</a:t>
            </a:r>
            <a:endParaRPr lang="en-US" sz="1400" dirty="0"/>
          </a:p>
        </p:txBody>
      </p:sp>
      <p:pic>
        <p:nvPicPr>
          <p:cNvPr id="22" name="Image 6" descr="preencoded.png"/>
          <p:cNvPicPr>
            <a:picLocks noChangeAspect="1"/>
          </p:cNvPicPr>
          <p:nvPr/>
        </p:nvPicPr>
        <p:blipFill>
          <a:blip r:embed="rId8"/>
          <a:srcRect t="-30" b="-30"/>
          <a:stretch/>
        </p:blipFill>
        <p:spPr>
          <a:xfrm>
            <a:off x="4026103" y="4067251"/>
            <a:ext cx="190195" cy="304495"/>
          </a:xfrm>
          <a:prstGeom prst="rect">
            <a:avLst/>
          </a:prstGeom>
        </p:spPr>
      </p:pic>
      <p:sp>
        <p:nvSpPr>
          <p:cNvPr id="23" name="Shape 14"/>
          <p:cNvSpPr/>
          <p:nvPr/>
        </p:nvSpPr>
        <p:spPr>
          <a:xfrm>
            <a:off x="5753405" y="2676449"/>
            <a:ext cx="761695" cy="761695"/>
          </a:xfrm>
          <a:prstGeom prst="roundRect">
            <a:avLst>
              <a:gd name="adj" fmla="val 48019"/>
            </a:avLst>
          </a:prstGeom>
          <a:solidFill>
            <a:srgbClr val="E0E7FF"/>
          </a:solidFill>
          <a:ln w="12700">
            <a:solidFill>
              <a:srgbClr val="FFFFFF">
                <a:alpha val="0"/>
              </a:srgbClr>
            </a:solidFill>
            <a:prstDash val="solid"/>
          </a:ln>
        </p:spPr>
        <p:txBody>
          <a:bodyPr/>
          <a:lstStyle/>
          <a:p>
            <a:endParaRPr lang="ja-JP" altLang="en-US"/>
          </a:p>
        </p:txBody>
      </p:sp>
      <p:pic>
        <p:nvPicPr>
          <p:cNvPr id="24" name="Image 7" descr="preencoded.png"/>
          <p:cNvPicPr>
            <a:picLocks noChangeAspect="1"/>
          </p:cNvPicPr>
          <p:nvPr/>
        </p:nvPicPr>
        <p:blipFill>
          <a:blip r:embed="rId9"/>
          <a:srcRect l="-27" r="-27"/>
          <a:stretch/>
        </p:blipFill>
        <p:spPr>
          <a:xfrm>
            <a:off x="5919826" y="2885846"/>
            <a:ext cx="428854" cy="342900"/>
          </a:xfrm>
          <a:prstGeom prst="rect">
            <a:avLst/>
          </a:prstGeom>
        </p:spPr>
      </p:pic>
      <p:sp>
        <p:nvSpPr>
          <p:cNvPr id="25" name="Text 15"/>
          <p:cNvSpPr txBox="1"/>
          <p:nvPr/>
        </p:nvSpPr>
        <p:spPr>
          <a:xfrm>
            <a:off x="5365699" y="3666744"/>
            <a:ext cx="154350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ハンズオン</a:t>
            </a:r>
            <a:endParaRPr lang="en-US" sz="2200" dirty="0"/>
          </a:p>
        </p:txBody>
      </p:sp>
      <p:sp>
        <p:nvSpPr>
          <p:cNvPr id="26" name="Text 16"/>
          <p:cNvSpPr txBox="1"/>
          <p:nvPr/>
        </p:nvSpPr>
        <p:spPr>
          <a:xfrm>
            <a:off x="4879751" y="4174599"/>
            <a:ext cx="2428402"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そのアクションを使って</a:t>
            </a:r>
            <a:endParaRPr lang="en-US" sz="1600" dirty="0"/>
          </a:p>
          <a:p>
            <a:pPr marL="0" indent="0" algn="ctr">
              <a:buNone/>
            </a:pPr>
            <a:r>
              <a:rPr lang="en-US" sz="1600" b="1" dirty="0">
                <a:solidFill>
                  <a:srgbClr val="4338CA"/>
                </a:solidFill>
                <a:latin typeface="Noto Sans JP" pitchFamily="34" charset="0"/>
                <a:ea typeface="Noto Sans JP" pitchFamily="34" charset="-122"/>
                <a:cs typeface="Noto Sans JP" pitchFamily="34" charset="-120"/>
              </a:rPr>
              <a:t>サンプルフロー</a:t>
            </a:r>
            <a:r>
              <a:rPr lang="en-US" sz="1600" dirty="0">
                <a:solidFill>
                  <a:srgbClr val="4B5563"/>
                </a:solidFill>
                <a:latin typeface="Noto Sans JP" pitchFamily="34" charset="0"/>
                <a:ea typeface="Noto Sans JP" pitchFamily="34" charset="-122"/>
                <a:cs typeface="Noto Sans JP" pitchFamily="34" charset="-120"/>
              </a:rPr>
              <a:t>を</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一緒に作成します。</a:t>
            </a:r>
            <a:endParaRPr lang="en-US" sz="1600" dirty="0"/>
          </a:p>
        </p:txBody>
      </p:sp>
      <p:sp>
        <p:nvSpPr>
          <p:cNvPr id="27" name="Text 17"/>
          <p:cNvSpPr txBox="1"/>
          <p:nvPr/>
        </p:nvSpPr>
        <p:spPr>
          <a:xfrm>
            <a:off x="5161788" y="5209337"/>
            <a:ext cx="1952244"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実際に手を動かして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体験しながら学びます。</a:t>
            </a:r>
            <a:endParaRPr lang="en-US" sz="1400" dirty="0"/>
          </a:p>
        </p:txBody>
      </p:sp>
      <p:pic>
        <p:nvPicPr>
          <p:cNvPr id="28" name="Image 8" descr="preencoded.png"/>
          <p:cNvPicPr>
            <a:picLocks noChangeAspect="1"/>
          </p:cNvPicPr>
          <p:nvPr/>
        </p:nvPicPr>
        <p:blipFill>
          <a:blip r:embed="rId8"/>
          <a:srcRect t="-30" b="-30"/>
          <a:stretch/>
        </p:blipFill>
        <p:spPr>
          <a:xfrm>
            <a:off x="7937906" y="4067251"/>
            <a:ext cx="190195" cy="304495"/>
          </a:xfrm>
          <a:prstGeom prst="rect">
            <a:avLst/>
          </a:prstGeom>
        </p:spPr>
      </p:pic>
      <p:sp>
        <p:nvSpPr>
          <p:cNvPr id="29" name="Shape 18"/>
          <p:cNvSpPr/>
          <p:nvPr/>
        </p:nvSpPr>
        <p:spPr>
          <a:xfrm>
            <a:off x="9664294" y="2676449"/>
            <a:ext cx="761695" cy="761695"/>
          </a:xfrm>
          <a:prstGeom prst="roundRect">
            <a:avLst>
              <a:gd name="adj" fmla="val 48019"/>
            </a:avLst>
          </a:prstGeom>
          <a:solidFill>
            <a:srgbClr val="EDE9FE"/>
          </a:solidFill>
          <a:ln w="12700">
            <a:solidFill>
              <a:srgbClr val="FFFFFF">
                <a:alpha val="0"/>
              </a:srgbClr>
            </a:solidFill>
            <a:prstDash val="solid"/>
          </a:ln>
        </p:spPr>
        <p:txBody>
          <a:bodyPr/>
          <a:lstStyle/>
          <a:p>
            <a:endParaRPr lang="ja-JP" altLang="en-US"/>
          </a:p>
        </p:txBody>
      </p:sp>
      <p:pic>
        <p:nvPicPr>
          <p:cNvPr id="30" name="Image 9" descr="preencoded.png"/>
          <p:cNvPicPr>
            <a:picLocks noChangeAspect="1"/>
          </p:cNvPicPr>
          <p:nvPr/>
        </p:nvPicPr>
        <p:blipFill>
          <a:blip r:embed="rId10"/>
          <a:srcRect t="-45" b="-45"/>
          <a:stretch/>
        </p:blipFill>
        <p:spPr>
          <a:xfrm>
            <a:off x="9916668" y="2885846"/>
            <a:ext cx="256946" cy="342900"/>
          </a:xfrm>
          <a:prstGeom prst="rect">
            <a:avLst/>
          </a:prstGeom>
        </p:spPr>
      </p:pic>
      <p:sp>
        <p:nvSpPr>
          <p:cNvPr id="31" name="Text 19"/>
          <p:cNvSpPr txBox="1"/>
          <p:nvPr/>
        </p:nvSpPr>
        <p:spPr>
          <a:xfrm>
            <a:off x="8965692" y="3666744"/>
            <a:ext cx="216072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活用事例の紹介</a:t>
            </a:r>
            <a:endParaRPr lang="en-US" sz="2200" dirty="0"/>
          </a:p>
        </p:txBody>
      </p:sp>
      <p:sp>
        <p:nvSpPr>
          <p:cNvPr id="32" name="Text 20"/>
          <p:cNvSpPr txBox="1"/>
          <p:nvPr/>
        </p:nvSpPr>
        <p:spPr>
          <a:xfrm>
            <a:off x="8611417" y="4314502"/>
            <a:ext cx="2867448" cy="562356"/>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他にどんな</a:t>
            </a:r>
            <a:r>
              <a:rPr lang="en-US" sz="1600" b="1" dirty="0">
                <a:solidFill>
                  <a:srgbClr val="6D28D9"/>
                </a:solidFill>
                <a:latin typeface="Noto Sans JP" pitchFamily="34" charset="0"/>
                <a:ea typeface="Noto Sans JP" pitchFamily="34" charset="-122"/>
                <a:cs typeface="Noto Sans JP" pitchFamily="34" charset="-120"/>
              </a:rPr>
              <a:t>業務効率化事例</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使えるかを紹介します。</a:t>
            </a:r>
            <a:endParaRPr lang="en-US" sz="1600" dirty="0"/>
          </a:p>
        </p:txBody>
      </p:sp>
      <p:sp>
        <p:nvSpPr>
          <p:cNvPr id="33" name="Text 21"/>
          <p:cNvSpPr txBox="1"/>
          <p:nvPr/>
        </p:nvSpPr>
        <p:spPr>
          <a:xfrm>
            <a:off x="8893454" y="5069434"/>
            <a:ext cx="2305202"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実務での応用イメージを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具体的に掴みます。</a:t>
            </a:r>
            <a:endParaRPr lang="en-US" sz="1400" dirty="0"/>
          </a:p>
        </p:txBody>
      </p:sp>
      <p:sp>
        <p:nvSpPr>
          <p:cNvPr id="34" name="Shape 22"/>
          <p:cNvSpPr/>
          <p:nvPr/>
        </p:nvSpPr>
        <p:spPr>
          <a:xfrm>
            <a:off x="0" y="0"/>
            <a:ext cx="12191695" cy="1343254"/>
          </a:xfrm>
          <a:prstGeom prst="rect">
            <a:avLst/>
          </a:prstGeom>
          <a:solidFill>
            <a:srgbClr val="FFFFFF"/>
          </a:solidFill>
          <a:ln/>
        </p:spPr>
        <p:txBody>
          <a:bodyPr/>
          <a:lstStyle/>
          <a:p>
            <a:endParaRPr lang="ja-JP" altLang="en-US"/>
          </a:p>
        </p:txBody>
      </p:sp>
      <p:sp>
        <p:nvSpPr>
          <p:cNvPr id="35" name="Shape 2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36" name="Text 24"/>
          <p:cNvSpPr txBox="1"/>
          <p:nvPr/>
        </p:nvSpPr>
        <p:spPr>
          <a:xfrm>
            <a:off x="457200" y="228600"/>
            <a:ext cx="362011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PA45｜Learning Process</a:t>
            </a:r>
            <a:endParaRPr lang="en-US" sz="1500" dirty="0"/>
          </a:p>
        </p:txBody>
      </p:sp>
      <p:sp>
        <p:nvSpPr>
          <p:cNvPr id="37" name="Text 25"/>
          <p:cNvSpPr txBox="1"/>
          <p:nvPr/>
        </p:nvSpPr>
        <p:spPr>
          <a:xfrm>
            <a:off x="457200" y="533095"/>
            <a:ext cx="4699102" cy="571500"/>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講座の</a:t>
            </a:r>
            <a:r>
              <a:rPr lang="en-US" sz="4500" b="1" dirty="0">
                <a:solidFill>
                  <a:srgbClr val="6B7280"/>
                </a:solidFill>
                <a:latin typeface="Noto Sans JP" pitchFamily="34" charset="0"/>
                <a:ea typeface="Noto Sans JP" pitchFamily="34" charset="-122"/>
                <a:cs typeface="Noto Sans JP" pitchFamily="34" charset="-120"/>
              </a:rPr>
              <a:t>進め方</a:t>
            </a:r>
            <a:endParaRPr lang="en-US" sz="4500" dirty="0"/>
          </a:p>
        </p:txBody>
      </p:sp>
      <p:sp>
        <p:nvSpPr>
          <p:cNvPr id="38" name="Shape 26"/>
          <p:cNvSpPr/>
          <p:nvPr/>
        </p:nvSpPr>
        <p:spPr>
          <a:xfrm>
            <a:off x="9722815" y="647395"/>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9" name="Text 27"/>
          <p:cNvSpPr txBox="1"/>
          <p:nvPr/>
        </p:nvSpPr>
        <p:spPr>
          <a:xfrm>
            <a:off x="9951415" y="571500"/>
            <a:ext cx="186720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Learning Flow</a:t>
            </a:r>
            <a:endParaRPr lang="en-US" sz="1800" dirty="0"/>
          </a:p>
        </p:txBody>
      </p:sp>
      <p:sp>
        <p:nvSpPr>
          <p:cNvPr id="42" name="Shape 29"/>
          <p:cNvSpPr/>
          <p:nvPr/>
        </p:nvSpPr>
        <p:spPr>
          <a:xfrm>
            <a:off x="0" y="6409944"/>
            <a:ext cx="12191695" cy="448056"/>
          </a:xfrm>
          <a:prstGeom prst="rect">
            <a:avLst/>
          </a:prstGeom>
          <a:solidFill>
            <a:srgbClr val="FFFFFF"/>
          </a:solidFill>
          <a:ln/>
        </p:spPr>
        <p:txBody>
          <a:bodyPr/>
          <a:lstStyle/>
          <a:p>
            <a:endParaRPr lang="ja-JP" altLang="en-US"/>
          </a:p>
        </p:txBody>
      </p:sp>
      <p:sp>
        <p:nvSpPr>
          <p:cNvPr id="43" name="Shape 30"/>
          <p:cNvSpPr/>
          <p:nvPr/>
        </p:nvSpPr>
        <p:spPr>
          <a:xfrm>
            <a:off x="0" y="6409944"/>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4" name="Text 31"/>
          <p:cNvSpPr txBox="1"/>
          <p:nvPr/>
        </p:nvSpPr>
        <p:spPr>
          <a:xfrm>
            <a:off x="457200" y="6505956"/>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45" name="Text 32"/>
          <p:cNvSpPr txBox="1"/>
          <p:nvPr/>
        </p:nvSpPr>
        <p:spPr>
          <a:xfrm>
            <a:off x="10335463" y="6505956"/>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46"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51" name="グループ化 50">
            <a:extLst>
              <a:ext uri="{FF2B5EF4-FFF2-40B4-BE49-F238E27FC236}">
                <a16:creationId xmlns:a16="http://schemas.microsoft.com/office/drawing/2014/main" id="{1289EF84-186B-78A4-E754-112CAFD6F2CD}"/>
              </a:ext>
            </a:extLst>
          </p:cNvPr>
          <p:cNvGrpSpPr/>
          <p:nvPr/>
        </p:nvGrpSpPr>
        <p:grpSpPr>
          <a:xfrm>
            <a:off x="4603551" y="6322778"/>
            <a:ext cx="7350682" cy="405017"/>
            <a:chOff x="5861349" y="604238"/>
            <a:chExt cx="6035909" cy="405017"/>
          </a:xfrm>
        </p:grpSpPr>
        <p:sp>
          <p:nvSpPr>
            <p:cNvPr id="52" name="Shape 31">
              <a:extLst>
                <a:ext uri="{FF2B5EF4-FFF2-40B4-BE49-F238E27FC236}">
                  <a16:creationId xmlns:a16="http://schemas.microsoft.com/office/drawing/2014/main" id="{9919C701-2962-6506-AEA7-80A12BA9D889}"/>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3" name="Text 21">
              <a:extLst>
                <a:ext uri="{FF2B5EF4-FFF2-40B4-BE49-F238E27FC236}">
                  <a16:creationId xmlns:a16="http://schemas.microsoft.com/office/drawing/2014/main" id="{13832EC7-F002-1E56-C170-2AE9EB81AE4C}"/>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4" name="Image 2" descr="preencoded.png">
              <a:extLst>
                <a:ext uri="{FF2B5EF4-FFF2-40B4-BE49-F238E27FC236}">
                  <a16:creationId xmlns:a16="http://schemas.microsoft.com/office/drawing/2014/main" id="{B64FCD08-0B20-DE12-0FFC-E4024A978779}"/>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条件分岐とは何かを理解する</a:t>
            </a:r>
            <a:endParaRPr lang="en-US" sz="14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「もし〜なら」でフローを分岐させる概念をイメージで掴みます。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663706"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Conditionで条件を作る</a:t>
            </a:r>
            <a:endParaRPr lang="en-US" sz="14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左辺・演算子・右辺の3つを設定して、条件式を作ってみます。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Yes/Noブランチで処理を分ける</a:t>
            </a:r>
            <a:endParaRPr lang="en-US" sz="14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条件が合致した場合とそうでない場合で、異なる動作をさせます。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74242" y="1002854"/>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条件分岐の考え方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9075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よく使う演算子（3選）</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689452" y="2131466"/>
            <a:ext cx="4012387" cy="1128370"/>
          </a:xfrm>
          <a:prstGeom prst="rect">
            <a:avLst/>
          </a:prstGeom>
        </p:spPr>
      </p:pic>
      <p:sp>
        <p:nvSpPr>
          <p:cNvPr id="26" name="Shape 21"/>
          <p:cNvSpPr/>
          <p:nvPr/>
        </p:nvSpPr>
        <p:spPr>
          <a:xfrm>
            <a:off x="7851301" y="2467051"/>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80231" y="2581351"/>
            <a:ext cx="200254" cy="228600"/>
          </a:xfrm>
          <a:prstGeom prst="rect">
            <a:avLst/>
          </a:prstGeom>
        </p:spPr>
      </p:pic>
      <p:sp>
        <p:nvSpPr>
          <p:cNvPr id="28" name="Text 22"/>
          <p:cNvSpPr txBox="1"/>
          <p:nvPr/>
        </p:nvSpPr>
        <p:spPr>
          <a:xfrm>
            <a:off x="8408097" y="2090324"/>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次の値と等しい</a:t>
            </a:r>
            <a:endParaRPr lang="en-US" sz="2000" dirty="0"/>
          </a:p>
        </p:txBody>
      </p:sp>
      <p:sp>
        <p:nvSpPr>
          <p:cNvPr id="29" name="Shape 23"/>
          <p:cNvSpPr/>
          <p:nvPr/>
        </p:nvSpPr>
        <p:spPr>
          <a:xfrm>
            <a:off x="11030670" y="2296972"/>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0495911" y="2230892"/>
            <a:ext cx="1406412" cy="29468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1D4ED8"/>
                </a:solidFill>
                <a:latin typeface="Noto Sans JP" pitchFamily="34" charset="0"/>
                <a:ea typeface="Noto Sans JP" pitchFamily="34" charset="-122"/>
                <a:cs typeface="Noto Sans JP" pitchFamily="34" charset="-120"/>
              </a:rPr>
              <a:t>等値比較</a:t>
            </a:r>
            <a:endParaRPr lang="en-US" sz="4000" dirty="0"/>
          </a:p>
        </p:txBody>
      </p:sp>
      <p:sp>
        <p:nvSpPr>
          <p:cNvPr id="31" name="Text 25"/>
          <p:cNvSpPr txBox="1"/>
          <p:nvPr/>
        </p:nvSpPr>
        <p:spPr>
          <a:xfrm>
            <a:off x="8408097" y="2473702"/>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ステータスが「承認」</a:t>
            </a:r>
            <a:r>
              <a:rPr lang="en-US" sz="1600">
                <a:solidFill>
                  <a:srgbClr val="6B7280"/>
                </a:solidFill>
                <a:latin typeface="Noto Sans JP" pitchFamily="34" charset="0"/>
                <a:ea typeface="Noto Sans JP" pitchFamily="34" charset="-122"/>
                <a:cs typeface="Noto Sans JP" pitchFamily="34" charset="-120"/>
              </a:rPr>
              <a:t>か、</a:t>
            </a:r>
          </a:p>
          <a:p>
            <a:pPr marL="0" indent="0" algn="l">
              <a:buNone/>
            </a:pPr>
            <a:r>
              <a:rPr lang="en-US" sz="1600">
                <a:solidFill>
                  <a:srgbClr val="6B7280"/>
                </a:solidFill>
                <a:latin typeface="Noto Sans JP" pitchFamily="34" charset="0"/>
                <a:ea typeface="Noto Sans JP" pitchFamily="34" charset="-122"/>
                <a:cs typeface="Noto Sans JP" pitchFamily="34" charset="-120"/>
              </a:rPr>
              <a:t>種類が</a:t>
            </a:r>
            <a:r>
              <a:rPr lang="en-US" sz="1600" dirty="0">
                <a:solidFill>
                  <a:srgbClr val="6B7280"/>
                </a:solidFill>
                <a:latin typeface="Noto Sans JP" pitchFamily="34" charset="0"/>
                <a:ea typeface="Noto Sans JP" pitchFamily="34" charset="-122"/>
                <a:cs typeface="Noto Sans JP" pitchFamily="34" charset="-120"/>
              </a:rPr>
              <a:t>「A」かなど</a:t>
            </a:r>
            <a:endParaRPr lang="en-US" dirty="0"/>
          </a:p>
        </p:txBody>
      </p:sp>
      <p:pic>
        <p:nvPicPr>
          <p:cNvPr id="32" name="Image 4" descr="preencoded.png"/>
          <p:cNvPicPr>
            <a:picLocks noChangeAspect="1"/>
          </p:cNvPicPr>
          <p:nvPr/>
        </p:nvPicPr>
        <p:blipFill>
          <a:blip r:embed="rId5"/>
          <a:srcRect l="-15" r="-15"/>
          <a:stretch/>
        </p:blipFill>
        <p:spPr>
          <a:xfrm>
            <a:off x="7728329" y="3535437"/>
            <a:ext cx="4012387" cy="1128370"/>
          </a:xfrm>
          <a:prstGeom prst="rect">
            <a:avLst/>
          </a:prstGeom>
        </p:spPr>
      </p:pic>
      <p:sp>
        <p:nvSpPr>
          <p:cNvPr id="33" name="Shape 26"/>
          <p:cNvSpPr/>
          <p:nvPr/>
        </p:nvSpPr>
        <p:spPr>
          <a:xfrm>
            <a:off x="7890178" y="3871936"/>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8019108" y="3986236"/>
            <a:ext cx="200254" cy="228600"/>
          </a:xfrm>
          <a:prstGeom prst="rect">
            <a:avLst/>
          </a:prstGeom>
        </p:spPr>
      </p:pic>
      <p:sp>
        <p:nvSpPr>
          <p:cNvPr id="35" name="Text 27"/>
          <p:cNvSpPr txBox="1"/>
          <p:nvPr/>
        </p:nvSpPr>
        <p:spPr>
          <a:xfrm>
            <a:off x="8476596" y="3646329"/>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次の値以上/以下</a:t>
            </a:r>
            <a:endParaRPr lang="en-US" sz="2000" dirty="0"/>
          </a:p>
        </p:txBody>
      </p:sp>
      <p:sp>
        <p:nvSpPr>
          <p:cNvPr id="36" name="Shape 28"/>
          <p:cNvSpPr/>
          <p:nvPr/>
        </p:nvSpPr>
        <p:spPr>
          <a:xfrm>
            <a:off x="11069547" y="3700943"/>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397060" y="3669625"/>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047857"/>
                </a:solidFill>
                <a:latin typeface="Noto Sans JP" pitchFamily="34" charset="0"/>
                <a:ea typeface="Noto Sans JP" pitchFamily="34" charset="-122"/>
                <a:cs typeface="Noto Sans JP" pitchFamily="34" charset="-120"/>
              </a:rPr>
              <a:t>大小比較</a:t>
            </a:r>
            <a:endParaRPr lang="en-US" sz="4000" dirty="0"/>
          </a:p>
        </p:txBody>
      </p:sp>
      <p:sp>
        <p:nvSpPr>
          <p:cNvPr id="38" name="Text 30"/>
          <p:cNvSpPr txBox="1"/>
          <p:nvPr/>
        </p:nvSpPr>
        <p:spPr>
          <a:xfrm>
            <a:off x="8612589" y="3952403"/>
            <a:ext cx="3490193"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スコアが50</a:t>
            </a:r>
            <a:r>
              <a:rPr lang="en-US" sz="1600">
                <a:solidFill>
                  <a:srgbClr val="6B7280"/>
                </a:solidFill>
                <a:latin typeface="Noto Sans JP" pitchFamily="34" charset="0"/>
                <a:ea typeface="Noto Sans JP" pitchFamily="34" charset="-122"/>
                <a:cs typeface="Noto Sans JP" pitchFamily="34" charset="-120"/>
              </a:rPr>
              <a:t>以上、</a:t>
            </a:r>
          </a:p>
          <a:p>
            <a:pPr marL="0" indent="0" algn="l">
              <a:buNone/>
            </a:pPr>
            <a:r>
              <a:rPr lang="en-US" sz="1600">
                <a:solidFill>
                  <a:srgbClr val="6B7280"/>
                </a:solidFill>
                <a:latin typeface="Noto Sans JP" pitchFamily="34" charset="0"/>
                <a:ea typeface="Noto Sans JP" pitchFamily="34" charset="-122"/>
                <a:cs typeface="Noto Sans JP" pitchFamily="34" charset="-120"/>
              </a:rPr>
              <a:t>件数が</a:t>
            </a:r>
            <a:r>
              <a:rPr lang="en-US" sz="1600" dirty="0">
                <a:solidFill>
                  <a:srgbClr val="6B7280"/>
                </a:solidFill>
                <a:latin typeface="Noto Sans JP" pitchFamily="34" charset="0"/>
                <a:ea typeface="Noto Sans JP" pitchFamily="34" charset="-122"/>
                <a:cs typeface="Noto Sans JP" pitchFamily="34" charset="-120"/>
              </a:rPr>
              <a:t>1以上など数値の大小で分岐</a:t>
            </a:r>
            <a:endParaRPr lang="en-US" sz="1600" dirty="0"/>
          </a:p>
        </p:txBody>
      </p:sp>
      <p:pic>
        <p:nvPicPr>
          <p:cNvPr id="39" name="Image 6" descr="preencoded.png"/>
          <p:cNvPicPr>
            <a:picLocks noChangeAspect="1"/>
          </p:cNvPicPr>
          <p:nvPr/>
        </p:nvPicPr>
        <p:blipFill>
          <a:blip r:embed="rId5"/>
          <a:srcRect l="-15" r="-15"/>
          <a:stretch/>
        </p:blipFill>
        <p:spPr>
          <a:xfrm>
            <a:off x="7689452" y="5302342"/>
            <a:ext cx="4012387" cy="1394612"/>
          </a:xfrm>
          <a:prstGeom prst="rect">
            <a:avLst/>
          </a:prstGeom>
        </p:spPr>
      </p:pic>
      <p:sp>
        <p:nvSpPr>
          <p:cNvPr id="40" name="Shape 31"/>
          <p:cNvSpPr/>
          <p:nvPr/>
        </p:nvSpPr>
        <p:spPr>
          <a:xfrm>
            <a:off x="7792498" y="5580558"/>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892168" y="5694858"/>
            <a:ext cx="256946" cy="228600"/>
          </a:xfrm>
          <a:prstGeom prst="rect">
            <a:avLst/>
          </a:prstGeom>
        </p:spPr>
      </p:pic>
      <p:sp>
        <p:nvSpPr>
          <p:cNvPr id="42" name="Text 32"/>
          <p:cNvSpPr txBox="1"/>
          <p:nvPr/>
        </p:nvSpPr>
        <p:spPr>
          <a:xfrm>
            <a:off x="8439452" y="5404355"/>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次の値を含む</a:t>
            </a:r>
            <a:endParaRPr lang="en-US" sz="2000" dirty="0"/>
          </a:p>
        </p:txBody>
      </p:sp>
      <p:sp>
        <p:nvSpPr>
          <p:cNvPr id="43" name="Shape 33"/>
          <p:cNvSpPr/>
          <p:nvPr/>
        </p:nvSpPr>
        <p:spPr>
          <a:xfrm>
            <a:off x="10590711" y="5211715"/>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70960" y="5206187"/>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6D28D9"/>
                </a:solidFill>
                <a:latin typeface="Noto Sans JP" pitchFamily="34" charset="0"/>
                <a:ea typeface="Noto Sans JP" pitchFamily="34" charset="-122"/>
                <a:cs typeface="Noto Sans JP" pitchFamily="34" charset="-120"/>
              </a:rPr>
              <a:t>部分一致</a:t>
            </a:r>
            <a:endParaRPr lang="en-US" sz="4000" dirty="0"/>
          </a:p>
        </p:txBody>
      </p:sp>
      <p:sp>
        <p:nvSpPr>
          <p:cNvPr id="45" name="Text 35"/>
          <p:cNvSpPr txBox="1"/>
          <p:nvPr/>
        </p:nvSpPr>
        <p:spPr>
          <a:xfrm>
            <a:off x="8472794" y="5635784"/>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件名に「緊急」が含まれるかどうかなど</a:t>
            </a:r>
            <a:endParaRPr lang="en-US" sz="16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6" y="4232193"/>
            <a:ext cx="3788189" cy="222199"/>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「もし〜なら」で処理を分ける</a:t>
            </a:r>
            <a:endParaRPr lang="en-US" dirty="0"/>
          </a:p>
        </p:txBody>
      </p:sp>
      <p:sp>
        <p:nvSpPr>
          <p:cNvPr id="14" name="Text 11"/>
          <p:cNvSpPr txBox="1"/>
          <p:nvPr/>
        </p:nvSpPr>
        <p:spPr>
          <a:xfrm>
            <a:off x="864691" y="4561979"/>
            <a:ext cx="6171542"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条件が真（Yes）か偽（No）</a:t>
            </a:r>
            <a:r>
              <a:rPr lang="en-US" sz="1600">
                <a:solidFill>
                  <a:srgbClr val="4B5563"/>
                </a:solidFill>
                <a:latin typeface="Noto Sans JP" pitchFamily="34" charset="0"/>
                <a:ea typeface="Noto Sans JP" pitchFamily="34" charset="-122"/>
                <a:cs typeface="Noto Sans JP" pitchFamily="34" charset="-120"/>
              </a:rPr>
              <a:t>かで、</a:t>
            </a:r>
          </a:p>
          <a:p>
            <a:pPr marL="0" indent="0" algn="l">
              <a:buNone/>
            </a:pPr>
            <a:r>
              <a:rPr lang="en-US" sz="1600">
                <a:solidFill>
                  <a:srgbClr val="4B5563"/>
                </a:solidFill>
                <a:latin typeface="Noto Sans JP" pitchFamily="34" charset="0"/>
                <a:ea typeface="Noto Sans JP" pitchFamily="34" charset="-122"/>
                <a:cs typeface="Noto Sans JP" pitchFamily="34" charset="-120"/>
              </a:rPr>
              <a:t>フローの処理ルートが</a:t>
            </a:r>
            <a:r>
              <a:rPr lang="en-US" sz="1600" dirty="0">
                <a:solidFill>
                  <a:srgbClr val="4B5563"/>
                </a:solidFill>
                <a:latin typeface="Noto Sans JP" pitchFamily="34" charset="0"/>
                <a:ea typeface="Noto Sans JP" pitchFamily="34" charset="-122"/>
                <a:cs typeface="Noto Sans JP" pitchFamily="34" charset="-120"/>
              </a:rPr>
              <a:t>2つに分かれます。</a:t>
            </a:r>
            <a:endParaRPr lang="en-US" sz="16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日本語感覚でOK</a:t>
            </a:r>
            <a:endParaRPr lang="en-US" dirty="0"/>
          </a:p>
        </p:txBody>
      </p:sp>
      <p:sp>
        <p:nvSpPr>
          <p:cNvPr id="18" name="Text 15"/>
          <p:cNvSpPr txBox="1"/>
          <p:nvPr/>
        </p:nvSpPr>
        <p:spPr>
          <a:xfrm>
            <a:off x="864690" y="5434590"/>
            <a:ext cx="5770105"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「もし〇〇なら〜」という日本語の感覚で条件が書けます！</a:t>
            </a:r>
            <a:endParaRPr lang="en-US" sz="16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352884" y="298480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566731" y="2930413"/>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000" dirty="0">
                <a:solidFill>
                  <a:srgbClr val="4B5563"/>
                </a:solidFill>
                <a:latin typeface="ui-monospace" pitchFamily="34" charset="0"/>
                <a:ea typeface="ui-monospace" pitchFamily="34" charset="-122"/>
                <a:cs typeface="ui-monospace" pitchFamily="34" charset="-120"/>
              </a:rPr>
              <a:t>"承認"</a:t>
            </a:r>
            <a:endParaRPr lang="en-US" sz="2000" dirty="0"/>
          </a:p>
        </p:txBody>
      </p:sp>
      <p:sp>
        <p:nvSpPr>
          <p:cNvPr id="51" name="Shape 38"/>
          <p:cNvSpPr/>
          <p:nvPr/>
        </p:nvSpPr>
        <p:spPr>
          <a:xfrm>
            <a:off x="8454990" y="4484637"/>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76596" y="4349876"/>
            <a:ext cx="1873780" cy="338730"/>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400" dirty="0">
                <a:solidFill>
                  <a:srgbClr val="4B5563"/>
                </a:solidFill>
                <a:latin typeface="ui-monospace" pitchFamily="34" charset="0"/>
                <a:ea typeface="ui-monospace" pitchFamily="34" charset="-122"/>
                <a:cs typeface="ui-monospace" pitchFamily="34" charset="-120"/>
              </a:rPr>
              <a:t>50, 100, 0</a:t>
            </a:r>
            <a:endParaRPr lang="en-US" sz="2400" dirty="0"/>
          </a:p>
        </p:txBody>
      </p:sp>
      <p:sp>
        <p:nvSpPr>
          <p:cNvPr id="53" name="Shape 40"/>
          <p:cNvSpPr/>
          <p:nvPr/>
        </p:nvSpPr>
        <p:spPr>
          <a:xfrm>
            <a:off x="8459601" y="6191705"/>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543060" y="6107103"/>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400" dirty="0">
                <a:solidFill>
                  <a:srgbClr val="4B5563"/>
                </a:solidFill>
                <a:latin typeface="ui-monospace" pitchFamily="34" charset="0"/>
                <a:ea typeface="ui-monospace" pitchFamily="34" charset="-122"/>
                <a:cs typeface="ui-monospace" pitchFamily="34" charset="-120"/>
              </a:rPr>
              <a:t>"緊急"</a:t>
            </a:r>
            <a:endParaRPr lang="en-US" sz="2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4330286"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r>
              <a:rPr lang="en-US" sz="2000" b="1" dirty="0">
                <a:solidFill>
                  <a:srgbClr val="FFFFFF"/>
                </a:solidFill>
                <a:latin typeface="Noto Sans JP" pitchFamily="34" charset="0"/>
                <a:ea typeface="Noto Sans JP" pitchFamily="34" charset="-122"/>
                <a:cs typeface="Noto Sans JP" pitchFamily="34" charset="-120"/>
              </a:rPr>
              <a:t>Condition (条件分岐)</a:t>
            </a: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処理の分岐点</a:t>
            </a: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547239" cy="1000353"/>
            <a:chOff x="1152505" y="2502713"/>
            <a:chExt cx="2489210"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左辺 (Left)</a:t>
              </a:r>
              <a:endParaRPr lang="en-US" sz="2000" dirty="0"/>
            </a:p>
          </p:txBody>
        </p:sp>
        <p:sp>
          <p:nvSpPr>
            <p:cNvPr id="62" name="Text 46"/>
            <p:cNvSpPr txBox="1"/>
            <p:nvPr/>
          </p:nvSpPr>
          <p:spPr>
            <a:xfrm>
              <a:off x="2327294" y="2577898"/>
              <a:ext cx="1314421" cy="94876"/>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score（変数）</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演算子</a:t>
              </a:r>
              <a:endParaRPr lang="en-US" sz="2000" dirty="0"/>
            </a:p>
          </p:txBody>
        </p:sp>
        <p:sp>
          <p:nvSpPr>
            <p:cNvPr id="65" name="Text 48"/>
            <p:cNvSpPr txBox="1"/>
            <p:nvPr/>
          </p:nvSpPr>
          <p:spPr>
            <a:xfrm>
              <a:off x="2347638" y="2853156"/>
              <a:ext cx="1007323" cy="178161"/>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次の値以上</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右辺 (Right)</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50</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PA45｜第3回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条件分岐とは？  概念とよく使う演算子</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39467" y="5937857"/>
            <a:ext cx="3835737" cy="313193"/>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左辺・演算子・右辺の3点セット</a:t>
            </a:r>
            <a:endParaRPr lang="en-US" dirty="0"/>
          </a:p>
        </p:txBody>
      </p:sp>
      <p:sp>
        <p:nvSpPr>
          <p:cNvPr id="21" name="Text 18"/>
          <p:cNvSpPr txBox="1"/>
          <p:nvPr/>
        </p:nvSpPr>
        <p:spPr>
          <a:xfrm>
            <a:off x="741247" y="6358907"/>
            <a:ext cx="5808510" cy="23446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「何を」「どう比べるか」「何と比べるか」を設定します。</a:t>
            </a: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19247" y="2377028"/>
            <a:ext cx="1713130" cy="548639"/>
          </a:xfrm>
          <a:prstGeom prst="rect">
            <a:avLst/>
          </a:prstGeom>
          <a:noFill/>
          <a:ln/>
        </p:spPr>
        <p:txBody>
          <a:bodyPr wrap="square" lIns="0" tIns="0" rIns="0" bIns="0" rtlCol="0" anchor="t"/>
          <a:lstStyle/>
          <a:p>
            <a:pPr marL="0" indent="0" algn="ctr">
              <a:buNone/>
            </a:pPr>
            <a:r>
              <a:rPr lang="en-US" sz="2800" dirty="0">
                <a:solidFill>
                  <a:srgbClr val="9CA3AF"/>
                </a:solidFill>
                <a:latin typeface="Noto Sans JP" pitchFamily="34" charset="0"/>
                <a:ea typeface="Noto Sans JP" pitchFamily="34" charset="-122"/>
                <a:cs typeface="Noto Sans JP" pitchFamily="34" charset="-120"/>
              </a:rPr>
              <a:t>Yes</a:t>
            </a:r>
            <a:endParaRPr lang="en-US" sz="2800" dirty="0"/>
          </a:p>
        </p:txBody>
      </p:sp>
      <p:sp>
        <p:nvSpPr>
          <p:cNvPr id="71" name="Text 52"/>
          <p:cNvSpPr txBox="1"/>
          <p:nvPr/>
        </p:nvSpPr>
        <p:spPr>
          <a:xfrm>
            <a:off x="5208481" y="3084420"/>
            <a:ext cx="1774731" cy="183246"/>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No</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10972800" y="418795"/>
            <a:ext cx="2438705" cy="2438705"/>
          </a:xfrm>
          <a:prstGeom prst="ellipse">
            <a:avLst/>
          </a:prstGeom>
          <a:solidFill>
            <a:srgbClr val="EFF6FF">
              <a:alpha val="60000"/>
            </a:srgbClr>
          </a:solidFill>
          <a:ln w="12700">
            <a:solidFill>
              <a:srgbClr val="FFFFFF">
                <a:alpha val="0"/>
              </a:srgbClr>
            </a:solidFill>
            <a:prstDash val="solid"/>
          </a:ln>
        </p:spPr>
        <p:txBody>
          <a:bodyPr wrap="square"/>
          <a:lstStyle/>
          <a:p>
            <a:endParaRPr lang="ja-JP" altLang="en-US"/>
          </a:p>
        </p:txBody>
      </p:sp>
      <p:sp>
        <p:nvSpPr>
          <p:cNvPr id="7" name="Shape 5"/>
          <p:cNvSpPr/>
          <p:nvPr/>
        </p:nvSpPr>
        <p:spPr>
          <a:xfrm>
            <a:off x="-1238707" y="3926434"/>
            <a:ext cx="3657600" cy="3657600"/>
          </a:xfrm>
          <a:prstGeom prst="ellipse">
            <a:avLst/>
          </a:prstGeom>
          <a:solidFill>
            <a:srgbClr val="F5F3FF">
              <a:alpha val="6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1621231" y="2253082"/>
            <a:ext cx="914400" cy="304495"/>
          </a:xfrm>
          <a:prstGeom prst="roundRect">
            <a:avLst>
              <a:gd name="adj" fmla="val 300300"/>
            </a:avLst>
          </a:prstGeom>
          <a:solidFill>
            <a:srgbClr val="E5E7EB"/>
          </a:solidFill>
          <a:ln w="12700">
            <a:solidFill>
              <a:srgbClr val="FFFFFF">
                <a:alpha val="0"/>
              </a:srgbClr>
            </a:solidFill>
            <a:prstDash val="solid"/>
          </a:ln>
        </p:spPr>
        <p:txBody>
          <a:bodyPr wrap="square"/>
          <a:lstStyle/>
          <a:p>
            <a:endParaRPr lang="ja-JP" altLang="en-US"/>
          </a:p>
        </p:txBody>
      </p:sp>
      <p:sp>
        <p:nvSpPr>
          <p:cNvPr id="9" name="Text 7"/>
          <p:cNvSpPr/>
          <p:nvPr/>
        </p:nvSpPr>
        <p:spPr>
          <a:xfrm>
            <a:off x="374651" y="2253082"/>
            <a:ext cx="2190242"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4B5563"/>
                </a:solidFill>
                <a:latin typeface="Noto Sans JP" pitchFamily="34" charset="0"/>
                <a:ea typeface="Noto Sans JP" pitchFamily="34" charset="-122"/>
                <a:cs typeface="Noto Sans JP" pitchFamily="34" charset="-120"/>
              </a:rPr>
              <a:t>Trigger</a:t>
            </a:r>
            <a:endParaRPr lang="en-US" sz="3600" dirty="0"/>
          </a:p>
        </p:txBody>
      </p:sp>
      <p:sp>
        <p:nvSpPr>
          <p:cNvPr id="10" name="Shape 8"/>
          <p:cNvSpPr/>
          <p:nvPr/>
        </p:nvSpPr>
        <p:spPr>
          <a:xfrm>
            <a:off x="5599786" y="1609344"/>
            <a:ext cx="1000354" cy="304495"/>
          </a:xfrm>
          <a:prstGeom prst="roundRect">
            <a:avLst>
              <a:gd name="adj" fmla="val 300300"/>
            </a:avLst>
          </a:prstGeom>
          <a:solidFill>
            <a:srgbClr val="DBEAFE"/>
          </a:solidFill>
          <a:ln w="12700">
            <a:solidFill>
              <a:srgbClr val="FFFFFF">
                <a:alpha val="0"/>
              </a:srgbClr>
            </a:solidFill>
            <a:prstDash val="solid"/>
          </a:ln>
        </p:spPr>
        <p:txBody>
          <a:bodyPr wrap="square"/>
          <a:lstStyle/>
          <a:p>
            <a:endParaRPr lang="ja-JP" altLang="en-US"/>
          </a:p>
        </p:txBody>
      </p:sp>
      <p:sp>
        <p:nvSpPr>
          <p:cNvPr id="11" name="Text 9"/>
          <p:cNvSpPr/>
          <p:nvPr/>
        </p:nvSpPr>
        <p:spPr>
          <a:xfrm>
            <a:off x="4009613" y="1605231"/>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2563EB"/>
                </a:solidFill>
                <a:latin typeface="Noto Sans JP" pitchFamily="34" charset="0"/>
                <a:ea typeface="Noto Sans JP" pitchFamily="34" charset="-122"/>
                <a:cs typeface="Noto Sans JP" pitchFamily="34" charset="-120"/>
              </a:rPr>
              <a:t>Action ①</a:t>
            </a:r>
            <a:endParaRPr lang="en-US" sz="3600" dirty="0"/>
          </a:p>
        </p:txBody>
      </p:sp>
      <p:sp>
        <p:nvSpPr>
          <p:cNvPr id="12" name="Shape 10"/>
          <p:cNvSpPr/>
          <p:nvPr/>
        </p:nvSpPr>
        <p:spPr>
          <a:xfrm>
            <a:off x="9619488" y="2111350"/>
            <a:ext cx="1000354" cy="304495"/>
          </a:xfrm>
          <a:prstGeom prst="roundRect">
            <a:avLst>
              <a:gd name="adj" fmla="val 300300"/>
            </a:avLst>
          </a:prstGeom>
          <a:solidFill>
            <a:srgbClr val="FCE7F3"/>
          </a:solidFill>
          <a:ln w="12700">
            <a:solidFill>
              <a:srgbClr val="FFFFFF">
                <a:alpha val="0"/>
              </a:srgbClr>
            </a:solidFill>
            <a:prstDash val="solid"/>
          </a:ln>
        </p:spPr>
        <p:txBody>
          <a:bodyPr wrap="square"/>
          <a:lstStyle/>
          <a:p>
            <a:endParaRPr lang="ja-JP" altLang="en-US"/>
          </a:p>
        </p:txBody>
      </p:sp>
      <p:sp>
        <p:nvSpPr>
          <p:cNvPr id="13" name="Text 11"/>
          <p:cNvSpPr/>
          <p:nvPr/>
        </p:nvSpPr>
        <p:spPr>
          <a:xfrm>
            <a:off x="8264265" y="2111350"/>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DB2777"/>
                </a:solidFill>
                <a:latin typeface="Noto Sans JP" pitchFamily="34" charset="0"/>
                <a:ea typeface="Noto Sans JP" pitchFamily="34" charset="-122"/>
                <a:cs typeface="Noto Sans JP" pitchFamily="34" charset="-120"/>
              </a:rPr>
              <a:t>Action ②</a:t>
            </a:r>
            <a:endParaRPr lang="en-US" sz="3600" dirty="0"/>
          </a:p>
        </p:txBody>
      </p:sp>
      <p:pic>
        <p:nvPicPr>
          <p:cNvPr id="14" name="Image 0" descr="preencoded.png"/>
          <p:cNvPicPr>
            <a:picLocks noChangeAspect="1"/>
          </p:cNvPicPr>
          <p:nvPr/>
        </p:nvPicPr>
        <p:blipFill>
          <a:blip r:embed="rId3"/>
          <a:srcRect l="-6" r="-6"/>
          <a:stretch/>
        </p:blipFill>
        <p:spPr>
          <a:xfrm>
            <a:off x="457200" y="2700223"/>
            <a:ext cx="3238805" cy="1966874"/>
          </a:xfrm>
          <a:prstGeom prst="rect">
            <a:avLst/>
          </a:prstGeom>
        </p:spPr>
      </p:pic>
      <p:pic>
        <p:nvPicPr>
          <p:cNvPr id="15" name="Image 1" descr="preencoded.png"/>
          <p:cNvPicPr>
            <a:picLocks noChangeAspect="1"/>
          </p:cNvPicPr>
          <p:nvPr/>
        </p:nvPicPr>
        <p:blipFill>
          <a:blip r:embed="rId4"/>
          <a:srcRect t="-34" b="-34"/>
          <a:stretch/>
        </p:blipFill>
        <p:spPr>
          <a:xfrm>
            <a:off x="466344" y="2710282"/>
            <a:ext cx="3219602" cy="629107"/>
          </a:xfrm>
          <a:prstGeom prst="rect">
            <a:avLst/>
          </a:prstGeom>
        </p:spPr>
      </p:pic>
      <p:pic>
        <p:nvPicPr>
          <p:cNvPr id="16" name="Image 2" descr="preencoded.png"/>
          <p:cNvPicPr>
            <a:picLocks noChangeAspect="1"/>
          </p:cNvPicPr>
          <p:nvPr/>
        </p:nvPicPr>
        <p:blipFill>
          <a:blip r:embed="rId5"/>
          <a:srcRect l="-1648" r="-1648"/>
          <a:stretch/>
        </p:blipFill>
        <p:spPr>
          <a:xfrm>
            <a:off x="657454" y="2952598"/>
            <a:ext cx="171907" cy="190195"/>
          </a:xfrm>
          <a:prstGeom prst="rect">
            <a:avLst/>
          </a:prstGeom>
        </p:spPr>
      </p:pic>
      <p:sp>
        <p:nvSpPr>
          <p:cNvPr id="17" name="Text 12"/>
          <p:cNvSpPr txBox="1"/>
          <p:nvPr/>
        </p:nvSpPr>
        <p:spPr>
          <a:xfrm>
            <a:off x="942746" y="2710282"/>
            <a:ext cx="2600554" cy="629107"/>
          </a:xfrm>
          <a:prstGeom prst="rect">
            <a:avLst/>
          </a:prstGeom>
          <a:noFill/>
          <a:ln/>
        </p:spPr>
        <p:txBody>
          <a:bodyPr wrap="square" lIns="0" tIns="0" rIns="0" bIns="0" rtlCol="0" anchor="ctr"/>
          <a:lstStyle/>
          <a:p>
            <a:pPr marL="0" indent="0" algn="l">
              <a:buNone/>
            </a:pPr>
            <a:r>
              <a:rPr lang="en-US" sz="1800" b="1" dirty="0">
                <a:solidFill>
                  <a:srgbClr val="0369A1"/>
                </a:solidFill>
                <a:latin typeface="Noto Sans JP" pitchFamily="34" charset="0"/>
                <a:ea typeface="Noto Sans JP" pitchFamily="34" charset="-122"/>
                <a:cs typeface="Noto Sans JP" pitchFamily="34" charset="-120"/>
              </a:rPr>
              <a:t>手動でフローをトリガー</a:t>
            </a:r>
            <a:endParaRPr lang="en-US" sz="1800" dirty="0"/>
          </a:p>
        </p:txBody>
      </p:sp>
      <p:sp>
        <p:nvSpPr>
          <p:cNvPr id="18" name="Text 13"/>
          <p:cNvSpPr txBox="1"/>
          <p:nvPr/>
        </p:nvSpPr>
        <p:spPr>
          <a:xfrm>
            <a:off x="657454" y="3528670"/>
            <a:ext cx="2915107" cy="562356"/>
          </a:xfrm>
          <a:prstGeom prst="rect">
            <a:avLst/>
          </a:prstGeom>
          <a:noFill/>
          <a:ln/>
        </p:spPr>
        <p:txBody>
          <a:bodyPr wrap="square" lIns="0" tIns="0" rIns="0" bIns="0" rtlCol="0" anchor="t"/>
          <a:lstStyle/>
          <a:p>
            <a:pPr marL="0" indent="0" algn="l">
              <a:buNone/>
            </a:pPr>
            <a:r>
              <a:rPr lang="en-US" dirty="0">
                <a:solidFill>
                  <a:srgbClr val="6B7280"/>
                </a:solidFill>
                <a:latin typeface="Noto Sans JP" pitchFamily="34" charset="0"/>
                <a:ea typeface="Noto Sans JP" pitchFamily="34" charset="-122"/>
                <a:cs typeface="Noto Sans JP" pitchFamily="34" charset="-120"/>
              </a:rPr>
              <a:t> ボタンを押して</a:t>
            </a:r>
            <a:endParaRPr lang="en-US" dirty="0"/>
          </a:p>
          <a:p>
            <a:pPr marL="0" indent="0" algn="l">
              <a:buNone/>
            </a:pPr>
            <a:r>
              <a:rPr lang="en-US" dirty="0">
                <a:solidFill>
                  <a:srgbClr val="6B7280"/>
                </a:solidFill>
                <a:latin typeface="Noto Sans JP" pitchFamily="34" charset="0"/>
                <a:ea typeface="Noto Sans JP" pitchFamily="34" charset="-122"/>
                <a:cs typeface="Noto Sans JP" pitchFamily="34" charset="-120"/>
              </a:rPr>
              <a:t>フローを開始します </a:t>
            </a:r>
            <a:endParaRPr lang="en-US" dirty="0"/>
          </a:p>
        </p:txBody>
      </p:sp>
      <p:pic>
        <p:nvPicPr>
          <p:cNvPr id="19" name="Image 3" descr="preencoded.png"/>
          <p:cNvPicPr>
            <a:picLocks noChangeAspect="1"/>
          </p:cNvPicPr>
          <p:nvPr/>
        </p:nvPicPr>
        <p:blipFill>
          <a:blip r:embed="rId6"/>
          <a:srcRect/>
          <a:stretch/>
        </p:blipFill>
        <p:spPr>
          <a:xfrm>
            <a:off x="657454" y="4304995"/>
            <a:ext cx="133502" cy="133502"/>
          </a:xfrm>
          <a:prstGeom prst="rect">
            <a:avLst/>
          </a:prstGeom>
        </p:spPr>
      </p:pic>
      <p:sp>
        <p:nvSpPr>
          <p:cNvPr id="20" name="Text 14"/>
          <p:cNvSpPr txBox="1"/>
          <p:nvPr/>
        </p:nvSpPr>
        <p:spPr>
          <a:xfrm>
            <a:off x="990295" y="4250588"/>
            <a:ext cx="1383487"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Instant Cloud Flow</a:t>
            </a:r>
            <a:endParaRPr lang="en-US" sz="1200" dirty="0"/>
          </a:p>
        </p:txBody>
      </p:sp>
      <p:pic>
        <p:nvPicPr>
          <p:cNvPr id="21" name="Image 4" descr="preencoded.png"/>
          <p:cNvPicPr>
            <a:picLocks noChangeAspect="1"/>
          </p:cNvPicPr>
          <p:nvPr/>
        </p:nvPicPr>
        <p:blipFill>
          <a:blip r:embed="rId7"/>
          <a:srcRect l="-416" r="-416"/>
          <a:stretch/>
        </p:blipFill>
        <p:spPr>
          <a:xfrm>
            <a:off x="3791102" y="3460090"/>
            <a:ext cx="590702" cy="28346"/>
          </a:xfrm>
          <a:prstGeom prst="rect">
            <a:avLst/>
          </a:prstGeom>
        </p:spPr>
      </p:pic>
      <p:pic>
        <p:nvPicPr>
          <p:cNvPr id="22" name="Image 5" descr="preencoded.png"/>
          <p:cNvPicPr>
            <a:picLocks noChangeAspect="1"/>
          </p:cNvPicPr>
          <p:nvPr/>
        </p:nvPicPr>
        <p:blipFill>
          <a:blip r:embed="rId8"/>
          <a:srcRect l="-9" r="-9"/>
          <a:stretch/>
        </p:blipFill>
        <p:spPr>
          <a:xfrm>
            <a:off x="4476902" y="2057400"/>
            <a:ext cx="3238805" cy="3252521"/>
          </a:xfrm>
          <a:prstGeom prst="rect">
            <a:avLst/>
          </a:prstGeom>
        </p:spPr>
      </p:pic>
      <p:pic>
        <p:nvPicPr>
          <p:cNvPr id="23" name="Image 6" descr="preencoded.png"/>
          <p:cNvPicPr>
            <a:picLocks noChangeAspect="1"/>
          </p:cNvPicPr>
          <p:nvPr/>
        </p:nvPicPr>
        <p:blipFill>
          <a:blip r:embed="rId9"/>
          <a:srcRect t="-34" b="-34"/>
          <a:stretch/>
        </p:blipFill>
        <p:spPr>
          <a:xfrm>
            <a:off x="4486046" y="2066544"/>
            <a:ext cx="3219602" cy="629107"/>
          </a:xfrm>
          <a:prstGeom prst="rect">
            <a:avLst/>
          </a:prstGeom>
        </p:spPr>
      </p:pic>
      <p:pic>
        <p:nvPicPr>
          <p:cNvPr id="24" name="Image 7" descr="preencoded.png"/>
          <p:cNvPicPr>
            <a:picLocks noChangeAspect="1"/>
          </p:cNvPicPr>
          <p:nvPr/>
        </p:nvPicPr>
        <p:blipFill>
          <a:blip r:embed="rId10"/>
          <a:srcRect l="-1648" r="-1648"/>
          <a:stretch/>
        </p:blipFill>
        <p:spPr>
          <a:xfrm>
            <a:off x="4677156" y="2309774"/>
            <a:ext cx="171907" cy="190195"/>
          </a:xfrm>
          <a:prstGeom prst="rect">
            <a:avLst/>
          </a:prstGeom>
        </p:spPr>
      </p:pic>
      <p:sp>
        <p:nvSpPr>
          <p:cNvPr id="25" name="Text 15"/>
          <p:cNvSpPr txBox="1"/>
          <p:nvPr/>
        </p:nvSpPr>
        <p:spPr>
          <a:xfrm>
            <a:off x="4962449" y="2066544"/>
            <a:ext cx="2030882" cy="629107"/>
          </a:xfrm>
          <a:prstGeom prst="rect">
            <a:avLst/>
          </a:prstGeom>
          <a:noFill/>
          <a:ln/>
        </p:spPr>
        <p:txBody>
          <a:bodyPr wrap="square" lIns="0" tIns="0" rIns="0" bIns="0" rtlCol="0" anchor="ctr"/>
          <a:lstStyle/>
          <a:p>
            <a:pPr marL="0" indent="0" algn="l">
              <a:buNone/>
            </a:pPr>
            <a:r>
              <a:rPr lang="en-US" sz="1600" b="1">
                <a:solidFill>
                  <a:srgbClr val="6D28D9"/>
                </a:solidFill>
                <a:latin typeface="Noto Sans JP" pitchFamily="34" charset="0"/>
                <a:ea typeface="Noto Sans JP" pitchFamily="34" charset="-122"/>
                <a:cs typeface="Noto Sans JP" pitchFamily="34" charset="-120"/>
              </a:rPr>
              <a:t>Condition（条件）</a:t>
            </a:r>
            <a:endParaRPr lang="en-US" sz="1800" b="1">
              <a:solidFill>
                <a:srgbClr val="6D28D9"/>
              </a:solidFill>
              <a:latin typeface="Noto Sans JP" pitchFamily="34" charset="0"/>
              <a:ea typeface="Noto Sans JP" pitchFamily="34" charset="-122"/>
              <a:cs typeface="Noto Sans JP" pitchFamily="34" charset="-120"/>
            </a:endParaRPr>
          </a:p>
        </p:txBody>
      </p:sp>
      <p:sp>
        <p:nvSpPr>
          <p:cNvPr id="26" name="Text 16"/>
          <p:cNvSpPr txBox="1"/>
          <p:nvPr/>
        </p:nvSpPr>
        <p:spPr>
          <a:xfrm>
            <a:off x="4649419" y="2838754"/>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左辺 (Left)</a:t>
            </a:r>
            <a:endParaRPr lang="en-US" dirty="0"/>
          </a:p>
        </p:txBody>
      </p:sp>
      <p:sp>
        <p:nvSpPr>
          <p:cNvPr id="27" name="Shape 17"/>
          <p:cNvSpPr/>
          <p:nvPr/>
        </p:nvSpPr>
        <p:spPr>
          <a:xfrm>
            <a:off x="4677156" y="3124505"/>
            <a:ext cx="2838298" cy="418795"/>
          </a:xfrm>
          <a:prstGeom prst="roundRect">
            <a:avLst>
              <a:gd name="adj" fmla="val 39698"/>
            </a:avLst>
          </a:prstGeom>
          <a:solidFill>
            <a:srgbClr val="F9FAFB"/>
          </a:solidFill>
          <a:ln w="12700">
            <a:solidFill>
              <a:srgbClr val="E5E7EB"/>
            </a:solidFill>
            <a:prstDash val="solid"/>
          </a:ln>
        </p:spPr>
        <p:txBody>
          <a:bodyPr wrap="square"/>
          <a:lstStyle/>
          <a:p>
            <a:endParaRPr lang="ja-JP" altLang="en-US"/>
          </a:p>
        </p:txBody>
      </p:sp>
      <p:sp>
        <p:nvSpPr>
          <p:cNvPr id="28" name="Text 18"/>
          <p:cNvSpPr txBox="1"/>
          <p:nvPr/>
        </p:nvSpPr>
        <p:spPr>
          <a:xfrm>
            <a:off x="4677156" y="3124505"/>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score（変数）</a:t>
            </a:r>
            <a:endParaRPr lang="en-US" sz="1600" dirty="0"/>
          </a:p>
        </p:txBody>
      </p:sp>
      <p:sp>
        <p:nvSpPr>
          <p:cNvPr id="29" name="Text 19"/>
          <p:cNvSpPr txBox="1"/>
          <p:nvPr/>
        </p:nvSpPr>
        <p:spPr>
          <a:xfrm>
            <a:off x="4677156" y="3669945"/>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演算子</a:t>
            </a:r>
            <a:endParaRPr lang="en-US" dirty="0"/>
          </a:p>
        </p:txBody>
      </p:sp>
      <p:sp>
        <p:nvSpPr>
          <p:cNvPr id="30" name="Shape 20"/>
          <p:cNvSpPr/>
          <p:nvPr/>
        </p:nvSpPr>
        <p:spPr>
          <a:xfrm>
            <a:off x="4677156" y="3926434"/>
            <a:ext cx="629107" cy="267005"/>
          </a:xfrm>
          <a:prstGeom prst="roundRect">
            <a:avLst>
              <a:gd name="adj" fmla="val 97847"/>
            </a:avLst>
          </a:prstGeom>
          <a:solidFill>
            <a:srgbClr val="EDE9FE"/>
          </a:solidFill>
          <a:ln w="12700">
            <a:solidFill>
              <a:srgbClr val="FFFFFF">
                <a:alpha val="0"/>
              </a:srgbClr>
            </a:solidFill>
            <a:prstDash val="solid"/>
          </a:ln>
        </p:spPr>
        <p:txBody>
          <a:bodyPr wrap="square"/>
          <a:lstStyle/>
          <a:p>
            <a:endParaRPr lang="ja-JP" altLang="en-US"/>
          </a:p>
        </p:txBody>
      </p:sp>
      <p:sp>
        <p:nvSpPr>
          <p:cNvPr id="31" name="Text 21"/>
          <p:cNvSpPr txBox="1"/>
          <p:nvPr/>
        </p:nvSpPr>
        <p:spPr>
          <a:xfrm>
            <a:off x="4677155" y="3926434"/>
            <a:ext cx="1440000" cy="247803"/>
          </a:xfrm>
          <a:prstGeom prst="rect">
            <a:avLst/>
          </a:prstGeom>
          <a:solidFill>
            <a:srgbClr val="FFFFFF">
              <a:alpha val="0"/>
            </a:srgbClr>
          </a:solidFill>
          <a:ln>
            <a:solidFill>
              <a:srgbClr val="FFFFFF">
                <a:alpha val="0"/>
              </a:srgbClr>
            </a:solidFill>
          </a:ln>
        </p:spPr>
        <p:txBody>
          <a:bodyPr wrap="square" lIns="114300" tIns="38100" rIns="114300" bIns="38100" rtlCol="0" anchor="t"/>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次の値以上</a:t>
            </a:r>
            <a:endParaRPr lang="en-US" dirty="0"/>
          </a:p>
        </p:txBody>
      </p:sp>
      <p:sp>
        <p:nvSpPr>
          <p:cNvPr id="32" name="Text 22"/>
          <p:cNvSpPr txBox="1"/>
          <p:nvPr/>
        </p:nvSpPr>
        <p:spPr>
          <a:xfrm>
            <a:off x="4677156" y="4346143"/>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右辺 (Right)</a:t>
            </a:r>
            <a:endParaRPr lang="en-US" dirty="0"/>
          </a:p>
        </p:txBody>
      </p:sp>
      <p:sp>
        <p:nvSpPr>
          <p:cNvPr id="33" name="Shape 23"/>
          <p:cNvSpPr/>
          <p:nvPr/>
        </p:nvSpPr>
        <p:spPr>
          <a:xfrm>
            <a:off x="4677156" y="4583887"/>
            <a:ext cx="2838298" cy="418795"/>
          </a:xfrm>
          <a:prstGeom prst="roundRect">
            <a:avLst>
              <a:gd name="adj" fmla="val 39698"/>
            </a:avLst>
          </a:prstGeom>
          <a:solidFill>
            <a:srgbClr val="F9FAFB"/>
          </a:solidFill>
          <a:ln w="12700">
            <a:solidFill>
              <a:srgbClr val="E5E7EB"/>
            </a:solidFill>
            <a:prstDash val="solid"/>
          </a:ln>
        </p:spPr>
        <p:txBody>
          <a:bodyPr wrap="square"/>
          <a:lstStyle/>
          <a:p>
            <a:endParaRPr lang="ja-JP" altLang="en-US"/>
          </a:p>
        </p:txBody>
      </p:sp>
      <p:sp>
        <p:nvSpPr>
          <p:cNvPr id="34" name="Text 24"/>
          <p:cNvSpPr txBox="1"/>
          <p:nvPr/>
        </p:nvSpPr>
        <p:spPr>
          <a:xfrm>
            <a:off x="4714647" y="4607206"/>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50</a:t>
            </a:r>
            <a:endParaRPr lang="en-US" sz="1600" dirty="0"/>
          </a:p>
        </p:txBody>
      </p:sp>
      <p:pic>
        <p:nvPicPr>
          <p:cNvPr id="35" name="Image 8" descr="preencoded.png"/>
          <p:cNvPicPr>
            <a:picLocks noChangeAspect="1"/>
          </p:cNvPicPr>
          <p:nvPr/>
        </p:nvPicPr>
        <p:blipFill>
          <a:blip r:embed="rId7"/>
          <a:srcRect l="-416" r="-416"/>
          <a:stretch/>
        </p:blipFill>
        <p:spPr>
          <a:xfrm>
            <a:off x="7810805" y="3460090"/>
            <a:ext cx="590702" cy="28346"/>
          </a:xfrm>
          <a:prstGeom prst="rect">
            <a:avLst/>
          </a:prstGeom>
        </p:spPr>
      </p:pic>
      <p:pic>
        <p:nvPicPr>
          <p:cNvPr id="36" name="Image 9" descr="preencoded.png"/>
          <p:cNvPicPr>
            <a:picLocks noChangeAspect="1"/>
          </p:cNvPicPr>
          <p:nvPr/>
        </p:nvPicPr>
        <p:blipFill>
          <a:blip r:embed="rId11"/>
          <a:srcRect l="-3" r="-3"/>
          <a:stretch/>
        </p:blipFill>
        <p:spPr>
          <a:xfrm>
            <a:off x="8496605" y="2558491"/>
            <a:ext cx="3238805" cy="2250338"/>
          </a:xfrm>
          <a:prstGeom prst="rect">
            <a:avLst/>
          </a:prstGeom>
        </p:spPr>
      </p:pic>
      <p:pic>
        <p:nvPicPr>
          <p:cNvPr id="37" name="Image 10" descr="preencoded.png"/>
          <p:cNvPicPr>
            <a:picLocks noChangeAspect="1"/>
          </p:cNvPicPr>
          <p:nvPr/>
        </p:nvPicPr>
        <p:blipFill>
          <a:blip r:embed="rId12"/>
          <a:srcRect t="-34" b="-34"/>
          <a:stretch/>
        </p:blipFill>
        <p:spPr>
          <a:xfrm>
            <a:off x="8505749" y="2568550"/>
            <a:ext cx="3219602" cy="629107"/>
          </a:xfrm>
          <a:prstGeom prst="rect">
            <a:avLst/>
          </a:prstGeom>
        </p:spPr>
      </p:pic>
      <p:pic>
        <p:nvPicPr>
          <p:cNvPr id="38" name="Image 11" descr="preencoded.png"/>
          <p:cNvPicPr>
            <a:picLocks noChangeAspect="1"/>
          </p:cNvPicPr>
          <p:nvPr/>
        </p:nvPicPr>
        <p:blipFill>
          <a:blip r:embed="rId13"/>
          <a:srcRect/>
          <a:stretch/>
        </p:blipFill>
        <p:spPr>
          <a:xfrm>
            <a:off x="8695944" y="2810866"/>
            <a:ext cx="190195" cy="190195"/>
          </a:xfrm>
          <a:prstGeom prst="rect">
            <a:avLst/>
          </a:prstGeom>
        </p:spPr>
      </p:pic>
      <p:sp>
        <p:nvSpPr>
          <p:cNvPr id="39" name="Text 25"/>
          <p:cNvSpPr txBox="1"/>
          <p:nvPr/>
        </p:nvSpPr>
        <p:spPr>
          <a:xfrm>
            <a:off x="9001354" y="2568550"/>
            <a:ext cx="2088000" cy="629107"/>
          </a:xfrm>
          <a:prstGeom prst="rect">
            <a:avLst/>
          </a:prstGeom>
          <a:noFill/>
          <a:ln/>
        </p:spPr>
        <p:txBody>
          <a:bodyPr wrap="square" lIns="0" tIns="0" rIns="0" bIns="0" rtlCol="0" anchor="ctr"/>
          <a:lstStyle/>
          <a:p>
            <a:pPr marL="0" indent="0" algn="l">
              <a:buNone/>
            </a:pPr>
            <a:r>
              <a:rPr lang="en-US" sz="1600" b="1" dirty="0">
                <a:solidFill>
                  <a:srgbClr val="A21CAF"/>
                </a:solidFill>
                <a:latin typeface="Noto Sans JP" pitchFamily="34" charset="0"/>
                <a:ea typeface="Noto Sans JP" pitchFamily="34" charset="-122"/>
                <a:cs typeface="Noto Sans JP" pitchFamily="34" charset="-120"/>
              </a:rPr>
              <a:t>Compose × 2（Yes / No）</a:t>
            </a:r>
            <a:endParaRPr lang="en-US" sz="1800" dirty="0"/>
          </a:p>
        </p:txBody>
      </p:sp>
      <p:sp>
        <p:nvSpPr>
          <p:cNvPr id="40" name="Text 26"/>
          <p:cNvSpPr txBox="1"/>
          <p:nvPr/>
        </p:nvSpPr>
        <p:spPr>
          <a:xfrm>
            <a:off x="8695944" y="3386938"/>
            <a:ext cx="3029407" cy="286207"/>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Yes: 合格！　No: もう少し！</a:t>
            </a:r>
            <a:endParaRPr lang="en-US" dirty="0"/>
          </a:p>
        </p:txBody>
      </p:sp>
      <p:sp>
        <p:nvSpPr>
          <p:cNvPr id="41" name="Text 27"/>
          <p:cNvSpPr txBox="1"/>
          <p:nvPr/>
        </p:nvSpPr>
        <p:spPr>
          <a:xfrm>
            <a:off x="8695944" y="3818534"/>
            <a:ext cx="2952598" cy="200254"/>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入力 (Inputs)</a:t>
            </a:r>
            <a:endParaRPr lang="en-US" sz="1600" dirty="0"/>
          </a:p>
        </p:txBody>
      </p:sp>
      <p:sp>
        <p:nvSpPr>
          <p:cNvPr id="42" name="Shape 28"/>
          <p:cNvSpPr/>
          <p:nvPr/>
        </p:nvSpPr>
        <p:spPr>
          <a:xfrm>
            <a:off x="8695944" y="4056278"/>
            <a:ext cx="2838298" cy="437998"/>
          </a:xfrm>
          <a:prstGeom prst="roundRect">
            <a:avLst>
              <a:gd name="adj" fmla="val 36307"/>
            </a:avLst>
          </a:prstGeom>
          <a:solidFill>
            <a:srgbClr val="F9FAFB"/>
          </a:solidFill>
          <a:ln w="12700">
            <a:solidFill>
              <a:srgbClr val="E5E7EB"/>
            </a:solidFill>
            <a:prstDash val="solid"/>
          </a:ln>
        </p:spPr>
        <p:txBody>
          <a:bodyPr wrap="square"/>
          <a:lstStyle/>
          <a:p>
            <a:endParaRPr lang="ja-JP" altLang="en-US"/>
          </a:p>
        </p:txBody>
      </p:sp>
      <p:sp>
        <p:nvSpPr>
          <p:cNvPr id="43" name="Shape 29"/>
          <p:cNvSpPr/>
          <p:nvPr/>
        </p:nvSpPr>
        <p:spPr>
          <a:xfrm>
            <a:off x="8801100" y="4123030"/>
            <a:ext cx="1847088" cy="343814"/>
          </a:xfrm>
          <a:prstGeom prst="roundRect">
            <a:avLst>
              <a:gd name="adj" fmla="val 75075"/>
            </a:avLst>
          </a:prstGeom>
          <a:solidFill>
            <a:srgbClr val="DBEAFE"/>
          </a:solidFill>
          <a:ln w="12700">
            <a:solidFill>
              <a:srgbClr val="FFFFFF">
                <a:alpha val="0"/>
              </a:srgbClr>
            </a:solidFill>
            <a:prstDash val="solid"/>
          </a:ln>
        </p:spPr>
        <p:txBody>
          <a:bodyPr wrap="square"/>
          <a:lstStyle/>
          <a:p>
            <a:endParaRPr lang="ja-JP" altLang="en-US"/>
          </a:p>
        </p:txBody>
      </p:sp>
      <p:sp>
        <p:nvSpPr>
          <p:cNvPr id="44" name="Text 30"/>
          <p:cNvSpPr txBox="1"/>
          <p:nvPr/>
        </p:nvSpPr>
        <p:spPr>
          <a:xfrm>
            <a:off x="9048902" y="4123030"/>
            <a:ext cx="1599286" cy="305410"/>
          </a:xfrm>
          <a:prstGeom prst="rect">
            <a:avLst/>
          </a:prstGeom>
          <a:solidFill>
            <a:srgbClr val="FFFFFF">
              <a:alpha val="0"/>
            </a:srgbClr>
          </a:solidFill>
          <a:ln>
            <a:solidFill>
              <a:srgbClr val="FFFFFF">
                <a:alpha val="0"/>
              </a:srgbClr>
            </a:solidFill>
          </a:ln>
        </p:spPr>
        <p:txBody>
          <a:bodyPr wrap="square" lIns="76200" tIns="25400" rIns="76200" bIns="25400" rtlCol="0" anchor="ctr"/>
          <a:lstStyle/>
          <a:p>
            <a:pPr marL="0" indent="0" algn="l">
              <a:buNone/>
            </a:pPr>
            <a:r>
              <a:rPr lang="en-US" sz="2000" b="1" dirty="0">
                <a:solidFill>
                  <a:srgbClr val="1E40AF"/>
                </a:solidFill>
                <a:latin typeface="Courier New" pitchFamily="34" charset="0"/>
                <a:ea typeface="Courier New" pitchFamily="34" charset="-122"/>
                <a:cs typeface="Courier New" pitchFamily="34" charset="-120"/>
              </a:rPr>
              <a:t>score</a:t>
            </a:r>
            <a:endParaRPr lang="en-US" sz="2000" dirty="0"/>
          </a:p>
        </p:txBody>
      </p:sp>
      <p:pic>
        <p:nvPicPr>
          <p:cNvPr id="45" name="Image 12" descr="preencoded.png"/>
          <p:cNvPicPr>
            <a:picLocks noChangeAspect="1"/>
          </p:cNvPicPr>
          <p:nvPr/>
        </p:nvPicPr>
        <p:blipFill>
          <a:blip r:embed="rId14"/>
          <a:srcRect t="-1100" b="-1100"/>
          <a:stretch/>
        </p:blipFill>
        <p:spPr>
          <a:xfrm>
            <a:off x="8876995" y="4208983"/>
            <a:ext cx="114300" cy="133502"/>
          </a:xfrm>
          <a:prstGeom prst="rect">
            <a:avLst/>
          </a:prstGeom>
        </p:spPr>
      </p:pic>
      <p:pic>
        <p:nvPicPr>
          <p:cNvPr id="46" name="Image 13" descr="preencoded.png"/>
          <p:cNvPicPr>
            <a:picLocks noChangeAspect="1"/>
          </p:cNvPicPr>
          <p:nvPr/>
        </p:nvPicPr>
        <p:blipFill>
          <a:blip r:embed="rId15"/>
          <a:srcRect t="-24" b="-24"/>
          <a:stretch/>
        </p:blipFill>
        <p:spPr>
          <a:xfrm>
            <a:off x="1828800" y="5309921"/>
            <a:ext cx="9819742" cy="983894"/>
          </a:xfrm>
          <a:prstGeom prst="rect">
            <a:avLst/>
          </a:prstGeom>
        </p:spPr>
      </p:pic>
      <p:sp>
        <p:nvSpPr>
          <p:cNvPr id="47" name="Shape 31"/>
          <p:cNvSpPr/>
          <p:nvPr/>
        </p:nvSpPr>
        <p:spPr>
          <a:xfrm>
            <a:off x="2029054" y="5564124"/>
            <a:ext cx="457200" cy="476402"/>
          </a:xfrm>
          <a:prstGeom prst="roundRect">
            <a:avLst>
              <a:gd name="adj" fmla="val 200000"/>
            </a:avLst>
          </a:prstGeom>
          <a:solidFill>
            <a:srgbClr val="DBEAFE"/>
          </a:solidFill>
          <a:ln w="12700">
            <a:solidFill>
              <a:srgbClr val="FFFFFF">
                <a:alpha val="0"/>
              </a:srgbClr>
            </a:solidFill>
            <a:prstDash val="solid"/>
          </a:ln>
        </p:spPr>
        <p:txBody>
          <a:bodyPr wrap="square"/>
          <a:lstStyle/>
          <a:p>
            <a:endParaRPr lang="ja-JP" altLang="en-US"/>
          </a:p>
        </p:txBody>
      </p:sp>
      <p:sp>
        <p:nvSpPr>
          <p:cNvPr id="48" name="Text 32"/>
          <p:cNvSpPr txBox="1"/>
          <p:nvPr/>
        </p:nvSpPr>
        <p:spPr>
          <a:xfrm>
            <a:off x="2676449" y="5510174"/>
            <a:ext cx="6658661" cy="238658"/>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Point</a:t>
            </a:r>
            <a:endParaRPr lang="en-US" sz="2400" dirty="0"/>
          </a:p>
        </p:txBody>
      </p:sp>
      <p:sp>
        <p:nvSpPr>
          <p:cNvPr id="49" name="Text 33"/>
          <p:cNvSpPr txBox="1"/>
          <p:nvPr/>
        </p:nvSpPr>
        <p:spPr>
          <a:xfrm>
            <a:off x="2676449" y="5849416"/>
            <a:ext cx="9048902" cy="31455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ConditionのYes/Noそれぞれのブランチに、別々のアクションを配置します。</a:t>
            </a:r>
            <a:endParaRPr lang="en-US" sz="2000" dirty="0"/>
          </a:p>
        </p:txBody>
      </p:sp>
      <p:pic>
        <p:nvPicPr>
          <p:cNvPr id="50" name="Image 14" descr="preencoded.png"/>
          <p:cNvPicPr>
            <a:picLocks noChangeAspect="1"/>
          </p:cNvPicPr>
          <p:nvPr/>
        </p:nvPicPr>
        <p:blipFill>
          <a:blip r:embed="rId16"/>
          <a:srcRect/>
          <a:stretch/>
        </p:blipFill>
        <p:spPr>
          <a:xfrm>
            <a:off x="2143354" y="5678424"/>
            <a:ext cx="228600" cy="228600"/>
          </a:xfrm>
          <a:prstGeom prst="rect">
            <a:avLst/>
          </a:prstGeom>
        </p:spPr>
      </p:pic>
      <p:sp>
        <p:nvSpPr>
          <p:cNvPr id="51" name="Shape 34"/>
          <p:cNvSpPr/>
          <p:nvPr/>
        </p:nvSpPr>
        <p:spPr>
          <a:xfrm>
            <a:off x="0" y="1"/>
            <a:ext cx="12191695" cy="1456640"/>
          </a:xfrm>
          <a:prstGeom prst="rect">
            <a:avLst/>
          </a:prstGeom>
          <a:solidFill>
            <a:srgbClr val="FFFFFF"/>
          </a:solidFill>
          <a:ln/>
        </p:spPr>
        <p:txBody>
          <a:bodyPr wrap="square"/>
          <a:lstStyle/>
          <a:p>
            <a:endParaRPr lang="ja-JP" altLang="en-US"/>
          </a:p>
        </p:txBody>
      </p:sp>
      <p:sp>
        <p:nvSpPr>
          <p:cNvPr id="53" name="Text 36"/>
          <p:cNvSpPr txBox="1"/>
          <p:nvPr/>
        </p:nvSpPr>
        <p:spPr>
          <a:xfrm>
            <a:off x="457200" y="304495"/>
            <a:ext cx="51627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PA45｜第3回</a:t>
            </a:r>
            <a:endParaRPr lang="en-US" sz="1300" dirty="0"/>
          </a:p>
        </p:txBody>
      </p:sp>
      <p:sp>
        <p:nvSpPr>
          <p:cNvPr id="54" name="Text 37"/>
          <p:cNvSpPr txBox="1"/>
          <p:nvPr/>
        </p:nvSpPr>
        <p:spPr>
          <a:xfrm>
            <a:off x="457200" y="609905"/>
            <a:ext cx="8065008" cy="715061"/>
          </a:xfrm>
          <a:prstGeom prst="rect">
            <a:avLst/>
          </a:prstGeom>
          <a:noFill/>
          <a:ln/>
        </p:spPr>
        <p:txBody>
          <a:bodyPr wrap="square" lIns="0" tIns="0" rIns="0" bIns="0" rtlCol="0" anchor="ctr"/>
          <a:lstStyle/>
          <a:p>
            <a:pPr marL="0" indent="0" algn="l">
              <a:buNone/>
            </a:pPr>
            <a:r>
              <a:rPr lang="ja-JP" altLang="en-US" sz="2200" b="1">
                <a:solidFill>
                  <a:srgbClr val="6B7280"/>
                </a:solidFill>
                <a:latin typeface="Noto Sans JP" pitchFamily="34" charset="0"/>
                <a:ea typeface="Noto Sans JP" pitchFamily="34" charset="-122"/>
                <a:cs typeface="Noto Sans JP" pitchFamily="34" charset="-120"/>
              </a:rPr>
              <a:t>条件分岐を使った</a:t>
            </a:r>
            <a:r>
              <a:rPr lang="en-US" sz="2200" b="1">
                <a:solidFill>
                  <a:srgbClr val="6B7280"/>
                </a:solidFill>
                <a:latin typeface="Noto Sans JP" pitchFamily="34" charset="0"/>
                <a:ea typeface="Noto Sans JP" pitchFamily="34" charset="-122"/>
                <a:cs typeface="Noto Sans JP" pitchFamily="34" charset="-120"/>
              </a:rPr>
              <a:t>フロー構成</a:t>
            </a:r>
            <a:endParaRPr lang="en-US" sz="4500" dirty="0"/>
          </a:p>
        </p:txBody>
      </p:sp>
      <p:sp>
        <p:nvSpPr>
          <p:cNvPr id="55" name="Shape 38"/>
          <p:cNvSpPr/>
          <p:nvPr/>
        </p:nvSpPr>
        <p:spPr>
          <a:xfrm>
            <a:off x="10374782" y="90525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6" name="Text 39"/>
          <p:cNvSpPr txBox="1"/>
          <p:nvPr/>
        </p:nvSpPr>
        <p:spPr>
          <a:xfrm>
            <a:off x="10603382" y="828446"/>
            <a:ext cx="1209751"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Flow Design</a:t>
            </a:r>
            <a:endParaRPr lang="en-US" sz="1300" dirty="0"/>
          </a:p>
        </p:txBody>
      </p:sp>
      <p:sp>
        <p:nvSpPr>
          <p:cNvPr id="59" name="Shape 41"/>
          <p:cNvSpPr/>
          <p:nvPr/>
        </p:nvSpPr>
        <p:spPr>
          <a:xfrm>
            <a:off x="0" y="6324905"/>
            <a:ext cx="12191695" cy="533095"/>
          </a:xfrm>
          <a:prstGeom prst="rect">
            <a:avLst/>
          </a:prstGeom>
          <a:solidFill>
            <a:srgbClr val="FFFFFF"/>
          </a:solidFill>
          <a:ln/>
        </p:spPr>
        <p:txBody>
          <a:bodyPr wrap="square"/>
          <a:lstStyle/>
          <a:p>
            <a:endParaRPr lang="ja-JP" altLang="en-US"/>
          </a:p>
        </p:txBody>
      </p:sp>
      <p:sp>
        <p:nvSpPr>
          <p:cNvPr id="60" name="Shape 42"/>
          <p:cNvSpPr/>
          <p:nvPr/>
        </p:nvSpPr>
        <p:spPr>
          <a:xfrm>
            <a:off x="0" y="6324905"/>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61" name="Text 43"/>
          <p:cNvSpPr txBox="1"/>
          <p:nvPr/>
        </p:nvSpPr>
        <p:spPr>
          <a:xfrm>
            <a:off x="457200" y="648218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62" name="Text 44"/>
          <p:cNvSpPr txBox="1"/>
          <p:nvPr/>
        </p:nvSpPr>
        <p:spPr>
          <a:xfrm>
            <a:off x="10490911" y="648218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3" name="Image 16" descr="preencoded.png"/>
          <p:cNvPicPr>
            <a:picLocks noChangeAspect="1"/>
          </p:cNvPicPr>
          <p:nvPr/>
        </p:nvPicPr>
        <p:blipFill>
          <a:blip r:embed="rId17"/>
          <a:srcRect l="-200" r="-200"/>
          <a:stretch/>
        </p:blipFill>
        <p:spPr>
          <a:xfrm>
            <a:off x="0" y="6782105"/>
            <a:ext cx="12191695" cy="75895"/>
          </a:xfrm>
          <a:prstGeom prst="rect">
            <a:avLst/>
          </a:prstGeom>
        </p:spPr>
      </p:pic>
      <p:grpSp>
        <p:nvGrpSpPr>
          <p:cNvPr id="68" name="グループ化 67">
            <a:extLst>
              <a:ext uri="{FF2B5EF4-FFF2-40B4-BE49-F238E27FC236}">
                <a16:creationId xmlns:a16="http://schemas.microsoft.com/office/drawing/2014/main" id="{636F9A9D-3EA0-9907-8459-4708BE2935C5}"/>
              </a:ext>
            </a:extLst>
          </p:cNvPr>
          <p:cNvGrpSpPr/>
          <p:nvPr/>
        </p:nvGrpSpPr>
        <p:grpSpPr>
          <a:xfrm>
            <a:off x="4603551" y="6322778"/>
            <a:ext cx="7350682" cy="405017"/>
            <a:chOff x="5861349" y="604238"/>
            <a:chExt cx="6035909" cy="405017"/>
          </a:xfrm>
        </p:grpSpPr>
        <p:sp>
          <p:nvSpPr>
            <p:cNvPr id="69" name="Shape 31">
              <a:extLst>
                <a:ext uri="{FF2B5EF4-FFF2-40B4-BE49-F238E27FC236}">
                  <a16:creationId xmlns:a16="http://schemas.microsoft.com/office/drawing/2014/main" id="{1C8BAAB0-19A5-05E7-A807-D837FA30D93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70" name="Text 21">
              <a:extLst>
                <a:ext uri="{FF2B5EF4-FFF2-40B4-BE49-F238E27FC236}">
                  <a16:creationId xmlns:a16="http://schemas.microsoft.com/office/drawing/2014/main" id="{B0B8E256-F6A2-5F30-1DB4-72D985AE0A77}"/>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71" name="Image 2" descr="preencoded.png">
              <a:extLst>
                <a:ext uri="{FF2B5EF4-FFF2-40B4-BE49-F238E27FC236}">
                  <a16:creationId xmlns:a16="http://schemas.microsoft.com/office/drawing/2014/main" id="{1FFD51C7-6222-7F68-256E-B31D360EA64A}"/>
                </a:ext>
              </a:extLst>
            </p:cNvPr>
            <p:cNvPicPr>
              <a:picLocks noChangeAspect="1"/>
            </p:cNvPicPr>
            <p:nvPr/>
          </p:nvPicPr>
          <p:blipFill>
            <a:blip r:embed="rId18"/>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左辺は動的コンテンツで選んでいるか？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左辺に文字を手入力しても条件は機能しません。イナズママークから変数を選んでください。</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文字なら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数値なら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Yes/Noブランチを間違えていないか？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「合格なら〇〇」のアクションが、本当にYesブランチに入っているか確認しましょう。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演算子の意味は合っているか？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「次の値以上（&gt;=）」と「次の値より大きい（&gt;）」は意味が違います。しきい値がずれていないか確認しましょう。</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000000" y="105015"/>
            <a:ext cx="219169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トリガーに「テキスト」入力を追加します。</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fontScale="92500" lnSpcReduction="20000"/>
          </a:bodyP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「インスタント クラウド フロー」を選択</a:t>
            </a: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入力: テキスト（承認 or 否認を入力）</a:t>
            </a: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条件（Condition）を追加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承認かどうかを判定する条件を設定します。</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r>
              <a:rPr lang="en-US" sz="1600" b="1" dirty="0">
                <a:solidFill>
                  <a:srgbClr val="7C3AED"/>
                </a:solidFill>
                <a:latin typeface="Noto Sans JP" pitchFamily="34" charset="0"/>
                <a:ea typeface="Noto Sans JP" pitchFamily="34" charset="-122"/>
                <a:cs typeface="Noto Sans JP" pitchFamily="34" charset="-120"/>
              </a:rPr>
              <a:t>アクション検索：「コントロール」→「条件」</a:t>
            </a: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Yes/NoにComposeを追加</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True/Falseそれぞれにメッセージ作成（作成）を追加します。</a:t>
            </a:r>
            <a:endParaRPr lang="en-US" dirty="0"/>
          </a:p>
        </p:txBody>
      </p:sp>
      <p:sp>
        <p:nvSpPr>
          <p:cNvPr id="41" name="Text 31"/>
          <p:cNvSpPr txBox="1"/>
          <p:nvPr/>
        </p:nvSpPr>
        <p:spPr>
          <a:xfrm>
            <a:off x="1076241" y="5070000"/>
            <a:ext cx="5040000" cy="450000"/>
          </a:xfrm>
          <a:prstGeom prst="rect">
            <a:avLst/>
          </a:prstGeom>
          <a:noFill/>
          <a:ln/>
        </p:spPr>
        <p:txBody>
          <a:bodyPr wrap="square" lIns="0" tIns="0" rIns="0" bIns="0" rtlCol="0" anchor="ctr">
            <a:normAutofit/>
          </a:bodyPr>
          <a:lstStyle/>
          <a:p>
            <a:pPr marL="0" indent="0" algn="l">
              <a:buNone/>
            </a:pPr>
            <a:r>
              <a:rPr lang="en-US" sz="1200" b="1" dirty="0">
                <a:solidFill>
                  <a:srgbClr val="DB2777"/>
                </a:solidFill>
                <a:latin typeface="Noto Sans JP" pitchFamily="34" charset="0"/>
                <a:ea typeface="Noto Sans JP" pitchFamily="34" charset="-122"/>
                <a:cs typeface="Noto Sans JP" pitchFamily="34" charset="-120"/>
              </a:rPr>
              <a:t>Trueブランチ: 作成「承認通知メッセージ」　Falseブランチ: 作成「否認通知メッセージ」</a:t>
            </a: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Inputs</a:t>
            </a: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fontScale="25000" lnSpcReduction="20000"/>
          </a:bodyPr>
          <a:lstStyle/>
          <a:p>
            <a:pPr marL="0" indent="0" algn="l">
              <a:buNone/>
            </a:pPr>
            <a:r>
              <a:rPr lang="en-US" sz="9600" b="1" dirty="0">
                <a:solidFill>
                  <a:srgbClr val="1E40AF"/>
                </a:solidFill>
                <a:latin typeface="Noto Sans JP" pitchFamily="34" charset="0"/>
                <a:ea typeface="Noto Sans JP" pitchFamily="34" charset="-122"/>
                <a:cs typeface="Noto Sans JP" pitchFamily="34" charset="-120"/>
              </a:rPr>
              <a:t>承認されました</a:t>
            </a: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lnSpcReduction="1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直接入力</a:t>
            </a: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フローを保存して、実際に動かしてみます。</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右上の「保存」をクリック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「テスト」→「手動」→「実行」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r>
              <a:rPr lang="en-US" sz="1600" b="1" dirty="0">
                <a:solidFill>
                  <a:srgbClr val="065F46"/>
                </a:solidFill>
                <a:latin typeface="Noto Sans JP" pitchFamily="34" charset="0"/>
                <a:ea typeface="Noto Sans JP" pitchFamily="34" charset="-122"/>
                <a:cs typeface="Noto Sans JP" pitchFamily="34" charset="-120"/>
              </a:rPr>
              <a:t>「承認」と入力 → Trueルートで承認通知が表示されれば成功！</a:t>
            </a: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PA45｜第3回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  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Vol.8</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条件分岐を使えば、フローに"判断力"を持たせられる</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「もしこうなら〇〇、そうでなければ××」という判断をフローに組み込める。</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フローが"自分で考えて動く"ようになる瞬間です。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たった1つのConditionで、メールの内容を自動で変えられる</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承認メールには承認通知、否認メールには否認通知を自動で送れる。</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場合分けの設定はConditionひとつだけ。シンプルに強力です。</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毎回の手動チェックが不要になる―これが本当の自動化</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条件に応じた処理が自動で動く―それが"自動化"の本質。</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今日覚えたConditionが、あなたの仕事を変えていきます。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1559052"/>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53873" y="1998965"/>
            <a:ext cx="3657600" cy="4401922"/>
          </a:xfrm>
          <a:prstGeom prst="rect">
            <a:avLst/>
          </a:prstGeom>
        </p:spPr>
      </p:pic>
      <p:pic>
        <p:nvPicPr>
          <p:cNvPr id="8" name="Image 1" descr="preencoded.png"/>
          <p:cNvPicPr>
            <a:picLocks noChangeAspect="1"/>
          </p:cNvPicPr>
          <p:nvPr/>
        </p:nvPicPr>
        <p:blipFill>
          <a:blip r:embed="rId4"/>
          <a:srcRect/>
          <a:stretch/>
        </p:blipFill>
        <p:spPr>
          <a:xfrm>
            <a:off x="582473" y="2303460"/>
            <a:ext cx="609905" cy="609905"/>
          </a:xfrm>
          <a:prstGeom prst="rect">
            <a:avLst/>
          </a:prstGeom>
        </p:spPr>
      </p:pic>
      <p:pic>
        <p:nvPicPr>
          <p:cNvPr id="9" name="Image 2" descr="preencoded.png"/>
          <p:cNvPicPr>
            <a:picLocks noChangeAspect="1"/>
          </p:cNvPicPr>
          <p:nvPr/>
        </p:nvPicPr>
        <p:blipFill>
          <a:blip r:embed="rId5"/>
          <a:srcRect/>
          <a:stretch/>
        </p:blipFill>
        <p:spPr>
          <a:xfrm>
            <a:off x="715975" y="2436963"/>
            <a:ext cx="342900" cy="342900"/>
          </a:xfrm>
          <a:prstGeom prst="rect">
            <a:avLst/>
          </a:prstGeom>
        </p:spPr>
      </p:pic>
      <p:sp>
        <p:nvSpPr>
          <p:cNvPr id="10" name="Text 5"/>
          <p:cNvSpPr txBox="1"/>
          <p:nvPr/>
        </p:nvSpPr>
        <p:spPr>
          <a:xfrm>
            <a:off x="491948" y="3141965"/>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左辺を動的コンテンツで選んでいるか？</a:t>
            </a:r>
            <a:endParaRPr lang="en-US" sz="2400" dirty="0"/>
          </a:p>
        </p:txBody>
      </p:sp>
      <p:sp>
        <p:nvSpPr>
          <p:cNvPr id="11" name="Text 6"/>
          <p:cNvSpPr txBox="1"/>
          <p:nvPr/>
        </p:nvSpPr>
        <p:spPr>
          <a:xfrm>
            <a:off x="582473" y="3648543"/>
            <a:ext cx="3277210" cy="562356"/>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手入力の文字では条件が正しく動きません。必ずイナズママークから変数を選んでください。</a:t>
            </a:r>
            <a:endParaRPr lang="en-US" sz="1600" dirty="0"/>
          </a:p>
        </p:txBody>
      </p:sp>
      <p:sp>
        <p:nvSpPr>
          <p:cNvPr id="12" name="Shape 7"/>
          <p:cNvSpPr/>
          <p:nvPr/>
        </p:nvSpPr>
        <p:spPr>
          <a:xfrm>
            <a:off x="582473" y="4717477"/>
            <a:ext cx="3200400" cy="1454810"/>
          </a:xfrm>
          <a:prstGeom prst="roundRect">
            <a:avLst>
              <a:gd name="adj" fmla="val 9090"/>
            </a:avLst>
          </a:prstGeom>
          <a:solidFill>
            <a:srgbClr val="F5F3FF"/>
          </a:solidFill>
          <a:ln w="12700">
            <a:solidFill>
              <a:srgbClr val="EDE9FE"/>
            </a:solidFill>
            <a:prstDash val="solid"/>
          </a:ln>
        </p:spPr>
        <p:txBody>
          <a:bodyPr wrap="square"/>
          <a:lstStyle/>
          <a:p>
            <a:endParaRPr lang="ja-JP" altLang="en-US" sz="3200"/>
          </a:p>
        </p:txBody>
      </p:sp>
      <p:sp>
        <p:nvSpPr>
          <p:cNvPr id="13" name="Text 8"/>
          <p:cNvSpPr txBox="1"/>
          <p:nvPr/>
        </p:nvSpPr>
        <p:spPr>
          <a:xfrm>
            <a:off x="687172" y="4846233"/>
            <a:ext cx="2991002" cy="191110"/>
          </a:xfrm>
          <a:prstGeom prst="rect">
            <a:avLst/>
          </a:prstGeom>
          <a:noFill/>
          <a:ln/>
        </p:spPr>
        <p:txBody>
          <a:bodyPr wrap="square" lIns="0" tIns="0" rIns="0" bIns="0" rtlCol="0" anchor="ctr"/>
          <a:lstStyle/>
          <a:p>
            <a:pPr marL="0" indent="0" algn="l">
              <a:buNone/>
            </a:pPr>
            <a:r>
              <a:rPr lang="en-US" sz="2800" b="1" dirty="0">
                <a:solidFill>
                  <a:srgbClr val="A78BFA"/>
                </a:solidFill>
                <a:latin typeface="Noto Sans JP" pitchFamily="34" charset="0"/>
                <a:ea typeface="Noto Sans JP" pitchFamily="34" charset="-122"/>
                <a:cs typeface="Noto Sans JP" pitchFamily="34" charset="-120"/>
              </a:rPr>
              <a:t>Check</a:t>
            </a:r>
            <a:endParaRPr lang="en-US" sz="2800" dirty="0"/>
          </a:p>
        </p:txBody>
      </p:sp>
      <p:sp>
        <p:nvSpPr>
          <p:cNvPr id="14" name="Text 9"/>
          <p:cNvSpPr txBox="1"/>
          <p:nvPr/>
        </p:nvSpPr>
        <p:spPr>
          <a:xfrm>
            <a:off x="1020470" y="5318608"/>
            <a:ext cx="3020263" cy="177024"/>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変数をイナズママークで選択</a:t>
            </a:r>
            <a:endParaRPr lang="en-US" sz="2000" dirty="0"/>
          </a:p>
        </p:txBody>
      </p:sp>
      <p:pic>
        <p:nvPicPr>
          <p:cNvPr id="15" name="Image 3" descr="preencoded.png"/>
          <p:cNvPicPr>
            <a:picLocks noChangeAspect="1"/>
          </p:cNvPicPr>
          <p:nvPr/>
        </p:nvPicPr>
        <p:blipFill>
          <a:blip r:embed="rId6"/>
          <a:srcRect l="-760" r="-760"/>
          <a:stretch/>
        </p:blipFill>
        <p:spPr>
          <a:xfrm>
            <a:off x="697992" y="5293371"/>
            <a:ext cx="228600" cy="257345"/>
          </a:xfrm>
          <a:prstGeom prst="rect">
            <a:avLst/>
          </a:prstGeom>
        </p:spPr>
      </p:pic>
      <p:sp>
        <p:nvSpPr>
          <p:cNvPr id="16" name="Text 10"/>
          <p:cNvSpPr txBox="1"/>
          <p:nvPr/>
        </p:nvSpPr>
        <p:spPr>
          <a:xfrm>
            <a:off x="1011326" y="5805156"/>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手入力はNG</a:t>
            </a:r>
            <a:endParaRPr lang="en-US" sz="2000" dirty="0"/>
          </a:p>
        </p:txBody>
      </p:sp>
      <p:pic>
        <p:nvPicPr>
          <p:cNvPr id="17" name="Image 4" descr="preencoded.png"/>
          <p:cNvPicPr>
            <a:picLocks noChangeAspect="1"/>
          </p:cNvPicPr>
          <p:nvPr/>
        </p:nvPicPr>
        <p:blipFill>
          <a:blip r:embed="rId6"/>
          <a:srcRect l="-760" r="-760"/>
          <a:stretch/>
        </p:blipFill>
        <p:spPr>
          <a:xfrm>
            <a:off x="680822" y="5808571"/>
            <a:ext cx="228600" cy="257345"/>
          </a:xfrm>
          <a:prstGeom prst="rect">
            <a:avLst/>
          </a:prstGeom>
        </p:spPr>
      </p:pic>
      <p:pic>
        <p:nvPicPr>
          <p:cNvPr id="18" name="Image 5" descr="preencoded.png"/>
          <p:cNvPicPr>
            <a:picLocks noChangeAspect="1"/>
          </p:cNvPicPr>
          <p:nvPr/>
        </p:nvPicPr>
        <p:blipFill>
          <a:blip r:embed="rId3"/>
          <a:srcRect l="-1" r="-1"/>
          <a:stretch/>
        </p:blipFill>
        <p:spPr>
          <a:xfrm>
            <a:off x="4332734" y="2001273"/>
            <a:ext cx="3657600" cy="4401922"/>
          </a:xfrm>
          <a:prstGeom prst="rect">
            <a:avLst/>
          </a:prstGeom>
        </p:spPr>
      </p:pic>
      <p:pic>
        <p:nvPicPr>
          <p:cNvPr id="19" name="Image 6" descr="preencoded.png"/>
          <p:cNvPicPr>
            <a:picLocks noChangeAspect="1"/>
          </p:cNvPicPr>
          <p:nvPr/>
        </p:nvPicPr>
        <p:blipFill>
          <a:blip r:embed="rId7"/>
          <a:srcRect l="-27" r="-27"/>
          <a:stretch/>
        </p:blipFill>
        <p:spPr>
          <a:xfrm>
            <a:off x="4666489" y="2192920"/>
            <a:ext cx="428854" cy="342900"/>
          </a:xfrm>
          <a:prstGeom prst="rect">
            <a:avLst/>
          </a:prstGeom>
        </p:spPr>
      </p:pic>
      <p:sp>
        <p:nvSpPr>
          <p:cNvPr id="20" name="Text 11"/>
          <p:cNvSpPr txBox="1"/>
          <p:nvPr/>
        </p:nvSpPr>
        <p:spPr>
          <a:xfrm>
            <a:off x="4561334" y="2821439"/>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Yes/Noブランチを間違えていないか？</a:t>
            </a:r>
            <a:endParaRPr lang="en-US" sz="2400" dirty="0"/>
          </a:p>
        </p:txBody>
      </p:sp>
      <p:sp>
        <p:nvSpPr>
          <p:cNvPr id="21" name="Text 12"/>
          <p:cNvSpPr txBox="1"/>
          <p:nvPr/>
        </p:nvSpPr>
        <p:spPr>
          <a:xfrm>
            <a:off x="4581297" y="3362523"/>
            <a:ext cx="3277210" cy="562356"/>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「もし合格なら〇〇」のアクションが本当にYesブランチに入っているか確認しましょう。</a:t>
            </a:r>
          </a:p>
          <a:p>
            <a:pPr marL="0" indent="0" algn="l">
              <a:buNone/>
            </a:pPr>
            <a:endParaRPr lang="en-US" sz="1600" dirty="0"/>
          </a:p>
        </p:txBody>
      </p:sp>
      <p:sp>
        <p:nvSpPr>
          <p:cNvPr id="22" name="Shape 13"/>
          <p:cNvSpPr/>
          <p:nvPr/>
        </p:nvSpPr>
        <p:spPr>
          <a:xfrm>
            <a:off x="4561334" y="4233324"/>
            <a:ext cx="3200400" cy="1943100"/>
          </a:xfrm>
          <a:prstGeom prst="roundRect">
            <a:avLst>
              <a:gd name="adj" fmla="val 3691"/>
            </a:avLst>
          </a:prstGeom>
          <a:noFill/>
          <a:ln w="12700">
            <a:solidFill>
              <a:srgbClr val="E5E7EB"/>
            </a:solidFill>
            <a:prstDash val="solid"/>
          </a:ln>
        </p:spPr>
        <p:txBody>
          <a:bodyPr wrap="square"/>
          <a:lstStyle/>
          <a:p>
            <a:endParaRPr lang="ja-JP" altLang="en-US"/>
          </a:p>
        </p:txBody>
      </p:sp>
      <p:sp>
        <p:nvSpPr>
          <p:cNvPr id="23" name="Shape 14"/>
          <p:cNvSpPr/>
          <p:nvPr/>
        </p:nvSpPr>
        <p:spPr>
          <a:xfrm>
            <a:off x="4723183" y="5281226"/>
            <a:ext cx="2876702"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24" name="Text 15"/>
          <p:cNvSpPr txBox="1"/>
          <p:nvPr/>
        </p:nvSpPr>
        <p:spPr>
          <a:xfrm>
            <a:off x="4703981" y="4349583"/>
            <a:ext cx="3514953" cy="10698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Bad（Noブランチに入れてしまった）</a:t>
            </a:r>
            <a:endParaRPr lang="en-US" sz="1400" dirty="0"/>
          </a:p>
        </p:txBody>
      </p:sp>
      <p:sp>
        <p:nvSpPr>
          <p:cNvPr id="25" name="Shape 16"/>
          <p:cNvSpPr/>
          <p:nvPr/>
        </p:nvSpPr>
        <p:spPr>
          <a:xfrm>
            <a:off x="4723183" y="4623772"/>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26" name="Text 17"/>
          <p:cNvSpPr txBox="1"/>
          <p:nvPr/>
        </p:nvSpPr>
        <p:spPr>
          <a:xfrm>
            <a:off x="4970985" y="4623772"/>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dirty="0">
                <a:solidFill>
                  <a:srgbClr val="475569"/>
                </a:solidFill>
                <a:latin typeface="Consolas" pitchFamily="34" charset="0"/>
                <a:ea typeface="Consolas" pitchFamily="34" charset="-122"/>
                <a:cs typeface="Consolas" pitchFamily="34" charset="-120"/>
              </a:rPr>
              <a:t>No → 合格！</a:t>
            </a:r>
            <a:endParaRPr lang="en-US" sz="2000" dirty="0"/>
          </a:p>
        </p:txBody>
      </p:sp>
      <p:pic>
        <p:nvPicPr>
          <p:cNvPr id="27" name="Image 7" descr="preencoded.png"/>
          <p:cNvPicPr>
            <a:picLocks noChangeAspect="1"/>
          </p:cNvPicPr>
          <p:nvPr/>
        </p:nvPicPr>
        <p:blipFill>
          <a:blip r:embed="rId8"/>
          <a:srcRect t="-2222" b="-2222"/>
          <a:stretch/>
        </p:blipFill>
        <p:spPr>
          <a:xfrm>
            <a:off x="4809136" y="4692352"/>
            <a:ext cx="123444" cy="171907"/>
          </a:xfrm>
          <a:prstGeom prst="rect">
            <a:avLst/>
          </a:prstGeom>
        </p:spPr>
      </p:pic>
      <p:sp>
        <p:nvSpPr>
          <p:cNvPr id="28" name="Text 18"/>
          <p:cNvSpPr txBox="1"/>
          <p:nvPr/>
        </p:nvSpPr>
        <p:spPr>
          <a:xfrm>
            <a:off x="4532073" y="5008735"/>
            <a:ext cx="3067812" cy="191110"/>
          </a:xfrm>
          <a:prstGeom prst="rect">
            <a:avLst/>
          </a:prstGeom>
          <a:noFill/>
          <a:ln/>
        </p:spPr>
        <p:txBody>
          <a:bodyPr wrap="square" lIns="0" tIns="0" rIns="0" bIns="0" rtlCol="0" anchor="ctr"/>
          <a:lstStyle/>
          <a:p>
            <a:pPr marL="0" indent="0" algn="r">
              <a:buNone/>
            </a:pPr>
            <a:r>
              <a:rPr lang="en-US" sz="1600" dirty="0">
                <a:solidFill>
                  <a:srgbClr val="F87171"/>
                </a:solidFill>
                <a:latin typeface="Noto Sans JP" pitchFamily="34" charset="0"/>
                <a:ea typeface="Noto Sans JP" pitchFamily="34" charset="-122"/>
                <a:cs typeface="Noto Sans JP" pitchFamily="34" charset="-120"/>
              </a:rPr>
              <a:t>Yesに入れるべき！</a:t>
            </a:r>
            <a:endParaRPr lang="en-US" sz="1400" dirty="0"/>
          </a:p>
        </p:txBody>
      </p:sp>
      <p:sp>
        <p:nvSpPr>
          <p:cNvPr id="29" name="Text 19"/>
          <p:cNvSpPr txBox="1"/>
          <p:nvPr/>
        </p:nvSpPr>
        <p:spPr>
          <a:xfrm>
            <a:off x="4723183" y="5437588"/>
            <a:ext cx="3324758" cy="176479"/>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Good（Yesブランチに正しく設定）</a:t>
            </a:r>
            <a:endParaRPr lang="en-US" sz="1400" dirty="0"/>
          </a:p>
        </p:txBody>
      </p:sp>
      <p:sp>
        <p:nvSpPr>
          <p:cNvPr id="30" name="Shape 20"/>
          <p:cNvSpPr/>
          <p:nvPr/>
        </p:nvSpPr>
        <p:spPr>
          <a:xfrm>
            <a:off x="4723183" y="5666188"/>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31" name="Text 21"/>
          <p:cNvSpPr txBox="1"/>
          <p:nvPr/>
        </p:nvSpPr>
        <p:spPr>
          <a:xfrm>
            <a:off x="4990187" y="5666188"/>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b="1" dirty="0">
                <a:solidFill>
                  <a:srgbClr val="475569"/>
                </a:solidFill>
                <a:latin typeface="Consolas" pitchFamily="34" charset="0"/>
                <a:ea typeface="Consolas" pitchFamily="34" charset="-122"/>
                <a:cs typeface="Consolas" pitchFamily="34" charset="-120"/>
              </a:rPr>
              <a:t>Yes → 合格！</a:t>
            </a:r>
            <a:endParaRPr lang="en-US" sz="2000" dirty="0"/>
          </a:p>
        </p:txBody>
      </p:sp>
      <p:pic>
        <p:nvPicPr>
          <p:cNvPr id="32" name="Image 8" descr="preencoded.png"/>
          <p:cNvPicPr>
            <a:picLocks noChangeAspect="1"/>
          </p:cNvPicPr>
          <p:nvPr/>
        </p:nvPicPr>
        <p:blipFill>
          <a:blip r:embed="rId9"/>
          <a:srcRect t="-2725" b="-2725"/>
          <a:stretch/>
        </p:blipFill>
        <p:spPr>
          <a:xfrm>
            <a:off x="4809136" y="5734768"/>
            <a:ext cx="142646" cy="171907"/>
          </a:xfrm>
          <a:prstGeom prst="rect">
            <a:avLst/>
          </a:prstGeom>
        </p:spPr>
      </p:pic>
      <p:pic>
        <p:nvPicPr>
          <p:cNvPr id="33" name="Image 9" descr="preencoded.png"/>
          <p:cNvPicPr>
            <a:picLocks noChangeAspect="1"/>
          </p:cNvPicPr>
          <p:nvPr/>
        </p:nvPicPr>
        <p:blipFill>
          <a:blip r:embed="rId3"/>
          <a:srcRect l="-1" r="-1"/>
          <a:stretch/>
        </p:blipFill>
        <p:spPr>
          <a:xfrm>
            <a:off x="8238136" y="1978207"/>
            <a:ext cx="3657600" cy="4401922"/>
          </a:xfrm>
          <a:prstGeom prst="rect">
            <a:avLst/>
          </a:prstGeom>
        </p:spPr>
      </p:pic>
      <p:pic>
        <p:nvPicPr>
          <p:cNvPr id="35" name="Image 10" descr="preencoded.png"/>
          <p:cNvPicPr>
            <a:picLocks noChangeAspect="1"/>
          </p:cNvPicPr>
          <p:nvPr/>
        </p:nvPicPr>
        <p:blipFill>
          <a:blip r:embed="rId10"/>
          <a:srcRect/>
          <a:stretch/>
        </p:blipFill>
        <p:spPr>
          <a:xfrm>
            <a:off x="8426090" y="2043956"/>
            <a:ext cx="657345" cy="657345"/>
          </a:xfrm>
          <a:prstGeom prst="rect">
            <a:avLst/>
          </a:prstGeom>
        </p:spPr>
      </p:pic>
      <p:pic>
        <p:nvPicPr>
          <p:cNvPr id="36" name="Image 11" descr="preencoded.png"/>
          <p:cNvPicPr>
            <a:picLocks noChangeAspect="1"/>
          </p:cNvPicPr>
          <p:nvPr/>
        </p:nvPicPr>
        <p:blipFill>
          <a:blip r:embed="rId11"/>
          <a:srcRect l="-743" r="-743"/>
          <a:stretch/>
        </p:blipFill>
        <p:spPr>
          <a:xfrm>
            <a:off x="8602514" y="2212634"/>
            <a:ext cx="304495" cy="342900"/>
          </a:xfrm>
          <a:prstGeom prst="rect">
            <a:avLst/>
          </a:prstGeom>
        </p:spPr>
      </p:pic>
      <p:sp>
        <p:nvSpPr>
          <p:cNvPr id="37" name="Text 23"/>
          <p:cNvSpPr txBox="1"/>
          <p:nvPr/>
        </p:nvSpPr>
        <p:spPr>
          <a:xfrm>
            <a:off x="8443570" y="2947264"/>
            <a:ext cx="4069386" cy="314554"/>
          </a:xfrm>
          <a:prstGeom prst="rect">
            <a:avLst/>
          </a:prstGeom>
          <a:noFill/>
          <a:ln/>
        </p:spPr>
        <p:txBody>
          <a:bodyPr wrap="square" lIns="0" tIns="0" rIns="0" bIns="0" rtlCol="0" anchor="ctr"/>
          <a:lstStyle/>
          <a:p>
            <a:pPr marL="0" indent="0" algn="l">
              <a:buNone/>
            </a:pPr>
            <a:r>
              <a:rPr lang="en-US" sz="2400" b="1">
                <a:solidFill>
                  <a:srgbClr val="1F2937"/>
                </a:solidFill>
                <a:latin typeface="Noto Sans JP" pitchFamily="34" charset="0"/>
                <a:ea typeface="Noto Sans JP" pitchFamily="34" charset="-122"/>
                <a:cs typeface="Noto Sans JP" pitchFamily="34" charset="-120"/>
              </a:rPr>
              <a:t>演算子の意味を</a:t>
            </a:r>
          </a:p>
          <a:p>
            <a:pPr marL="0" indent="0" algn="l">
              <a:buNone/>
            </a:pPr>
            <a:r>
              <a:rPr lang="en-US" sz="2400" b="1">
                <a:solidFill>
                  <a:srgbClr val="1F2937"/>
                </a:solidFill>
                <a:latin typeface="Noto Sans JP" pitchFamily="34" charset="0"/>
                <a:ea typeface="Noto Sans JP" pitchFamily="34" charset="-122"/>
                <a:cs typeface="Noto Sans JP" pitchFamily="34" charset="-120"/>
              </a:rPr>
              <a:t>確認しているか</a:t>
            </a:r>
            <a:r>
              <a:rPr lang="en-US" sz="2400" b="1" dirty="0">
                <a:solidFill>
                  <a:srgbClr val="1F2937"/>
                </a:solidFill>
                <a:latin typeface="Noto Sans JP" pitchFamily="34" charset="0"/>
                <a:ea typeface="Noto Sans JP" pitchFamily="34" charset="-122"/>
                <a:cs typeface="Noto Sans JP" pitchFamily="34" charset="-120"/>
              </a:rPr>
              <a:t>？</a:t>
            </a:r>
            <a:endParaRPr lang="en-US" sz="2400" dirty="0"/>
          </a:p>
        </p:txBody>
      </p:sp>
      <p:sp>
        <p:nvSpPr>
          <p:cNvPr id="38" name="Text 24"/>
          <p:cNvSpPr txBox="1"/>
          <p:nvPr/>
        </p:nvSpPr>
        <p:spPr>
          <a:xfrm>
            <a:off x="8428179" y="3547066"/>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「以上（&gt;=）」と「より大きい（&gt;）」は違います。50点合格なら「以上」を使いましょう。</a:t>
            </a:r>
            <a:endParaRPr lang="en-US" sz="1600" dirty="0"/>
          </a:p>
        </p:txBody>
      </p:sp>
      <p:sp>
        <p:nvSpPr>
          <p:cNvPr id="39" name="Shape 25"/>
          <p:cNvSpPr/>
          <p:nvPr/>
        </p:nvSpPr>
        <p:spPr>
          <a:xfrm>
            <a:off x="8447534" y="4446379"/>
            <a:ext cx="3200400" cy="1733702"/>
          </a:xfrm>
          <a:prstGeom prst="roundRect">
            <a:avLst>
              <a:gd name="adj" fmla="val 4637"/>
            </a:avLst>
          </a:prstGeom>
          <a:solidFill>
            <a:srgbClr val="EFF6FF"/>
          </a:solidFill>
          <a:ln w="12700">
            <a:solidFill>
              <a:srgbClr val="DBEAFE"/>
            </a:solidFill>
            <a:prstDash val="solid"/>
          </a:ln>
        </p:spPr>
        <p:txBody>
          <a:bodyPr wrap="square"/>
          <a:lstStyle/>
          <a:p>
            <a:endParaRPr lang="ja-JP" altLang="en-US"/>
          </a:p>
        </p:txBody>
      </p:sp>
      <p:sp>
        <p:nvSpPr>
          <p:cNvPr id="40" name="Shape 26"/>
          <p:cNvSpPr/>
          <p:nvPr/>
        </p:nvSpPr>
        <p:spPr>
          <a:xfrm>
            <a:off x="8609383" y="5265681"/>
            <a:ext cx="2876702" cy="9144"/>
          </a:xfrm>
          <a:prstGeom prst="rect">
            <a:avLst/>
          </a:prstGeom>
          <a:solidFill>
            <a:srgbClr val="BFDBFE"/>
          </a:solidFill>
          <a:ln w="12700">
            <a:solidFill>
              <a:srgbClr val="BFDBFE">
                <a:alpha val="0"/>
              </a:srgbClr>
            </a:solidFill>
            <a:prstDash val="solid"/>
          </a:ln>
        </p:spPr>
        <p:txBody>
          <a:bodyPr wrap="square"/>
          <a:lstStyle/>
          <a:p>
            <a:endParaRPr lang="ja-JP" altLang="en-US"/>
          </a:p>
        </p:txBody>
      </p:sp>
      <p:sp>
        <p:nvSpPr>
          <p:cNvPr id="41" name="Text 27"/>
          <p:cNvSpPr txBox="1"/>
          <p:nvPr/>
        </p:nvSpPr>
        <p:spPr>
          <a:xfrm>
            <a:off x="8630720" y="4601936"/>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Bad（より大きい）</a:t>
            </a:r>
            <a:endParaRPr lang="en-US" sz="1200" dirty="0"/>
          </a:p>
        </p:txBody>
      </p:sp>
      <p:sp>
        <p:nvSpPr>
          <p:cNvPr id="42" name="Shape 28"/>
          <p:cNvSpPr/>
          <p:nvPr/>
        </p:nvSpPr>
        <p:spPr>
          <a:xfrm>
            <a:off x="8609383" y="4836828"/>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43" name="Text 29"/>
          <p:cNvSpPr txBox="1"/>
          <p:nvPr/>
        </p:nvSpPr>
        <p:spPr>
          <a:xfrm>
            <a:off x="8878522" y="4830536"/>
            <a:ext cx="3643677" cy="424274"/>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51点から合格になってしまう</a:t>
            </a:r>
            <a:endParaRPr lang="en-US" dirty="0"/>
          </a:p>
        </p:txBody>
      </p:sp>
      <p:pic>
        <p:nvPicPr>
          <p:cNvPr id="44" name="Image 12" descr="preencoded.png"/>
          <p:cNvPicPr>
            <a:picLocks noChangeAspect="1"/>
          </p:cNvPicPr>
          <p:nvPr/>
        </p:nvPicPr>
        <p:blipFill>
          <a:blip r:embed="rId8"/>
          <a:srcRect t="-2222" b="-2222"/>
          <a:stretch/>
        </p:blipFill>
        <p:spPr>
          <a:xfrm>
            <a:off x="8695336" y="4905408"/>
            <a:ext cx="123444" cy="171907"/>
          </a:xfrm>
          <a:prstGeom prst="rect">
            <a:avLst/>
          </a:prstGeom>
        </p:spPr>
      </p:pic>
      <p:sp>
        <p:nvSpPr>
          <p:cNvPr id="45" name="Text 30"/>
          <p:cNvSpPr txBox="1"/>
          <p:nvPr/>
        </p:nvSpPr>
        <p:spPr>
          <a:xfrm>
            <a:off x="8630720" y="5415752"/>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Good（次の値以上）</a:t>
            </a:r>
            <a:endParaRPr lang="en-US" sz="1200" dirty="0"/>
          </a:p>
        </p:txBody>
      </p:sp>
      <p:pic>
        <p:nvPicPr>
          <p:cNvPr id="46" name="Image 13" descr="preencoded.png"/>
          <p:cNvPicPr>
            <a:picLocks noChangeAspect="1"/>
          </p:cNvPicPr>
          <p:nvPr/>
        </p:nvPicPr>
        <p:blipFill>
          <a:blip r:embed="rId12"/>
          <a:srcRect t="-3" b="-3"/>
          <a:stretch/>
        </p:blipFill>
        <p:spPr>
          <a:xfrm>
            <a:off x="8609383" y="5650644"/>
            <a:ext cx="1057961" cy="362102"/>
          </a:xfrm>
          <a:prstGeom prst="rect">
            <a:avLst/>
          </a:prstGeom>
        </p:spPr>
      </p:pic>
      <p:pic>
        <p:nvPicPr>
          <p:cNvPr id="47" name="Image 14" descr="preencoded.png"/>
          <p:cNvPicPr>
            <a:picLocks noChangeAspect="1"/>
          </p:cNvPicPr>
          <p:nvPr/>
        </p:nvPicPr>
        <p:blipFill>
          <a:blip r:embed="rId13"/>
          <a:srcRect t="-1100" b="-1100"/>
          <a:stretch/>
        </p:blipFill>
        <p:spPr>
          <a:xfrm>
            <a:off x="8695336" y="5772259"/>
            <a:ext cx="114300" cy="133502"/>
          </a:xfrm>
          <a:prstGeom prst="rect">
            <a:avLst/>
          </a:prstGeom>
        </p:spPr>
      </p:pic>
      <p:sp>
        <p:nvSpPr>
          <p:cNvPr id="48" name="Text 31"/>
          <p:cNvSpPr txBox="1"/>
          <p:nvPr/>
        </p:nvSpPr>
        <p:spPr>
          <a:xfrm>
            <a:off x="8868464" y="5691899"/>
            <a:ext cx="2441615" cy="410691"/>
          </a:xfrm>
          <a:prstGeom prst="rect">
            <a:avLst/>
          </a:prstGeom>
          <a:noFill/>
          <a:ln/>
        </p:spPr>
        <p:txBody>
          <a:bodyPr wrap="square" lIns="0" tIns="0" rIns="0" bIns="0" rtlCol="0" anchor="ctr"/>
          <a:lstStyle/>
          <a:p>
            <a:pPr marL="0" indent="0" algn="l">
              <a:buNone/>
            </a:pPr>
            <a:r>
              <a:rPr lang="en-US" b="1" dirty="0">
                <a:solidFill>
                  <a:srgbClr val="1E40AF"/>
                </a:solidFill>
                <a:latin typeface="Noto Sans JP" pitchFamily="34" charset="0"/>
                <a:ea typeface="Noto Sans JP" pitchFamily="34" charset="-122"/>
                <a:cs typeface="Noto Sans JP" pitchFamily="34" charset="-120"/>
              </a:rPr>
              <a:t>50点から正しく合格</a:t>
            </a:r>
            <a:endParaRPr lang="en-US" dirty="0"/>
          </a:p>
        </p:txBody>
      </p:sp>
      <p:sp>
        <p:nvSpPr>
          <p:cNvPr id="49" name="Shape 32"/>
          <p:cNvSpPr/>
          <p:nvPr/>
        </p:nvSpPr>
        <p:spPr>
          <a:xfrm>
            <a:off x="0" y="0"/>
            <a:ext cx="12191695" cy="1687068"/>
          </a:xfrm>
          <a:prstGeom prst="rect">
            <a:avLst/>
          </a:prstGeom>
          <a:solidFill>
            <a:srgbClr val="FFFFFF"/>
          </a:solidFill>
          <a:ln/>
        </p:spPr>
        <p:txBody>
          <a:bodyPr wrap="square"/>
          <a:lstStyle/>
          <a:p>
            <a:endParaRPr lang="ja-JP" altLang="en-US"/>
          </a:p>
        </p:txBody>
      </p:sp>
      <p:sp>
        <p:nvSpPr>
          <p:cNvPr id="51" name="Text 34"/>
          <p:cNvSpPr txBox="1"/>
          <p:nvPr/>
        </p:nvSpPr>
        <p:spPr>
          <a:xfrm>
            <a:off x="457200" y="228600"/>
            <a:ext cx="8039405"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52" name="Text 35"/>
          <p:cNvSpPr txBox="1"/>
          <p:nvPr/>
        </p:nvSpPr>
        <p:spPr>
          <a:xfrm>
            <a:off x="457199" y="533095"/>
            <a:ext cx="9210145" cy="1429207"/>
          </a:xfrm>
          <a:prstGeom prst="rect">
            <a:avLst/>
          </a:prstGeom>
          <a:noFill/>
          <a:ln/>
        </p:spPr>
        <p:txBody>
          <a:bodyPr wrap="square" lIns="0" tIns="0" rIns="0" bIns="0" rtlCol="0" anchor="t"/>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4500" dirty="0"/>
          </a:p>
        </p:txBody>
      </p:sp>
      <p:sp>
        <p:nvSpPr>
          <p:cNvPr id="53" name="Shape 36"/>
          <p:cNvSpPr/>
          <p:nvPr/>
        </p:nvSpPr>
        <p:spPr>
          <a:xfrm>
            <a:off x="9448495" y="1314907"/>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9677095" y="1238098"/>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8" name="Shape 40"/>
          <p:cNvSpPr/>
          <p:nvPr/>
        </p:nvSpPr>
        <p:spPr>
          <a:xfrm>
            <a:off x="0" y="7364578"/>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175768" y="6457993"/>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400" dirty="0"/>
          </a:p>
        </p:txBody>
      </p:sp>
      <p:sp>
        <p:nvSpPr>
          <p:cNvPr id="60" name="Text 42"/>
          <p:cNvSpPr txBox="1"/>
          <p:nvPr/>
        </p:nvSpPr>
        <p:spPr>
          <a:xfrm>
            <a:off x="10490911" y="737372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019CD6F6-C7FC-1FC5-74A1-4F715480E079}"/>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21C13B43-672D-3D4B-F748-54DA2BC19D6E}"/>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B6E4E3AA-5512-D18B-25D1-32CC0CF3B8E4}"/>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1BD9B44A-FC7B-9543-EDA3-844E363DAB57}"/>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238098"/>
            <a:ext cx="12191695" cy="5609844"/>
          </a:xfrm>
          <a:prstGeom prst="rect">
            <a:avLst/>
          </a:prstGeom>
          <a:solidFill>
            <a:srgbClr val="F9FAFB"/>
          </a:solidFill>
          <a:ln w="12700">
            <a:solidFill>
              <a:srgbClr val="FFFFFF">
                <a:alpha val="0"/>
              </a:srgbClr>
            </a:solidFill>
            <a:prstDash val="solid"/>
          </a:ln>
        </p:spPr>
        <p:txBody>
          <a:bodyPr wrap="square"/>
          <a:lstStyle/>
          <a:p>
            <a:endParaRPr lang="ja-JP" altLang="en-US"/>
          </a:p>
        </p:txBody>
      </p:sp>
      <p:pic>
        <p:nvPicPr>
          <p:cNvPr id="5" name="Image 0" descr="preencoded.png"/>
          <p:cNvPicPr>
            <a:picLocks noChangeAspect="1"/>
          </p:cNvPicPr>
          <p:nvPr/>
        </p:nvPicPr>
        <p:blipFill>
          <a:blip r:embed="rId3">
            <a:alphaModFix amt="30000"/>
          </a:blip>
          <a:srcRect/>
          <a:stretch/>
        </p:blipFill>
        <p:spPr>
          <a:xfrm>
            <a:off x="305" y="1369578"/>
            <a:ext cx="12191695" cy="5605272"/>
          </a:xfrm>
          <a:prstGeom prst="rect">
            <a:avLst/>
          </a:prstGeom>
        </p:spPr>
      </p:pic>
      <p:sp>
        <p:nvSpPr>
          <p:cNvPr id="6" name="Shape 3"/>
          <p:cNvSpPr/>
          <p:nvPr/>
        </p:nvSpPr>
        <p:spPr>
          <a:xfrm>
            <a:off x="609905"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7" name="Shape 4"/>
          <p:cNvSpPr/>
          <p:nvPr/>
        </p:nvSpPr>
        <p:spPr>
          <a:xfrm>
            <a:off x="3038551" y="2003450"/>
            <a:ext cx="533095" cy="533095"/>
          </a:xfrm>
          <a:prstGeom prst="ellipse">
            <a:avLst/>
          </a:prstGeom>
          <a:solidFill>
            <a:srgbClr val="DBEAFE"/>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l="-80" r="-80"/>
          <a:stretch/>
        </p:blipFill>
        <p:spPr>
          <a:xfrm>
            <a:off x="3161995" y="2156155"/>
            <a:ext cx="286207" cy="228600"/>
          </a:xfrm>
          <a:prstGeom prst="rect">
            <a:avLst/>
          </a:prstGeom>
        </p:spPr>
      </p:pic>
      <p:sp>
        <p:nvSpPr>
          <p:cNvPr id="9" name="Text 5"/>
          <p:cNvSpPr txBox="1"/>
          <p:nvPr/>
        </p:nvSpPr>
        <p:spPr>
          <a:xfrm>
            <a:off x="2180839" y="2658192"/>
            <a:ext cx="3872215" cy="187422"/>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Conditionは「分かれ道」</a:t>
            </a:r>
            <a:endParaRPr lang="en-US" sz="2400" dirty="0"/>
          </a:p>
        </p:txBody>
      </p:sp>
      <p:sp>
        <p:nvSpPr>
          <p:cNvPr id="10" name="Text 6"/>
          <p:cNvSpPr txBox="1"/>
          <p:nvPr/>
        </p:nvSpPr>
        <p:spPr>
          <a:xfrm>
            <a:off x="1214322" y="3046843"/>
            <a:ext cx="4303827" cy="67848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条件を満たせば</a:t>
            </a:r>
            <a:r>
              <a:rPr lang="en-US" sz="1600">
                <a:solidFill>
                  <a:srgbClr val="6B7280"/>
                </a:solidFill>
                <a:latin typeface="Noto Sans JP" pitchFamily="34" charset="0"/>
                <a:ea typeface="Noto Sans JP" pitchFamily="34" charset="-122"/>
                <a:cs typeface="Noto Sans JP" pitchFamily="34" charset="-120"/>
              </a:rPr>
              <a:t>Yes、</a:t>
            </a:r>
          </a:p>
          <a:p>
            <a:pPr marL="0" indent="0" algn="ctr">
              <a:buNone/>
            </a:pPr>
            <a:r>
              <a:rPr lang="en-US" sz="1600">
                <a:solidFill>
                  <a:srgbClr val="6B7280"/>
                </a:solidFill>
                <a:latin typeface="Noto Sans JP" pitchFamily="34" charset="0"/>
                <a:ea typeface="Noto Sans JP" pitchFamily="34" charset="-122"/>
                <a:cs typeface="Noto Sans JP" pitchFamily="34" charset="-120"/>
              </a:rPr>
              <a:t>満たさなければ</a:t>
            </a:r>
            <a:r>
              <a:rPr lang="en-US" sz="1600" dirty="0">
                <a:solidFill>
                  <a:srgbClr val="6B7280"/>
                </a:solidFill>
                <a:latin typeface="Noto Sans JP" pitchFamily="34" charset="0"/>
                <a:ea typeface="Noto Sans JP" pitchFamily="34" charset="-122"/>
                <a:cs typeface="Noto Sans JP" pitchFamily="34" charset="-120"/>
              </a:rPr>
              <a:t>Noのルートに進みます。</a:t>
            </a:r>
            <a:endParaRPr lang="en-US" sz="2000" dirty="0"/>
          </a:p>
          <a:p>
            <a:pPr marL="0" indent="0" algn="ctr">
              <a:buNone/>
            </a:pPr>
            <a:endParaRPr lang="en-US" sz="2000" dirty="0"/>
          </a:p>
        </p:txBody>
      </p:sp>
      <p:sp>
        <p:nvSpPr>
          <p:cNvPr id="11" name="Shape 7"/>
          <p:cNvSpPr/>
          <p:nvPr/>
        </p:nvSpPr>
        <p:spPr>
          <a:xfrm>
            <a:off x="6191402"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2" name="Shape 8"/>
          <p:cNvSpPr/>
          <p:nvPr/>
        </p:nvSpPr>
        <p:spPr>
          <a:xfrm>
            <a:off x="8620049" y="2003450"/>
            <a:ext cx="533095" cy="533095"/>
          </a:xfrm>
          <a:prstGeom prst="ellipse">
            <a:avLst/>
          </a:prstGeom>
          <a:solidFill>
            <a:srgbClr val="EDE9FE"/>
          </a:solidFill>
          <a:ln w="12700">
            <a:solidFill>
              <a:srgbClr val="FFFFFF">
                <a:alpha val="0"/>
              </a:srgbClr>
            </a:solidFill>
            <a:prstDash val="solid"/>
          </a:ln>
        </p:spPr>
        <p:txBody>
          <a:bodyPr wrap="square"/>
          <a:lstStyle/>
          <a:p>
            <a:endParaRPr lang="ja-JP" altLang="en-US"/>
          </a:p>
        </p:txBody>
      </p:sp>
      <p:pic>
        <p:nvPicPr>
          <p:cNvPr id="13" name="Image 2" descr="preencoded.png"/>
          <p:cNvPicPr>
            <a:picLocks noChangeAspect="1"/>
          </p:cNvPicPr>
          <p:nvPr/>
        </p:nvPicPr>
        <p:blipFill>
          <a:blip r:embed="rId5"/>
          <a:srcRect t="-45" b="-45"/>
          <a:stretch/>
        </p:blipFill>
        <p:spPr>
          <a:xfrm>
            <a:off x="8758123" y="2156155"/>
            <a:ext cx="256946" cy="228600"/>
          </a:xfrm>
          <a:prstGeom prst="rect">
            <a:avLst/>
          </a:prstGeom>
        </p:spPr>
      </p:pic>
      <p:sp>
        <p:nvSpPr>
          <p:cNvPr id="14" name="Text 9"/>
          <p:cNvSpPr txBox="1"/>
          <p:nvPr/>
        </p:nvSpPr>
        <p:spPr>
          <a:xfrm>
            <a:off x="6945782" y="2651760"/>
            <a:ext cx="4214395" cy="294437"/>
          </a:xfrm>
          <a:prstGeom prst="rect">
            <a:avLst/>
          </a:prstGeom>
          <a:noFill/>
          <a:ln/>
        </p:spPr>
        <p:txBody>
          <a:bodyPr wrap="square" lIns="0" tIns="0" rIns="0" bIns="0" rtlCol="0" anchor="ctr"/>
          <a:lstStyle/>
          <a:p>
            <a:pPr marL="0" indent="0" algn="ctr">
              <a:buNone/>
            </a:pPr>
            <a:r>
              <a:rPr lang="en-US" sz="2400" b="1">
                <a:solidFill>
                  <a:srgbClr val="1F2937"/>
                </a:solidFill>
                <a:latin typeface="Noto Sans JP" pitchFamily="34" charset="0"/>
                <a:ea typeface="Noto Sans JP" pitchFamily="34" charset="-122"/>
                <a:cs typeface="Noto Sans JP" pitchFamily="34" charset="-120"/>
              </a:rPr>
              <a:t>左辺・演算子・右辺が</a:t>
            </a:r>
          </a:p>
          <a:p>
            <a:pPr marL="0" indent="0" algn="ctr">
              <a:buNone/>
            </a:pPr>
            <a:r>
              <a:rPr lang="en-US" sz="2400" b="1">
                <a:solidFill>
                  <a:srgbClr val="1F2937"/>
                </a:solidFill>
                <a:latin typeface="Noto Sans JP" pitchFamily="34" charset="0"/>
                <a:ea typeface="Noto Sans JP" pitchFamily="34" charset="-122"/>
                <a:cs typeface="Noto Sans JP" pitchFamily="34" charset="-120"/>
              </a:rPr>
              <a:t>「条件の3点セット」</a:t>
            </a:r>
            <a:endParaRPr lang="en-US" sz="2400" dirty="0"/>
          </a:p>
        </p:txBody>
      </p:sp>
      <p:sp>
        <p:nvSpPr>
          <p:cNvPr id="15" name="Text 10"/>
          <p:cNvSpPr txBox="1"/>
          <p:nvPr/>
        </p:nvSpPr>
        <p:spPr>
          <a:xfrm>
            <a:off x="6171292" y="3213925"/>
            <a:ext cx="5293173" cy="704280"/>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「何を」「どう比べる」「何と比べる</a:t>
            </a:r>
            <a:r>
              <a:rPr lang="en-US" sz="1600">
                <a:solidFill>
                  <a:srgbClr val="6B7280"/>
                </a:solidFill>
                <a:latin typeface="Noto Sans JP" pitchFamily="34" charset="0"/>
                <a:ea typeface="Noto Sans JP" pitchFamily="34" charset="-122"/>
                <a:cs typeface="Noto Sans JP" pitchFamily="34" charset="-120"/>
              </a:rPr>
              <a:t>」の</a:t>
            </a:r>
          </a:p>
          <a:p>
            <a:pPr marL="0" indent="0" algn="ctr">
              <a:buNone/>
            </a:pPr>
            <a:r>
              <a:rPr lang="en-US" sz="1600">
                <a:solidFill>
                  <a:srgbClr val="6B7280"/>
                </a:solidFill>
                <a:latin typeface="Noto Sans JP" pitchFamily="34" charset="0"/>
                <a:ea typeface="Noto Sans JP" pitchFamily="34" charset="-122"/>
                <a:cs typeface="Noto Sans JP" pitchFamily="34" charset="-120"/>
              </a:rPr>
              <a:t>3</a:t>
            </a:r>
            <a:r>
              <a:rPr lang="en-US" sz="1600" dirty="0">
                <a:solidFill>
                  <a:srgbClr val="6B7280"/>
                </a:solidFill>
                <a:latin typeface="Noto Sans JP" pitchFamily="34" charset="0"/>
                <a:ea typeface="Noto Sans JP" pitchFamily="34" charset="-122"/>
                <a:cs typeface="Noto Sans JP" pitchFamily="34" charset="-120"/>
              </a:rPr>
              <a:t>つで条件を作ります。</a:t>
            </a:r>
            <a:endParaRPr lang="en-US" sz="2000" dirty="0"/>
          </a:p>
          <a:p>
            <a:pPr marL="0" indent="0" algn="ctr">
              <a:buNone/>
            </a:pPr>
            <a:endParaRPr lang="en-US" sz="2000" dirty="0"/>
          </a:p>
        </p:txBody>
      </p:sp>
      <p:sp>
        <p:nvSpPr>
          <p:cNvPr id="16" name="Shape 11"/>
          <p:cNvSpPr/>
          <p:nvPr/>
        </p:nvSpPr>
        <p:spPr>
          <a:xfrm>
            <a:off x="609905"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2"/>
          <p:cNvSpPr/>
          <p:nvPr/>
        </p:nvSpPr>
        <p:spPr>
          <a:xfrm>
            <a:off x="3038550" y="4287067"/>
            <a:ext cx="533095" cy="533095"/>
          </a:xfrm>
          <a:prstGeom prst="ellipse">
            <a:avLst/>
          </a:prstGeom>
          <a:solidFill>
            <a:srgbClr val="FCE7F3"/>
          </a:solidFill>
          <a:ln w="12700">
            <a:solidFill>
              <a:srgbClr val="FFFFFF">
                <a:alpha val="0"/>
              </a:srgbClr>
            </a:solidFill>
            <a:prstDash val="solid"/>
          </a:ln>
        </p:spPr>
        <p:txBody>
          <a:bodyPr wrap="square"/>
          <a:lstStyle/>
          <a:p>
            <a:endParaRPr lang="ja-JP" altLang="en-US"/>
          </a:p>
        </p:txBody>
      </p:sp>
      <p:pic>
        <p:nvPicPr>
          <p:cNvPr id="18" name="Image 3" descr="preencoded.png"/>
          <p:cNvPicPr>
            <a:picLocks noChangeAspect="1"/>
          </p:cNvPicPr>
          <p:nvPr/>
        </p:nvPicPr>
        <p:blipFill>
          <a:blip r:embed="rId6"/>
          <a:srcRect/>
          <a:stretch/>
        </p:blipFill>
        <p:spPr>
          <a:xfrm>
            <a:off x="3203163" y="4445909"/>
            <a:ext cx="228600" cy="228600"/>
          </a:xfrm>
          <a:prstGeom prst="rect">
            <a:avLst/>
          </a:prstGeom>
        </p:spPr>
      </p:pic>
      <p:sp>
        <p:nvSpPr>
          <p:cNvPr id="19" name="Text 13"/>
          <p:cNvSpPr txBox="1"/>
          <p:nvPr/>
        </p:nvSpPr>
        <p:spPr>
          <a:xfrm>
            <a:off x="1579626" y="5148887"/>
            <a:ext cx="3122939"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動的コンテンツで変数を左辺に使う</a:t>
            </a:r>
            <a:endParaRPr lang="en-US" sz="2400" dirty="0"/>
          </a:p>
        </p:txBody>
      </p:sp>
      <p:sp>
        <p:nvSpPr>
          <p:cNvPr id="20" name="Text 14"/>
          <p:cNvSpPr txBox="1"/>
          <p:nvPr/>
        </p:nvSpPr>
        <p:spPr>
          <a:xfrm>
            <a:off x="464555" y="5771498"/>
            <a:ext cx="5934416" cy="540000"/>
          </a:xfrm>
          <a:prstGeom prst="rect">
            <a:avLst/>
          </a:prstGeom>
          <a:noFill/>
          <a:ln/>
        </p:spPr>
        <p:txBody>
          <a:bodyPr wrap="square" lIns="0" tIns="0" rIns="0" bIns="0" rtlCol="0" anchor="t"/>
          <a:lstStyle/>
          <a:p>
            <a:pPr marL="0" indent="0" algn="ctr">
              <a:buNone/>
            </a:pPr>
            <a:r>
              <a:rPr lang="en-US" sz="1600">
                <a:solidFill>
                  <a:srgbClr val="6B7280"/>
                </a:solidFill>
                <a:latin typeface="Noto Sans JP" pitchFamily="34" charset="0"/>
                <a:ea typeface="Noto Sans JP" pitchFamily="34" charset="-122"/>
                <a:cs typeface="Noto Sans JP" pitchFamily="34" charset="-120"/>
              </a:rPr>
              <a:t>左辺には手入力ではなく、</a:t>
            </a:r>
          </a:p>
          <a:p>
            <a:pPr marL="0" indent="0" algn="ctr">
              <a:buNone/>
            </a:pPr>
            <a:r>
              <a:rPr lang="en-US" sz="1600">
                <a:solidFill>
                  <a:srgbClr val="6B7280"/>
                </a:solidFill>
                <a:latin typeface="Noto Sans JP" pitchFamily="34" charset="0"/>
                <a:ea typeface="Noto Sans JP" pitchFamily="34" charset="-122"/>
                <a:cs typeface="Noto Sans JP" pitchFamily="34" charset="-120"/>
              </a:rPr>
              <a:t>イナズママークから変数を選択します</a:t>
            </a:r>
            <a:r>
              <a:rPr lang="en-US" sz="1600" dirty="0">
                <a:solidFill>
                  <a:srgbClr val="6B7280"/>
                </a:solidFill>
                <a:latin typeface="Noto Sans JP" pitchFamily="34" charset="0"/>
                <a:ea typeface="Noto Sans JP" pitchFamily="34" charset="-122"/>
                <a:cs typeface="Noto Sans JP" pitchFamily="34" charset="-120"/>
              </a:rPr>
              <a:t>。</a:t>
            </a:r>
            <a:endParaRPr lang="en-US" sz="2000" dirty="0"/>
          </a:p>
          <a:p>
            <a:pPr marL="0" indent="0" algn="ctr">
              <a:buNone/>
            </a:pPr>
            <a:endParaRPr lang="en-US" sz="2000" dirty="0"/>
          </a:p>
        </p:txBody>
      </p:sp>
      <p:sp>
        <p:nvSpPr>
          <p:cNvPr id="21" name="Shape 15"/>
          <p:cNvSpPr/>
          <p:nvPr/>
        </p:nvSpPr>
        <p:spPr>
          <a:xfrm>
            <a:off x="6191402"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pic>
        <p:nvPicPr>
          <p:cNvPr id="22" name="Image 4" descr="preencoded.png"/>
          <p:cNvPicPr>
            <a:picLocks noChangeAspect="1"/>
          </p:cNvPicPr>
          <p:nvPr/>
        </p:nvPicPr>
        <p:blipFill>
          <a:blip r:embed="rId7"/>
          <a:srcRect/>
          <a:stretch/>
        </p:blipFill>
        <p:spPr>
          <a:xfrm>
            <a:off x="8620049" y="4336085"/>
            <a:ext cx="533095" cy="533095"/>
          </a:xfrm>
          <a:prstGeom prst="rect">
            <a:avLst/>
          </a:prstGeom>
        </p:spPr>
      </p:pic>
      <p:pic>
        <p:nvPicPr>
          <p:cNvPr id="23" name="Image 5" descr="preencoded.png"/>
          <p:cNvPicPr>
            <a:picLocks noChangeAspect="1"/>
          </p:cNvPicPr>
          <p:nvPr/>
        </p:nvPicPr>
        <p:blipFill>
          <a:blip r:embed="rId8"/>
          <a:srcRect l="-80" r="-80"/>
          <a:stretch/>
        </p:blipFill>
        <p:spPr>
          <a:xfrm>
            <a:off x="8744407" y="4488790"/>
            <a:ext cx="286207" cy="228600"/>
          </a:xfrm>
          <a:prstGeom prst="rect">
            <a:avLst/>
          </a:prstGeom>
        </p:spPr>
      </p:pic>
      <p:sp>
        <p:nvSpPr>
          <p:cNvPr id="24" name="Text 16"/>
          <p:cNvSpPr txBox="1"/>
          <p:nvPr/>
        </p:nvSpPr>
        <p:spPr>
          <a:xfrm>
            <a:off x="7105802" y="4984394"/>
            <a:ext cx="3167910"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PA45のコンセプト</a:t>
            </a:r>
            <a:endParaRPr lang="en-US" sz="2400" dirty="0"/>
          </a:p>
        </p:txBody>
      </p:sp>
      <p:pic>
        <p:nvPicPr>
          <p:cNvPr id="25" name="Image 6" descr="preencoded.png"/>
          <p:cNvPicPr>
            <a:picLocks noChangeAspect="1"/>
          </p:cNvPicPr>
          <p:nvPr/>
        </p:nvPicPr>
        <p:blipFill>
          <a:blip r:embed="rId9"/>
          <a:srcRect l="-39" r="-39"/>
          <a:stretch/>
        </p:blipFill>
        <p:spPr>
          <a:xfrm>
            <a:off x="6752844" y="5360213"/>
            <a:ext cx="4267505" cy="406908"/>
          </a:xfrm>
          <a:prstGeom prst="rect">
            <a:avLst/>
          </a:prstGeom>
        </p:spPr>
      </p:pic>
      <p:sp>
        <p:nvSpPr>
          <p:cNvPr id="26" name="Text 17"/>
          <p:cNvSpPr txBox="1"/>
          <p:nvPr/>
        </p:nvSpPr>
        <p:spPr>
          <a:xfrm>
            <a:off x="6610807" y="5446165"/>
            <a:ext cx="4404055" cy="265897"/>
          </a:xfrm>
          <a:prstGeom prst="rect">
            <a:avLst/>
          </a:prstGeom>
          <a:noFill/>
          <a:ln/>
        </p:spPr>
        <p:txBody>
          <a:bodyPr wrap="square" lIns="0" tIns="0" rIns="0" bIns="0" rtlCol="0" anchor="ctr"/>
          <a:lstStyle/>
          <a:p>
            <a:pPr marL="0" indent="0" algn="ctr">
              <a:buNone/>
            </a:pPr>
            <a:r>
              <a:rPr lang="en-US" sz="2000" b="1" dirty="0">
                <a:solidFill>
                  <a:srgbClr val="1E40AF"/>
                </a:solidFill>
                <a:latin typeface="Noto Sans JP" pitchFamily="34" charset="0"/>
                <a:ea typeface="Noto Sans JP" pitchFamily="34" charset="-122"/>
                <a:cs typeface="Noto Sans JP" pitchFamily="34" charset="-120"/>
              </a:rPr>
              <a:t>“忙しい人のための45分講座”</a:t>
            </a:r>
            <a:endParaRPr lang="en-US" sz="2000" dirty="0"/>
          </a:p>
        </p:txBody>
      </p:sp>
      <p:sp>
        <p:nvSpPr>
          <p:cNvPr id="27" name="Text 18"/>
          <p:cNvSpPr txBox="1"/>
          <p:nvPr/>
        </p:nvSpPr>
        <p:spPr>
          <a:xfrm>
            <a:off x="6494068" y="5843930"/>
            <a:ext cx="5396439"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手軽に学べるハンズオン形式で、</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短時間で実践的なスキルを習得します。 </a:t>
            </a:r>
            <a:endParaRPr lang="en-US" sz="2000" dirty="0"/>
          </a:p>
        </p:txBody>
      </p:sp>
      <p:sp>
        <p:nvSpPr>
          <p:cNvPr id="28" name="Shape 19"/>
          <p:cNvSpPr/>
          <p:nvPr/>
        </p:nvSpPr>
        <p:spPr>
          <a:xfrm>
            <a:off x="0" y="0"/>
            <a:ext cx="12191695" cy="1238098"/>
          </a:xfrm>
          <a:prstGeom prst="rect">
            <a:avLst/>
          </a:prstGeom>
          <a:solidFill>
            <a:srgbClr val="FFFFFF"/>
          </a:solidFill>
          <a:ln/>
        </p:spPr>
        <p:txBody>
          <a:bodyPr wrap="square"/>
          <a:lstStyle/>
          <a:p>
            <a:endParaRPr lang="ja-JP" altLang="en-US"/>
          </a:p>
        </p:txBody>
      </p:sp>
      <p:sp>
        <p:nvSpPr>
          <p:cNvPr id="29" name="Shape 20"/>
          <p:cNvSpPr/>
          <p:nvPr/>
        </p:nvSpPr>
        <p:spPr>
          <a:xfrm>
            <a:off x="0" y="1228954"/>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30" name="Text 21"/>
          <p:cNvSpPr txBox="1"/>
          <p:nvPr/>
        </p:nvSpPr>
        <p:spPr>
          <a:xfrm>
            <a:off x="457200" y="73678"/>
            <a:ext cx="4553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PA45｜第3回</a:t>
            </a:r>
            <a:endParaRPr lang="en-US" sz="1200" dirty="0"/>
          </a:p>
        </p:txBody>
      </p:sp>
      <p:sp>
        <p:nvSpPr>
          <p:cNvPr id="31" name="Text 22"/>
          <p:cNvSpPr txBox="1"/>
          <p:nvPr/>
        </p:nvSpPr>
        <p:spPr>
          <a:xfrm>
            <a:off x="457200" y="399179"/>
            <a:ext cx="67537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今日の学び</a:t>
            </a:r>
            <a:r>
              <a:rPr lang="en-US" sz="2200" b="1" dirty="0">
                <a:solidFill>
                  <a:srgbClr val="6B7280"/>
                </a:solidFill>
                <a:latin typeface="Noto Sans JP" pitchFamily="34" charset="0"/>
                <a:ea typeface="Noto Sans JP" pitchFamily="34" charset="-122"/>
                <a:cs typeface="Noto Sans JP" pitchFamily="34" charset="-120"/>
              </a:rPr>
              <a:t>（まとめ）</a:t>
            </a:r>
            <a:endParaRPr lang="en-US" sz="4500" dirty="0"/>
          </a:p>
        </p:txBody>
      </p:sp>
      <p:sp>
        <p:nvSpPr>
          <p:cNvPr id="32" name="Shape 23"/>
          <p:cNvSpPr/>
          <p:nvPr/>
        </p:nvSpPr>
        <p:spPr>
          <a:xfrm>
            <a:off x="10786262" y="504749"/>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33" name="Text 24"/>
          <p:cNvSpPr txBox="1"/>
          <p:nvPr/>
        </p:nvSpPr>
        <p:spPr>
          <a:xfrm>
            <a:off x="11014862" y="428854"/>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Summary</a:t>
            </a:r>
            <a:endParaRPr lang="en-US" sz="1300" dirty="0"/>
          </a:p>
        </p:txBody>
      </p:sp>
      <p:sp>
        <p:nvSpPr>
          <p:cNvPr id="36" name="Shape 26"/>
          <p:cNvSpPr/>
          <p:nvPr/>
        </p:nvSpPr>
        <p:spPr>
          <a:xfrm>
            <a:off x="0" y="6843370"/>
            <a:ext cx="12191695" cy="200254"/>
          </a:xfrm>
          <a:prstGeom prst="rect">
            <a:avLst/>
          </a:prstGeom>
          <a:solidFill>
            <a:srgbClr val="FFFFFF"/>
          </a:solidFill>
          <a:ln/>
        </p:spPr>
        <p:txBody>
          <a:bodyPr wrap="square"/>
          <a:lstStyle/>
          <a:p>
            <a:endParaRPr lang="ja-JP" altLang="en-US"/>
          </a:p>
        </p:txBody>
      </p:sp>
      <p:sp>
        <p:nvSpPr>
          <p:cNvPr id="37" name="Shape 27"/>
          <p:cNvSpPr/>
          <p:nvPr/>
        </p:nvSpPr>
        <p:spPr>
          <a:xfrm>
            <a:off x="0" y="68433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38" name="Text 28"/>
          <p:cNvSpPr txBox="1"/>
          <p:nvPr/>
        </p:nvSpPr>
        <p:spPr>
          <a:xfrm>
            <a:off x="457200" y="6853428"/>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39" name="Text 29"/>
          <p:cNvSpPr txBox="1"/>
          <p:nvPr/>
        </p:nvSpPr>
        <p:spPr>
          <a:xfrm>
            <a:off x="10646359" y="6853428"/>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40" name="Image 8" descr="preencoded.png"/>
          <p:cNvPicPr>
            <a:picLocks noChangeAspect="1"/>
          </p:cNvPicPr>
          <p:nvPr/>
        </p:nvPicPr>
        <p:blipFill>
          <a:blip r:embed="rId10"/>
          <a:srcRect l="-200" r="-200"/>
          <a:stretch/>
        </p:blipFill>
        <p:spPr>
          <a:xfrm>
            <a:off x="0" y="6782105"/>
            <a:ext cx="12191695" cy="75895"/>
          </a:xfrm>
          <a:prstGeom prst="rect">
            <a:avLst/>
          </a:prstGeom>
        </p:spPr>
      </p:pic>
      <p:grpSp>
        <p:nvGrpSpPr>
          <p:cNvPr id="45" name="グループ化 44">
            <a:extLst>
              <a:ext uri="{FF2B5EF4-FFF2-40B4-BE49-F238E27FC236}">
                <a16:creationId xmlns:a16="http://schemas.microsoft.com/office/drawing/2014/main" id="{0301A8C0-E628-F296-BE59-4D594080C5B6}"/>
              </a:ext>
            </a:extLst>
          </p:cNvPr>
          <p:cNvGrpSpPr/>
          <p:nvPr/>
        </p:nvGrpSpPr>
        <p:grpSpPr>
          <a:xfrm>
            <a:off x="4809394" y="6534365"/>
            <a:ext cx="7350682" cy="405017"/>
            <a:chOff x="5861349" y="604238"/>
            <a:chExt cx="6035909" cy="405017"/>
          </a:xfrm>
        </p:grpSpPr>
        <p:sp>
          <p:nvSpPr>
            <p:cNvPr id="46" name="Shape 31">
              <a:extLst>
                <a:ext uri="{FF2B5EF4-FFF2-40B4-BE49-F238E27FC236}">
                  <a16:creationId xmlns:a16="http://schemas.microsoft.com/office/drawing/2014/main" id="{952D8B5B-FD75-9DCB-C2FA-E0C1FAA1DAA0}"/>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7" name="Text 21">
              <a:extLst>
                <a:ext uri="{FF2B5EF4-FFF2-40B4-BE49-F238E27FC236}">
                  <a16:creationId xmlns:a16="http://schemas.microsoft.com/office/drawing/2014/main" id="{21CE0F7C-AB2D-9212-A373-316109BFCD3D}"/>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8" name="Image 2" descr="preencoded.png">
              <a:extLst>
                <a:ext uri="{FF2B5EF4-FFF2-40B4-BE49-F238E27FC236}">
                  <a16:creationId xmlns:a16="http://schemas.microsoft.com/office/drawing/2014/main" id="{79E423FA-FEC5-2162-1F22-52288019F2C0}"/>
                </a:ext>
              </a:extLst>
            </p:cNvPr>
            <p:cNvPicPr>
              <a:picLocks noChangeAspect="1"/>
            </p:cNvPicPr>
            <p:nvPr/>
          </p:nvPicPr>
          <p:blipFill>
            <a:blip r:embed="rId11"/>
            <a:srcRect/>
            <a:stretch/>
          </p:blipFill>
          <p:spPr>
            <a:xfrm>
              <a:off x="5861349" y="619679"/>
              <a:ext cx="263236" cy="389576"/>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受信メール</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未読メール数チェック</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未読メールが5件以上あれば「メールが溜まっています」とTeamsに通知。0件なら通知しない。件数で通知の有無を切り替えます。</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1600" b="1" dirty="0">
                <a:solidFill>
                  <a:srgbClr val="A78BFA"/>
                </a:solidFill>
                <a:latin typeface="Noto Sans JP" pitchFamily="34" charset="0"/>
                <a:ea typeface="Noto Sans JP" pitchFamily="34" charset="-122"/>
                <a:cs typeface="Noto Sans JP" pitchFamily="34" charset="-120"/>
              </a:rPr>
              <a:t>≥ 5件？</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未読数取得 → Condition(5以上?) → 通知/スキップ</a:t>
            </a: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承認フロー</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承認・却下の自動振り分け</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承認依頼の結果が「Approve」ならSharePointに記録し完了通知。「Reject」なら申請者に差し戻しメールを自動送信。</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1600" b="1" dirty="0">
                <a:solidFill>
                  <a:srgbClr val="34D399"/>
                </a:solidFill>
                <a:latin typeface="Noto Sans JP" pitchFamily="34" charset="0"/>
                <a:ea typeface="Noto Sans JP" pitchFamily="34" charset="-122"/>
                <a:cs typeface="Noto Sans JP" pitchFamily="34" charset="-120"/>
              </a:rPr>
              <a:t>= 承認？</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承認待ち → Condition(承認?) → 記録/差し戻し</a:t>
            </a: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数値しきい値</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売上目標達成アラート</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日次売上が目標値を超えていれば達成通知をTeamsへ。未達ならアラートを送る。数値の大小でメッセージを使い分けます。</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r>
              <a:rPr lang="en-US" sz="1600" b="1" dirty="0">
                <a:solidFill>
                  <a:srgbClr val="60A5FA"/>
                </a:solidFill>
                <a:latin typeface="Noto Sans JP" pitchFamily="34" charset="0"/>
                <a:ea typeface="Noto Sans JP" pitchFamily="34" charset="-122"/>
                <a:cs typeface="Noto Sans JP" pitchFamily="34" charset="-120"/>
              </a:rPr>
              <a:t>≥ 目標？</a:t>
            </a: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売上取得 → Condition(目標超?) → 達成通知/アラート</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PA45｜第3回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条件分岐の活用事例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631829"/>
            <a:ext cx="12191695" cy="5352898"/>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20000"/>
          </a:blip>
          <a:srcRect/>
          <a:stretch/>
        </p:blipFill>
        <p:spPr>
          <a:xfrm>
            <a:off x="559613" y="2198218"/>
            <a:ext cx="2581351" cy="2581351"/>
          </a:xfrm>
          <a:prstGeom prst="rect">
            <a:avLst/>
          </a:prstGeom>
        </p:spPr>
      </p:pic>
      <p:pic>
        <p:nvPicPr>
          <p:cNvPr id="6" name="Image 1" descr="preencoded.png"/>
          <p:cNvPicPr>
            <a:picLocks noChangeAspect="1"/>
          </p:cNvPicPr>
          <p:nvPr/>
        </p:nvPicPr>
        <p:blipFill>
          <a:blip r:embed="rId4">
            <a:alphaModFix amt="40000"/>
          </a:blip>
          <a:srcRect/>
          <a:stretch/>
        </p:blipFill>
        <p:spPr>
          <a:xfrm>
            <a:off x="9056218" y="3853282"/>
            <a:ext cx="2581351" cy="2581351"/>
          </a:xfrm>
          <a:prstGeom prst="rect">
            <a:avLst/>
          </a:prstGeom>
        </p:spPr>
      </p:pic>
      <p:pic>
        <p:nvPicPr>
          <p:cNvPr id="7" name="Image 2" descr="preencoded.png"/>
          <p:cNvPicPr>
            <a:picLocks noChangeAspect="1"/>
          </p:cNvPicPr>
          <p:nvPr/>
        </p:nvPicPr>
        <p:blipFill>
          <a:blip r:embed="rId5"/>
          <a:srcRect l="-2" r="-2"/>
          <a:stretch/>
        </p:blipFill>
        <p:spPr>
          <a:xfrm>
            <a:off x="952805" y="2018995"/>
            <a:ext cx="10287000" cy="4588459"/>
          </a:xfrm>
          <a:prstGeom prst="rect">
            <a:avLst/>
          </a:prstGeom>
        </p:spPr>
      </p:pic>
      <p:sp>
        <p:nvSpPr>
          <p:cNvPr id="8" name="Shape 3"/>
          <p:cNvSpPr/>
          <p:nvPr/>
        </p:nvSpPr>
        <p:spPr>
          <a:xfrm>
            <a:off x="952805" y="2018995"/>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pic>
        <p:nvPicPr>
          <p:cNvPr id="9" name="Image 3" descr="preencoded.png"/>
          <p:cNvPicPr>
            <a:picLocks noChangeAspect="1"/>
          </p:cNvPicPr>
          <p:nvPr/>
        </p:nvPicPr>
        <p:blipFill>
          <a:blip r:embed="rId6"/>
          <a:srcRect/>
          <a:stretch/>
        </p:blipFill>
        <p:spPr>
          <a:xfrm>
            <a:off x="1533449" y="3456432"/>
            <a:ext cx="1714500" cy="1714500"/>
          </a:xfrm>
          <a:prstGeom prst="rect">
            <a:avLst/>
          </a:prstGeom>
        </p:spPr>
      </p:pic>
      <p:pic>
        <p:nvPicPr>
          <p:cNvPr id="10" name="Image 4" descr="preencoded.png"/>
          <p:cNvPicPr>
            <a:picLocks noChangeAspect="1"/>
          </p:cNvPicPr>
          <p:nvPr/>
        </p:nvPicPr>
        <p:blipFill>
          <a:blip r:embed="rId7"/>
          <a:srcRect/>
          <a:stretch/>
        </p:blipFill>
        <p:spPr>
          <a:xfrm>
            <a:off x="1933956" y="3856025"/>
            <a:ext cx="914400" cy="914400"/>
          </a:xfrm>
          <a:prstGeom prst="rect">
            <a:avLst/>
          </a:prstGeom>
        </p:spPr>
      </p:pic>
      <p:sp>
        <p:nvSpPr>
          <p:cNvPr id="11" name="Text 4"/>
          <p:cNvSpPr txBox="1"/>
          <p:nvPr/>
        </p:nvSpPr>
        <p:spPr>
          <a:xfrm>
            <a:off x="3819449" y="3562502"/>
            <a:ext cx="6946697" cy="1026871"/>
          </a:xfrm>
          <a:prstGeom prst="rect">
            <a:avLst/>
          </a:prstGeom>
          <a:noFill/>
          <a:ln/>
        </p:spPr>
        <p:txBody>
          <a:bodyPr wrap="square" lIns="0" tIns="0" rIns="0" bIns="0" rtlCol="0" anchor="t"/>
          <a:lstStyle/>
          <a:p>
            <a:pPr marL="0" indent="0" algn="l">
              <a:buNone/>
            </a:pPr>
            <a:r>
              <a:rPr lang="ja-JP" altLang="en-US" sz="3200"/>
              <a:t>公開済み</a:t>
            </a:r>
            <a:br>
              <a:rPr lang="en-US" altLang="ja-JP" sz="3200"/>
            </a:br>
            <a:r>
              <a:rPr lang="en-US" altLang="ja-JP" sz="3200"/>
              <a:t>Apply to Each</a:t>
            </a:r>
            <a:r>
              <a:rPr lang="ja-JP" altLang="en-US" sz="3200"/>
              <a:t>（それぞれに適用）</a:t>
            </a:r>
            <a:endParaRPr lang="en-US" sz="3200" dirty="0"/>
          </a:p>
        </p:txBody>
      </p:sp>
      <p:sp>
        <p:nvSpPr>
          <p:cNvPr id="12" name="Text 5"/>
          <p:cNvSpPr txBox="1"/>
          <p:nvPr/>
        </p:nvSpPr>
        <p:spPr>
          <a:xfrm>
            <a:off x="3908146" y="4936845"/>
            <a:ext cx="6915607" cy="838505"/>
          </a:xfrm>
          <a:prstGeom prst="rect">
            <a:avLst/>
          </a:prstGeom>
          <a:noFill/>
          <a:ln/>
        </p:spPr>
        <p:txBody>
          <a:bodyPr wrap="square" lIns="0" tIns="0" rIns="0" bIns="0" rtlCol="0" anchor="t"/>
          <a:lstStyle/>
          <a:p>
            <a:pPr marL="0" indent="0" algn="l">
              <a:buNone/>
            </a:pPr>
            <a:r>
              <a:rPr lang="ja-JP" altLang="en-US">
                <a:solidFill>
                  <a:srgbClr val="4B5563"/>
                </a:solidFill>
                <a:latin typeface="Noto Sans JP" pitchFamily="34" charset="0"/>
                <a:ea typeface="Noto Sans JP" pitchFamily="34" charset="-122"/>
                <a:cs typeface="Noto Sans JP" pitchFamily="34" charset="-120"/>
              </a:rPr>
              <a:t>またぜひご参加ください</a:t>
            </a:r>
            <a:r>
              <a:rPr lang="en-US">
                <a:solidFill>
                  <a:srgbClr val="4B5563"/>
                </a:solidFill>
                <a:latin typeface="Noto Sans JP" pitchFamily="34" charset="0"/>
                <a:ea typeface="Noto Sans JP" pitchFamily="34" charset="-122"/>
                <a:cs typeface="Noto Sans JP" pitchFamily="34" charset="-120"/>
              </a:rPr>
              <a:t>！</a:t>
            </a:r>
            <a:endParaRPr lang="en-US" dirty="0"/>
          </a:p>
          <a:p>
            <a:pPr marL="0" indent="0" algn="l">
              <a:buNone/>
            </a:pPr>
            <a:endParaRPr lang="en-US" dirty="0"/>
          </a:p>
          <a:p>
            <a:pPr marL="0" indent="0" algn="l">
              <a:buNone/>
            </a:pPr>
            <a:endParaRPr lang="en-US" dirty="0"/>
          </a:p>
        </p:txBody>
      </p:sp>
      <p:sp>
        <p:nvSpPr>
          <p:cNvPr id="15" name="Shape 7"/>
          <p:cNvSpPr/>
          <p:nvPr/>
        </p:nvSpPr>
        <p:spPr>
          <a:xfrm>
            <a:off x="3819449" y="2600554"/>
            <a:ext cx="1228954" cy="580644"/>
          </a:xfrm>
          <a:prstGeom prst="roundRect">
            <a:avLst>
              <a:gd name="adj" fmla="val 157480"/>
            </a:avLst>
          </a:prstGeom>
          <a:solidFill>
            <a:srgbClr val="0078D4"/>
          </a:solidFill>
          <a:ln w="12700">
            <a:solidFill>
              <a:srgbClr val="FFFFFF">
                <a:alpha val="0"/>
              </a:srgbClr>
            </a:solidFill>
            <a:prstDash val="solid"/>
          </a:ln>
        </p:spPr>
        <p:txBody>
          <a:bodyPr/>
          <a:lstStyle/>
          <a:p>
            <a:endParaRPr lang="ja-JP" altLang="en-US"/>
          </a:p>
        </p:txBody>
      </p:sp>
      <p:sp>
        <p:nvSpPr>
          <p:cNvPr id="16" name="Text 8"/>
          <p:cNvSpPr/>
          <p:nvPr/>
        </p:nvSpPr>
        <p:spPr>
          <a:xfrm>
            <a:off x="3791102" y="2600554"/>
            <a:ext cx="1286561" cy="581558"/>
          </a:xfrm>
          <a:prstGeom prst="rect">
            <a:avLst/>
          </a:prstGeom>
          <a:solidFill>
            <a:srgbClr val="FFFFFF">
              <a:alpha val="0"/>
            </a:srgbClr>
          </a:solidFill>
          <a:ln>
            <a:solidFill>
              <a:srgbClr val="FFFFFF">
                <a:alpha val="0"/>
              </a:srgbClr>
            </a:solidFill>
          </a:ln>
        </p:spPr>
        <p:txBody>
          <a:bodyPr wrap="square" lIns="228600" tIns="76200" rIns="228600" bIns="76200" rtlCol="0" anchor="ctr"/>
          <a:lstStyle/>
          <a:p>
            <a:pPr marL="0" indent="0" algn="ctr">
              <a:buNone/>
            </a:pPr>
            <a:r>
              <a:rPr lang="en-US" sz="2200" b="1" kern="0" spc="113" dirty="0">
                <a:solidFill>
                  <a:srgbClr val="FFFFFF"/>
                </a:solidFill>
                <a:latin typeface="Noto Sans JP" pitchFamily="34" charset="0"/>
                <a:ea typeface="Noto Sans JP" pitchFamily="34" charset="-122"/>
                <a:cs typeface="Noto Sans JP" pitchFamily="34" charset="-120"/>
              </a:rPr>
              <a:t>Vol.4</a:t>
            </a:r>
            <a:endParaRPr lang="en-US" sz="2200" dirty="0"/>
          </a:p>
        </p:txBody>
      </p:sp>
      <p:sp>
        <p:nvSpPr>
          <p:cNvPr id="17" name="Shape 9"/>
          <p:cNvSpPr/>
          <p:nvPr/>
        </p:nvSpPr>
        <p:spPr>
          <a:xfrm>
            <a:off x="0" y="0"/>
            <a:ext cx="12191695" cy="1638605"/>
          </a:xfrm>
          <a:prstGeom prst="rect">
            <a:avLst/>
          </a:prstGeom>
          <a:solidFill>
            <a:srgbClr val="FFFFFF"/>
          </a:solidFill>
          <a:ln/>
        </p:spPr>
        <p:txBody>
          <a:bodyPr/>
          <a:lstStyle/>
          <a:p>
            <a:endParaRPr lang="ja-JP" altLang="en-US"/>
          </a:p>
        </p:txBody>
      </p:sp>
      <p:sp>
        <p:nvSpPr>
          <p:cNvPr id="18" name="Shape 10"/>
          <p:cNvSpPr/>
          <p:nvPr/>
        </p:nvSpPr>
        <p:spPr>
          <a:xfrm>
            <a:off x="0" y="16294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19" name="Text 11"/>
          <p:cNvSpPr txBox="1"/>
          <p:nvPr/>
        </p:nvSpPr>
        <p:spPr>
          <a:xfrm>
            <a:off x="457200" y="304495"/>
            <a:ext cx="5401361"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PA45｜次回予告</a:t>
            </a:r>
            <a:endParaRPr lang="en-US" sz="1500" dirty="0"/>
          </a:p>
        </p:txBody>
      </p:sp>
      <p:sp>
        <p:nvSpPr>
          <p:cNvPr id="20" name="Text 12"/>
          <p:cNvSpPr txBox="1"/>
          <p:nvPr/>
        </p:nvSpPr>
        <p:spPr>
          <a:xfrm>
            <a:off x="457200" y="609905"/>
            <a:ext cx="6994246"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Next Session（第4回）</a:t>
            </a:r>
            <a:endParaRPr lang="en-US" sz="4500" dirty="0"/>
          </a:p>
        </p:txBody>
      </p:sp>
      <p:sp>
        <p:nvSpPr>
          <p:cNvPr id="21" name="Shape 13"/>
          <p:cNvSpPr/>
          <p:nvPr/>
        </p:nvSpPr>
        <p:spPr>
          <a:xfrm>
            <a:off x="10823753" y="90525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22" name="Text 14"/>
          <p:cNvSpPr txBox="1"/>
          <p:nvPr/>
        </p:nvSpPr>
        <p:spPr>
          <a:xfrm>
            <a:off x="11014862" y="828446"/>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Preview</a:t>
            </a:r>
            <a:endParaRPr lang="en-US" sz="1300" dirty="0"/>
          </a:p>
        </p:txBody>
      </p:sp>
      <p:sp>
        <p:nvSpPr>
          <p:cNvPr id="25" name="Shape 16"/>
          <p:cNvSpPr/>
          <p:nvPr/>
        </p:nvSpPr>
        <p:spPr>
          <a:xfrm>
            <a:off x="0" y="6988759"/>
            <a:ext cx="12191695" cy="276149"/>
          </a:xfrm>
          <a:prstGeom prst="rect">
            <a:avLst/>
          </a:prstGeom>
          <a:solidFill>
            <a:srgbClr val="FFFFFF"/>
          </a:solidFill>
          <a:ln/>
        </p:spPr>
        <p:txBody>
          <a:bodyPr/>
          <a:lstStyle/>
          <a:p>
            <a:endParaRPr lang="ja-JP" altLang="en-US"/>
          </a:p>
        </p:txBody>
      </p:sp>
      <p:sp>
        <p:nvSpPr>
          <p:cNvPr id="26" name="Shape 17"/>
          <p:cNvSpPr/>
          <p:nvPr/>
        </p:nvSpPr>
        <p:spPr>
          <a:xfrm>
            <a:off x="0" y="6988759"/>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27" name="Text 18"/>
          <p:cNvSpPr txBox="1"/>
          <p:nvPr/>
        </p:nvSpPr>
        <p:spPr>
          <a:xfrm>
            <a:off x="457200" y="6998818"/>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28" name="Text 19"/>
          <p:cNvSpPr txBox="1"/>
          <p:nvPr/>
        </p:nvSpPr>
        <p:spPr>
          <a:xfrm>
            <a:off x="10335463" y="6998818"/>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29" name="Image 7" descr="preencoded.png"/>
          <p:cNvPicPr>
            <a:picLocks noChangeAspect="1"/>
          </p:cNvPicPr>
          <p:nvPr/>
        </p:nvPicPr>
        <p:blipFill>
          <a:blip r:embed="rId8"/>
          <a:srcRect l="-200" r="-200"/>
          <a:stretch/>
        </p:blipFill>
        <p:spPr>
          <a:xfrm>
            <a:off x="0" y="6782105"/>
            <a:ext cx="12191695" cy="7589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PA45｜第3回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1669</TotalTime>
  <Words>3943</Words>
  <Application>Microsoft Office PowerPoint</Application>
  <PresentationFormat>ワイド画面</PresentationFormat>
  <Paragraphs>564</Paragraphs>
  <Slides>17</Slides>
  <Notes>17</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17</vt:i4>
      </vt:variant>
    </vt:vector>
  </HeadingPairs>
  <TitlesOfParts>
    <vt:vector size="24" baseType="lpstr">
      <vt:lpstr>BIZ UDGothic</vt:lpstr>
      <vt:lpstr>Noto Sans JP</vt:lpstr>
      <vt:lpstr>ui-monospace</vt:lpstr>
      <vt:lpstr>Arial</vt:lpstr>
      <vt:lpstr>Consolas</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2026-03-26T10:56:48Z</dcterms:modified>
</cp:coreProperties>
</file>