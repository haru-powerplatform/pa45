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9" r:id="rId2"/>
    <p:sldId id="259" r:id="rId3"/>
    <p:sldId id="257" r:id="rId4"/>
    <p:sldId id="256" r:id="rId5"/>
    <p:sldId id="271" r:id="rId6"/>
    <p:sldId id="261" r:id="rId7"/>
    <p:sldId id="280" r:id="rId23"/>
    <p:sldId id="281" r:id="rId24"/>
    <p:sldId id="272" r:id="rId8"/>
    <p:sldId id="268" r:id="rId14"/>
    <p:sldId id="282" r:id="rId25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E3632E-FE63-4BBD-9645-A4ADC8EE0CD7}" v="80" dt="2026-04-09T11:04:41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04" autoAdjust="0"/>
    <p:restoredTop sz="93909" autoAdjust="0"/>
  </p:normalViewPr>
  <p:slideViewPr>
    <p:cSldViewPr snapToGrid="0" snapToObjects="1">
      <p:cViewPr varScale="1">
        <p:scale>
          <a:sx n="69" d="100"/>
          <a:sy n="69" d="100"/>
        </p:scale>
        <p:origin x="915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14" Type="http://schemas.openxmlformats.org/officeDocument/2006/relationships/slide" Target="slides/slide13.xml"/><Relationship Id="rId22" Type="http://schemas.microsoft.com/office/2015/10/relationships/revisionInfo" Target="revisionInfo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09T11:31:41.927" v="2746" actId="1076"/>
      <pc:docMkLst>
        <pc:docMk/>
      </pc:docMkLst>
      <pc:sldChg chg="modSp del mod">
        <pc:chgData name="Ueda Isamu" userId="35289799e0376f2e" providerId="LiveId" clId="{DD31E282-B62B-4911-91B6-43B1B98908F9}" dt="2026-04-09T05:33:21.519" v="2172" actId="47"/>
        <pc:sldMkLst>
          <pc:docMk/>
          <pc:sldMk cId="0" sldId="258"/>
        </pc:sldMkLst>
      </pc:sldChg>
      <pc:sldChg chg="addSp delSp modSp mod ord">
        <pc:chgData name="Ueda Isamu" userId="35289799e0376f2e" providerId="LiveId" clId="{DD31E282-B62B-4911-91B6-43B1B98908F9}" dt="2026-04-09T04:12:01.553" v="595"/>
        <pc:sldMkLst>
          <pc:docMk/>
          <pc:sldMk cId="0" sldId="259"/>
        </pc:sldMkLst>
        <pc:spChg chg="mod">
          <ac:chgData name="Ueda Isamu" userId="35289799e0376f2e" providerId="LiveId" clId="{DD31E282-B62B-4911-91B6-43B1B98908F9}" dt="2026-04-03T12:39:23.880" v="587" actId="1076"/>
          <ac:spMkLst>
            <pc:docMk/>
            <pc:sldMk cId="0" sldId="259"/>
            <ac:spMk id="4" creationId="{00000000-0000-0000-0000-000000000000}"/>
          </ac:spMkLst>
        </pc:spChg>
        <pc:spChg chg="add del mod">
          <ac:chgData name="Ueda Isamu" userId="35289799e0376f2e" providerId="LiveId" clId="{DD31E282-B62B-4911-91B6-43B1B98908F9}" dt="2026-04-03T12:37:57.340" v="562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Ueda Isamu" userId="35289799e0376f2e" providerId="LiveId" clId="{DD31E282-B62B-4911-91B6-43B1B98908F9}" dt="2026-04-03T12:38:07.987" v="572" actId="1036"/>
          <ac:spMkLst>
            <pc:docMk/>
            <pc:sldMk cId="0" sldId="259"/>
            <ac:spMk id="7" creationId="{00000000-0000-0000-0000-000000000000}"/>
          </ac:spMkLst>
        </pc:spChg>
        <pc:spChg chg="mod">
          <ac:chgData name="Ueda Isamu" userId="35289799e0376f2e" providerId="LiveId" clId="{DD31E282-B62B-4911-91B6-43B1B98908F9}" dt="2026-04-03T12:39:13.506" v="585" actId="14100"/>
          <ac:spMkLst>
            <pc:docMk/>
            <pc:sldMk cId="0" sldId="259"/>
            <ac:spMk id="8" creationId="{00000000-0000-0000-0000-000000000000}"/>
          </ac:spMkLst>
        </pc:spChg>
        <pc:spChg chg="mod">
          <ac:chgData name="Ueda Isamu" userId="35289799e0376f2e" providerId="LiveId" clId="{DD31E282-B62B-4911-91B6-43B1B98908F9}" dt="2026-04-03T12:39:17.956" v="586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03T12:37:35.518" v="542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Ueda Isamu" userId="35289799e0376f2e" providerId="LiveId" clId="{DD31E282-B62B-4911-91B6-43B1B98908F9}" dt="2026-04-03T12:37:40.613" v="543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Ueda Isamu" userId="35289799e0376f2e" providerId="LiveId" clId="{DD31E282-B62B-4911-91B6-43B1B98908F9}" dt="2026-04-03T12:39:01.740" v="582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Ueda Isamu" userId="35289799e0376f2e" providerId="LiveId" clId="{DD31E282-B62B-4911-91B6-43B1B98908F9}" dt="2026-04-03T12:39:30.685" v="588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Ueda Isamu" userId="35289799e0376f2e" providerId="LiveId" clId="{DD31E282-B62B-4911-91B6-43B1B98908F9}" dt="2026-04-03T12:36:46.314" v="517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Ueda Isamu" userId="35289799e0376f2e" providerId="LiveId" clId="{DD31E282-B62B-4911-91B6-43B1B98908F9}" dt="2026-04-03T12:34:36.249" v="462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Ueda Isamu" userId="35289799e0376f2e" providerId="LiveId" clId="{DD31E282-B62B-4911-91B6-43B1B98908F9}" dt="2026-04-03T12:34:36.249" v="462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Ueda Isamu" userId="35289799e0376f2e" providerId="LiveId" clId="{DD31E282-B62B-4911-91B6-43B1B98908F9}" dt="2026-04-03T12:34:36.249" v="462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Ueda Isamu" userId="35289799e0376f2e" providerId="LiveId" clId="{DD31E282-B62B-4911-91B6-43B1B98908F9}" dt="2026-04-03T12:34:36.249" v="462" actId="1076"/>
          <ac:spMkLst>
            <pc:docMk/>
            <pc:sldMk cId="0" sldId="259"/>
            <ac:spMk id="18" creationId="{00000000-0000-0000-0000-000000000000}"/>
          </ac:spMkLst>
        </pc:spChg>
        <pc:picChg chg="mod">
          <ac:chgData name="Ueda Isamu" userId="35289799e0376f2e" providerId="LiveId" clId="{DD31E282-B62B-4911-91B6-43B1B98908F9}" dt="2026-04-03T12:34:45.699" v="464" actId="1076"/>
          <ac:picMkLst>
            <pc:docMk/>
            <pc:sldMk cId="0" sldId="259"/>
            <ac:picMk id="27" creationId="{00000000-0000-0000-0000-000000000000}"/>
          </ac:picMkLst>
        </pc:picChg>
        <pc:picChg chg="mod">
          <ac:chgData name="Ueda Isamu" userId="35289799e0376f2e" providerId="LiveId" clId="{DD31E282-B62B-4911-91B6-43B1B98908F9}" dt="2026-04-03T12:34:45.699" v="464" actId="1076"/>
          <ac:picMkLst>
            <pc:docMk/>
            <pc:sldMk cId="0" sldId="259"/>
            <ac:picMk id="28" creationId="{00000000-0000-0000-0000-000000000000}"/>
          </ac:picMkLst>
        </pc:picChg>
        <pc:picChg chg="add mod">
          <ac:chgData name="Ueda Isamu" userId="35289799e0376f2e" providerId="LiveId" clId="{DD31E282-B62B-4911-91B6-43B1B98908F9}" dt="2026-04-03T12:36:11.874" v="492" actId="1076"/>
          <ac:picMkLst>
            <pc:docMk/>
            <pc:sldMk cId="0" sldId="259"/>
            <ac:picMk id="29" creationId="{0A5D2121-E3AD-8CFB-9A1D-21A7BE0B1923}"/>
          </ac:picMkLst>
        </pc:picChg>
      </pc:sldChg>
      <pc:sldChg chg="modSp mod">
        <pc:chgData name="Ueda Isamu" userId="35289799e0376f2e" providerId="LiveId" clId="{DD31E282-B62B-4911-91B6-43B1B98908F9}" dt="2026-04-09T05:36:00.075" v="2333" actId="20577"/>
        <pc:sldMkLst>
          <pc:docMk/>
          <pc:sldMk cId="0" sldId="261"/>
        </pc:sldMkLst>
        <pc:spChg chg="mod">
          <ac:chgData name="Ueda Isamu" userId="35289799e0376f2e" providerId="LiveId" clId="{DD31E282-B62B-4911-91B6-43B1B98908F9}" dt="2026-04-09T05:35:57.480" v="2332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5:32.604" v="2321" actId="1076"/>
          <ac:spMkLst>
            <pc:docMk/>
            <pc:sldMk cId="0" sldId="261"/>
            <ac:spMk id="26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5:56.819" v="2331" actId="1076"/>
          <ac:spMkLst>
            <pc:docMk/>
            <pc:sldMk cId="0" sldId="261"/>
            <ac:spMk id="27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6:00.075" v="2333" actId="20577"/>
          <ac:spMkLst>
            <pc:docMk/>
            <pc:sldMk cId="0" sldId="261"/>
            <ac:spMk id="32" creationId="{00000000-0000-0000-0000-000000000000}"/>
          </ac:spMkLst>
        </pc:spChg>
        <pc:spChg chg="mod">
          <ac:chgData name="Ueda Isamu" userId="35289799e0376f2e" providerId="LiveId" clId="{DD31E282-B62B-4911-91B6-43B1B98908F9}" dt="2026-04-09T04:12:09.058" v="596" actId="1076"/>
          <ac:spMkLst>
            <pc:docMk/>
            <pc:sldMk cId="0" sldId="261"/>
            <ac:spMk id="36" creationId="{00000000-0000-0000-0000-000000000000}"/>
          </ac:spMkLst>
        </pc:spChg>
        <pc:spChg chg="mod">
          <ac:chgData name="Ueda Isamu" userId="35289799e0376f2e" providerId="LiveId" clId="{DD31E282-B62B-4911-91B6-43B1B98908F9}" dt="2026-04-09T04:12:22.258" v="617" actId="20577"/>
          <ac:spMkLst>
            <pc:docMk/>
            <pc:sldMk cId="0" sldId="261"/>
            <ac:spMk id="37" creationId="{00000000-0000-0000-0000-000000000000}"/>
          </ac:spMkLst>
        </pc:spChg>
      </pc:sldChg>
      <pc:sldChg chg="modSp del mod">
        <pc:chgData name="Ueda Isamu" userId="35289799e0376f2e" providerId="LiveId" clId="{DD31E282-B62B-4911-91B6-43B1B98908F9}" dt="2026-04-09T04:12:30.194" v="618" actId="47"/>
        <pc:sldMkLst>
          <pc:docMk/>
          <pc:sldMk cId="0" sldId="262"/>
        </pc:sldMkLst>
      </pc:sldChg>
      <pc:sldChg chg="addSp delSp modSp del mod">
        <pc:chgData name="Ueda Isamu" userId="35289799e0376f2e" providerId="LiveId" clId="{DD31E282-B62B-4911-91B6-43B1B98908F9}" dt="2026-04-09T04:13:53.993" v="626" actId="47"/>
        <pc:sldMkLst>
          <pc:docMk/>
          <pc:sldMk cId="0" sldId="264"/>
        </pc:sldMkLst>
      </pc:sldChg>
      <pc:sldChg chg="delSp modSp mod">
        <pc:chgData name="Ueda Isamu" userId="35289799e0376f2e" providerId="LiveId" clId="{DD31E282-B62B-4911-91B6-43B1B98908F9}" dt="2026-04-09T05:33:11.792" v="2171" actId="1076"/>
        <pc:sldMkLst>
          <pc:docMk/>
          <pc:sldMk cId="0" sldId="268"/>
        </pc:sldMkLst>
        <pc:spChg chg="mod">
          <ac:chgData name="Ueda Isamu" userId="35289799e0376f2e" providerId="LiveId" clId="{DD31E282-B62B-4911-91B6-43B1B98908F9}" dt="2026-04-09T05:33:11.792" v="2171" actId="1076"/>
          <ac:spMkLst>
            <pc:docMk/>
            <pc:sldMk cId="0" sldId="268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1:02.659" v="2115" actId="20577"/>
          <ac:spMkLst>
            <pc:docMk/>
            <pc:sldMk cId="0" sldId="268"/>
            <ac:spMk id="10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2:55.534" v="2164" actId="113"/>
          <ac:spMkLst>
            <pc:docMk/>
            <pc:sldMk cId="0" sldId="268"/>
            <ac:spMk id="11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2:47.209" v="2162" actId="403"/>
          <ac:spMkLst>
            <pc:docMk/>
            <pc:sldMk cId="0" sldId="268"/>
            <ac:spMk id="13" creationId="{00000000-0000-0000-0000-000000000000}"/>
          </ac:spMkLst>
        </pc:spChg>
        <pc:spChg chg="del">
          <ac:chgData name="Ueda Isamu" userId="35289799e0376f2e" providerId="LiveId" clId="{DD31E282-B62B-4911-91B6-43B1B98908F9}" dt="2026-04-09T05:32:16.419" v="2146" actId="478"/>
          <ac:spMkLst>
            <pc:docMk/>
            <pc:sldMk cId="0" sldId="268"/>
            <ac:spMk id="15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3:11.792" v="2171" actId="1076"/>
          <ac:spMkLst>
            <pc:docMk/>
            <pc:sldMk cId="0" sldId="268"/>
            <ac:spMk id="20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0:53.810" v="2102" actId="403"/>
          <ac:spMkLst>
            <pc:docMk/>
            <pc:sldMk cId="0" sldId="268"/>
            <ac:spMk id="21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2:55.534" v="2164" actId="113"/>
          <ac:spMkLst>
            <pc:docMk/>
            <pc:sldMk cId="0" sldId="268"/>
            <ac:spMk id="22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2:42.368" v="2159" actId="403"/>
          <ac:spMkLst>
            <pc:docMk/>
            <pc:sldMk cId="0" sldId="268"/>
            <ac:spMk id="24" creationId="{00000000-0000-0000-0000-000000000000}"/>
          </ac:spMkLst>
        </pc:spChg>
        <pc:spChg chg="del mod">
          <ac:chgData name="Ueda Isamu" userId="35289799e0376f2e" providerId="LiveId" clId="{DD31E282-B62B-4911-91B6-43B1B98908F9}" dt="2026-04-09T05:32:29.029" v="2152" actId="478"/>
          <ac:spMkLst>
            <pc:docMk/>
            <pc:sldMk cId="0" sldId="268"/>
            <ac:spMk id="26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1:40.006" v="2134" actId="1076"/>
          <ac:spMkLst>
            <pc:docMk/>
            <pc:sldMk cId="0" sldId="268"/>
            <ac:spMk id="27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3:02.744" v="2167" actId="1076"/>
          <ac:spMkLst>
            <pc:docMk/>
            <pc:sldMk cId="0" sldId="268"/>
            <ac:spMk id="30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3:11.792" v="2171" actId="1076"/>
          <ac:spMkLst>
            <pc:docMk/>
            <pc:sldMk cId="0" sldId="268"/>
            <ac:spMk id="31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1:33.064" v="2131" actId="20577"/>
          <ac:spMkLst>
            <pc:docMk/>
            <pc:sldMk cId="0" sldId="268"/>
            <ac:spMk id="32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3:00.073" v="2166" actId="1076"/>
          <ac:spMkLst>
            <pc:docMk/>
            <pc:sldMk cId="0" sldId="268"/>
            <ac:spMk id="33" creationId="{00000000-0000-0000-0000-000000000000}"/>
          </ac:spMkLst>
        </pc:spChg>
        <pc:spChg chg="del">
          <ac:chgData name="Ueda Isamu" userId="35289799e0376f2e" providerId="LiveId" clId="{DD31E282-B62B-4911-91B6-43B1B98908F9}" dt="2026-04-09T05:32:01.172" v="2140" actId="478"/>
          <ac:spMkLst>
            <pc:docMk/>
            <pc:sldMk cId="0" sldId="268"/>
            <ac:spMk id="34" creationId="{00000000-0000-0000-0000-000000000000}"/>
          </ac:spMkLst>
        </pc:spChg>
        <pc:spChg chg="del mod">
          <ac:chgData name="Ueda Isamu" userId="35289799e0376f2e" providerId="LiveId" clId="{DD31E282-B62B-4911-91B6-43B1B98908F9}" dt="2026-04-09T05:31:59.720" v="2139" actId="478"/>
          <ac:spMkLst>
            <pc:docMk/>
            <pc:sldMk cId="0" sldId="268"/>
            <ac:spMk id="37" creationId="{00000000-0000-0000-0000-000000000000}"/>
          </ac:spMkLst>
        </pc:spChg>
        <pc:spChg chg="del">
          <ac:chgData name="Ueda Isamu" userId="35289799e0376f2e" providerId="LiveId" clId="{DD31E282-B62B-4911-91B6-43B1B98908F9}" dt="2026-04-09T04:11:46.800" v="591" actId="478"/>
          <ac:spMkLst>
            <pc:docMk/>
            <pc:sldMk cId="0" sldId="268"/>
            <ac:spMk id="40" creationId="{00000000-0000-0000-0000-000000000000}"/>
          </ac:spMkLst>
        </pc:spChg>
        <pc:spChg chg="mod">
          <ac:chgData name="Ueda Isamu" userId="35289799e0376f2e" providerId="LiveId" clId="{DD31E282-B62B-4911-91B6-43B1B98908F9}" dt="2026-04-09T04:11:49.575" v="592" actId="1076"/>
          <ac:spMkLst>
            <pc:docMk/>
            <pc:sldMk cId="0" sldId="268"/>
            <ac:spMk id="41" creationId="{00000000-0000-0000-0000-000000000000}"/>
          </ac:spMkLst>
        </pc:spChg>
        <pc:spChg chg="del">
          <ac:chgData name="Ueda Isamu" userId="35289799e0376f2e" providerId="LiveId" clId="{DD31E282-B62B-4911-91B6-43B1B98908F9}" dt="2026-04-09T04:11:51.478" v="593" actId="478"/>
          <ac:spMkLst>
            <pc:docMk/>
            <pc:sldMk cId="0" sldId="268"/>
            <ac:spMk id="42" creationId="{00000000-0000-0000-0000-000000000000}"/>
          </ac:spMkLst>
        </pc:spChg>
        <pc:spChg chg="mod">
          <ac:chgData name="Ueda Isamu" userId="35289799e0376f2e" providerId="LiveId" clId="{DD31E282-B62B-4911-91B6-43B1B98908F9}" dt="2026-03-26T10:45:42.241" v="343" actId="1076"/>
          <ac:spMkLst>
            <pc:docMk/>
            <pc:sldMk cId="0" sldId="268"/>
            <ac:spMk id="43" creationId="{00000000-0000-0000-0000-000000000000}"/>
          </ac:spMkLst>
        </pc:spChg>
        <pc:picChg chg="del">
          <ac:chgData name="Ueda Isamu" userId="35289799e0376f2e" providerId="LiveId" clId="{DD31E282-B62B-4911-91B6-43B1B98908F9}" dt="2026-04-09T05:32:18.671" v="2147" actId="478"/>
          <ac:picMkLst>
            <pc:docMk/>
            <pc:sldMk cId="0" sldId="268"/>
            <ac:picMk id="14" creationId="{00000000-0000-0000-0000-000000000000}"/>
          </ac:picMkLst>
        </pc:picChg>
        <pc:picChg chg="del">
          <ac:chgData name="Ueda Isamu" userId="35289799e0376f2e" providerId="LiveId" clId="{DD31E282-B62B-4911-91B6-43B1B98908F9}" dt="2026-04-09T05:32:31.044" v="2153" actId="478"/>
          <ac:picMkLst>
            <pc:docMk/>
            <pc:sldMk cId="0" sldId="268"/>
            <ac:picMk id="25" creationId="{00000000-0000-0000-0000-000000000000}"/>
          </ac:picMkLst>
        </pc:picChg>
        <pc:picChg chg="del">
          <ac:chgData name="Ueda Isamu" userId="35289799e0376f2e" providerId="LiveId" clId="{DD31E282-B62B-4911-91B6-43B1B98908F9}" dt="2026-04-09T05:32:03.369" v="2141" actId="478"/>
          <ac:picMkLst>
            <pc:docMk/>
            <pc:sldMk cId="0" sldId="268"/>
            <ac:picMk id="36" creationId="{00000000-0000-0000-0000-000000000000}"/>
          </ac:picMkLst>
        </pc:picChg>
      </pc:sldChg>
      <pc:sldChg chg="delSp modSp mod">
        <pc:chgData name="Ueda Isamu" userId="35289799e0376f2e" providerId="LiveId" clId="{DD31E282-B62B-4911-91B6-43B1B98908F9}" dt="2026-04-09T05:35:01.454" v="2319" actId="1076"/>
        <pc:sldMkLst>
          <pc:docMk/>
          <pc:sldMk cId="0" sldId="269"/>
        </pc:sldMkLst>
        <pc:spChg chg="mod">
          <ac:chgData name="Ueda Isamu" userId="35289799e0376f2e" providerId="LiveId" clId="{DD31E282-B62B-4911-91B6-43B1B98908F9}" dt="2026-04-09T05:34:27.190" v="2306" actId="1076"/>
          <ac:spMkLst>
            <pc:docMk/>
            <pc:sldMk cId="0" sldId="269"/>
            <ac:spMk id="4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4:21.299" v="2304" actId="107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4:15.662" v="2302" actId="20577"/>
          <ac:spMkLst>
            <pc:docMk/>
            <pc:sldMk cId="0" sldId="269"/>
            <ac:spMk id="14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4:40.341" v="2310" actId="1076"/>
          <ac:spMkLst>
            <pc:docMk/>
            <pc:sldMk cId="0" sldId="269"/>
            <ac:spMk id="31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4:48.233" v="2314" actId="1076"/>
          <ac:spMkLst>
            <pc:docMk/>
            <pc:sldMk cId="0" sldId="269"/>
            <ac:spMk id="32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4:45.995" v="2313" actId="1076"/>
          <ac:spMkLst>
            <pc:docMk/>
            <pc:sldMk cId="0" sldId="269"/>
            <ac:spMk id="33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4:54.255" v="2316" actId="1076"/>
          <ac:spMkLst>
            <pc:docMk/>
            <pc:sldMk cId="0" sldId="269"/>
            <ac:spMk id="34" creationId="{00000000-0000-0000-0000-000000000000}"/>
          </ac:spMkLst>
        </pc:spChg>
        <pc:spChg chg="mod">
          <ac:chgData name="Ueda Isamu" userId="35289799e0376f2e" providerId="LiveId" clId="{DD31E282-B62B-4911-91B6-43B1B98908F9}" dt="2026-04-09T05:35:00.371" v="2318" actId="1076"/>
          <ac:spMkLst>
            <pc:docMk/>
            <pc:sldMk cId="0" sldId="269"/>
            <ac:spMk id="35" creationId="{00000000-0000-0000-0000-000000000000}"/>
          </ac:spMkLst>
        </pc:spChg>
        <pc:spChg chg="del">
          <ac:chgData name="Ueda Isamu" userId="35289799e0376f2e" providerId="LiveId" clId="{DD31E282-B62B-4911-91B6-43B1B98908F9}" dt="2026-04-09T05:34:34.528" v="2307" actId="478"/>
          <ac:spMkLst>
            <pc:docMk/>
            <pc:sldMk cId="0" sldId="269"/>
            <ac:spMk id="42" creationId="{08A5CB27-2617-8461-9B86-91936A00E426}"/>
          </ac:spMkLst>
        </pc:spChg>
        <pc:picChg chg="mod">
          <ac:chgData name="Ueda Isamu" userId="35289799e0376f2e" providerId="LiveId" clId="{DD31E282-B62B-4911-91B6-43B1B98908F9}" dt="2026-04-09T05:35:01.454" v="2319" actId="1076"/>
          <ac:picMkLst>
            <pc:docMk/>
            <pc:sldMk cId="0" sldId="269"/>
            <ac:picMk id="3" creationId="{00000000-0000-0000-0000-000000000000}"/>
          </ac:picMkLst>
        </pc:picChg>
        <pc:picChg chg="mod">
          <ac:chgData name="Ueda Isamu" userId="35289799e0376f2e" providerId="LiveId" clId="{DD31E282-B62B-4911-91B6-43B1B98908F9}" dt="2026-04-09T05:34:18.631" v="2303" actId="1076"/>
          <ac:picMkLst>
            <pc:docMk/>
            <pc:sldMk cId="0" sldId="269"/>
            <ac:picMk id="12" creationId="{00000000-0000-0000-0000-000000000000}"/>
          </ac:picMkLst>
        </pc:picChg>
      </pc:sldChg>
      <pc:sldChg chg="delSp mod">
        <pc:chgData name="Ueda Isamu" userId="35289799e0376f2e" providerId="LiveId" clId="{DD31E282-B62B-4911-91B6-43B1B98908F9}" dt="2026-04-09T05:35:21.623" v="2320" actId="478"/>
        <pc:sldMkLst>
          <pc:docMk/>
          <pc:sldMk cId="0" sldId="271"/>
        </pc:sldMkLst>
        <pc:picChg chg="del">
          <ac:chgData name="Ueda Isamu" userId="35289799e0376f2e" providerId="LiveId" clId="{DD31E282-B62B-4911-91B6-43B1B98908F9}" dt="2026-04-09T05:35:21.623" v="2320" actId="478"/>
          <ac:picMkLst>
            <pc:docMk/>
            <pc:sldMk cId="0" sldId="271"/>
            <ac:picMk id="20" creationId="{00000000-0000-0000-0000-000000000000}"/>
          </ac:picMkLst>
        </pc:picChg>
      </pc:sldChg>
      <pc:sldChg chg="modSp add mod">
        <pc:chgData name="Ueda Isamu" userId="35289799e0376f2e" providerId="LiveId" clId="{DD31E282-B62B-4911-91B6-43B1B98908F9}" dt="2026-04-09T11:01:57.114" v="2334" actId="14100"/>
        <pc:sldMkLst>
          <pc:docMk/>
          <pc:sldMk cId="0" sldId="272"/>
        </pc:sldMkLst>
        <pc:spChg chg="mod">
          <ac:chgData name="Ueda Isamu" userId="35289799e0376f2e" providerId="LiveId" clId="{DD31E282-B62B-4911-91B6-43B1B98908F9}" dt="2026-04-09T04:13:28.801" v="620" actId="1076"/>
          <ac:spMkLst>
            <pc:docMk/>
            <pc:sldMk cId="0" sldId="272"/>
            <ac:spMk id="5" creationId="{00000000-0000-0000-0000-000000000000}"/>
          </ac:spMkLst>
        </pc:spChg>
        <pc:spChg chg="mod">
          <ac:chgData name="Ueda Isamu" userId="35289799e0376f2e" providerId="LiveId" clId="{DD31E282-B62B-4911-91B6-43B1B98908F9}" dt="2026-03-26T10:53:56.827" v="425" actId="20577"/>
          <ac:spMkLst>
            <pc:docMk/>
            <pc:sldMk cId="0" sldId="272"/>
            <ac:spMk id="12" creationId="{00000000-0000-0000-0000-000000000000}"/>
          </ac:spMkLst>
        </pc:spChg>
        <pc:spChg chg="mod">
          <ac:chgData name="Ueda Isamu" userId="35289799e0376f2e" providerId="LiveId" clId="{DD31E282-B62B-4911-91B6-43B1B98908F9}" dt="2026-04-09T04:13:45" v="625" actId="2710"/>
          <ac:spMkLst>
            <pc:docMk/>
            <pc:sldMk cId="0" sldId="272"/>
            <ac:spMk id="15" creationId="{00000000-0000-0000-0000-000000000000}"/>
          </ac:spMkLst>
        </pc:spChg>
        <pc:spChg chg="mod">
          <ac:chgData name="Ueda Isamu" userId="35289799e0376f2e" providerId="LiveId" clId="{DD31E282-B62B-4911-91B6-43B1B98908F9}" dt="2026-04-09T04:13:41.398" v="624" actId="2710"/>
          <ac:spMkLst>
            <pc:docMk/>
            <pc:sldMk cId="0" sldId="272"/>
            <ac:spMk id="18" creationId="{00000000-0000-0000-0000-000000000000}"/>
          </ac:spMkLst>
        </pc:spChg>
        <pc:spChg chg="mod">
          <ac:chgData name="Ueda Isamu" userId="35289799e0376f2e" providerId="LiveId" clId="{DD31E282-B62B-4911-91B6-43B1B98908F9}" dt="2026-04-09T11:01:57.114" v="2334" actId="14100"/>
          <ac:spMkLst>
            <pc:docMk/>
            <pc:sldMk cId="0" sldId="272"/>
            <ac:spMk id="20" creationId="{00000000-0000-0000-0000-000000000000}"/>
          </ac:spMkLst>
        </pc:spChg>
        <pc:spChg chg="mod">
          <ac:chgData name="Ueda Isamu" userId="35289799e0376f2e" providerId="LiveId" clId="{DD31E282-B62B-4911-91B6-43B1B98908F9}" dt="2026-04-09T04:13:37.891" v="623" actId="2710"/>
          <ac:spMkLst>
            <pc:docMk/>
            <pc:sldMk cId="0" sldId="272"/>
            <ac:spMk id="21" creationId="{00000000-0000-0000-0000-000000000000}"/>
          </ac:spMkLst>
        </pc:spChg>
      </pc:sldChg>
      <pc:sldChg chg="del ord">
        <pc:chgData name="Ueda Isamu" userId="35289799e0376f2e" providerId="LiveId" clId="{DD31E282-B62B-4911-91B6-43B1B98908F9}" dt="2026-04-09T04:33:52.701" v="728" actId="47"/>
        <pc:sldMkLst>
          <pc:docMk/>
          <pc:sldMk cId="0" sldId="273"/>
        </pc:sldMkLst>
      </pc:sldChg>
      <pc:sldChg chg="addSp delSp modSp add mod">
        <pc:chgData name="Ueda Isamu" userId="35289799e0376f2e" providerId="LiveId" clId="{DD31E282-B62B-4911-91B6-43B1B98908F9}" dt="2026-04-09T05:04:34.723" v="1419" actId="1076"/>
        <pc:sldMkLst>
          <pc:docMk/>
          <pc:sldMk cId="3913826912" sldId="274"/>
        </pc:sldMkLst>
        <pc:spChg chg="add del">
          <ac:chgData name="Ueda Isamu" userId="35289799e0376f2e" providerId="LiveId" clId="{DD31E282-B62B-4911-91B6-43B1B98908F9}" dt="2026-04-09T04:17:59.677" v="644" actId="478"/>
          <ac:spMkLst>
            <pc:docMk/>
            <pc:sldMk cId="3913826912" sldId="274"/>
            <ac:spMk id="3" creationId="{00000000-0000-0000-0000-000000000000}"/>
          </ac:spMkLst>
        </pc:spChg>
        <pc:spChg chg="mod">
          <ac:chgData name="Ueda Isamu" userId="35289799e0376f2e" providerId="LiveId" clId="{DD31E282-B62B-4911-91B6-43B1B98908F9}" dt="2026-04-09T04:19:08.086" v="677" actId="1076"/>
          <ac:spMkLst>
            <pc:docMk/>
            <pc:sldMk cId="3913826912" sldId="274"/>
            <ac:spMk id="4" creationId="{00000000-0000-0000-0000-000000000000}"/>
          </ac:spMkLst>
        </pc:spChg>
        <pc:spChg chg="del mod">
          <ac:chgData name="Ueda Isamu" userId="35289799e0376f2e" providerId="LiveId" clId="{DD31E282-B62B-4911-91B6-43B1B98908F9}" dt="2026-04-09T04:17:48.048" v="636" actId="478"/>
          <ac:spMkLst>
            <pc:docMk/>
            <pc:sldMk cId="3913826912" sldId="274"/>
            <ac:spMk id="5" creationId="{00000000-0000-0000-0000-000000000000}"/>
          </ac:spMkLst>
        </pc:spChg>
        <pc:spChg chg="del">
          <ac:chgData name="Ueda Isamu" userId="35289799e0376f2e" providerId="LiveId" clId="{DD31E282-B62B-4911-91B6-43B1B98908F9}" dt="2026-04-09T04:17:51.080" v="638" actId="478"/>
          <ac:spMkLst>
            <pc:docMk/>
            <pc:sldMk cId="3913826912" sldId="274"/>
            <ac:spMk id="6" creationId="{00000000-0000-0000-0000-000000000000}"/>
          </ac:spMkLst>
        </pc:spChg>
        <pc:spChg chg="mod">
          <ac:chgData name="Ueda Isamu" userId="35289799e0376f2e" providerId="LiveId" clId="{DD31E282-B62B-4911-91B6-43B1B98908F9}" dt="2026-04-09T04:31:19.097" v="691" actId="962"/>
          <ac:spMkLst>
            <pc:docMk/>
            <pc:sldMk cId="3913826912" sldId="274"/>
            <ac:spMk id="7" creationId="{00000000-0000-0000-0000-000000000000}"/>
          </ac:spMkLst>
        </pc:spChg>
        <pc:spChg chg="mod">
          <ac:chgData name="Ueda Isamu" userId="35289799e0376f2e" providerId="LiveId" clId="{DD31E282-B62B-4911-91B6-43B1B98908F9}" dt="2026-04-09T04:18:10.264" v="647" actId="1076"/>
          <ac:spMkLst>
            <pc:docMk/>
            <pc:sldMk cId="3913826912" sldId="274"/>
            <ac:spMk id="8" creationId="{00000000-0000-0000-0000-000000000000}"/>
          </ac:spMkLst>
        </pc:spChg>
        <pc:spChg chg="del">
          <ac:chgData name="Ueda Isamu" userId="35289799e0376f2e" providerId="LiveId" clId="{DD31E282-B62B-4911-91B6-43B1B98908F9}" dt="2026-04-09T04:17:57.447" v="642" actId="478"/>
          <ac:spMkLst>
            <pc:docMk/>
            <pc:sldMk cId="3913826912" sldId="274"/>
            <ac:spMk id="9" creationId="{00000000-0000-0000-0000-000000000000}"/>
          </ac:spMkLst>
        </pc:spChg>
        <pc:spChg chg="del">
          <ac:chgData name="Ueda Isamu" userId="35289799e0376f2e" providerId="LiveId" clId="{DD31E282-B62B-4911-91B6-43B1B98908F9}" dt="2026-04-09T04:18:01.250" v="645" actId="478"/>
          <ac:spMkLst>
            <pc:docMk/>
            <pc:sldMk cId="3913826912" sldId="274"/>
            <ac:spMk id="10" creationId="{00000000-0000-0000-0000-000000000000}"/>
          </ac:spMkLst>
        </pc:spChg>
        <pc:spChg chg="mod">
          <ac:chgData name="Ueda Isamu" userId="35289799e0376f2e" providerId="LiveId" clId="{DD31E282-B62B-4911-91B6-43B1B98908F9}" dt="2026-04-09T04:19:10.462" v="678" actId="1076"/>
          <ac:spMkLst>
            <pc:docMk/>
            <pc:sldMk cId="3913826912" sldId="274"/>
            <ac:spMk id="11" creationId="{00000000-0000-0000-0000-000000000000}"/>
          </ac:spMkLst>
        </pc:spChg>
        <pc:spChg chg="mod">
          <ac:chgData name="Ueda Isamu" userId="35289799e0376f2e" providerId="LiveId" clId="{DD31E282-B62B-4911-91B6-43B1B98908F9}" dt="2026-04-09T04:19:12.531" v="679" actId="1076"/>
          <ac:spMkLst>
            <pc:docMk/>
            <pc:sldMk cId="3913826912" sldId="274"/>
            <ac:spMk id="12" creationId="{00000000-0000-0000-0000-000000000000}"/>
          </ac:spMkLst>
        </pc:spChg>
        <pc:spChg chg="del">
          <ac:chgData name="Ueda Isamu" userId="35289799e0376f2e" providerId="LiveId" clId="{DD31E282-B62B-4911-91B6-43B1B98908F9}" dt="2026-04-09T04:17:34.762" v="631" actId="478"/>
          <ac:spMkLst>
            <pc:docMk/>
            <pc:sldMk cId="3913826912" sldId="274"/>
            <ac:spMk id="14" creationId="{00000000-0000-0000-0000-000000000000}"/>
          </ac:spMkLst>
        </pc:spChg>
        <pc:spChg chg="del">
          <ac:chgData name="Ueda Isamu" userId="35289799e0376f2e" providerId="LiveId" clId="{DD31E282-B62B-4911-91B6-43B1B98908F9}" dt="2026-04-09T04:17:36.408" v="632" actId="478"/>
          <ac:spMkLst>
            <pc:docMk/>
            <pc:sldMk cId="3913826912" sldId="274"/>
            <ac:spMk id="15" creationId="{00000000-0000-0000-0000-000000000000}"/>
          </ac:spMkLst>
        </pc:spChg>
        <pc:spChg chg="del">
          <ac:chgData name="Ueda Isamu" userId="35289799e0376f2e" providerId="LiveId" clId="{DD31E282-B62B-4911-91B6-43B1B98908F9}" dt="2026-04-09T04:17:50.223" v="637" actId="478"/>
          <ac:spMkLst>
            <pc:docMk/>
            <pc:sldMk cId="3913826912" sldId="274"/>
            <ac:spMk id="17" creationId="{00000000-0000-0000-0000-000000000000}"/>
          </ac:spMkLst>
        </pc:spChg>
        <pc:spChg chg="del">
          <ac:chgData name="Ueda Isamu" userId="35289799e0376f2e" providerId="LiveId" clId="{DD31E282-B62B-4911-91B6-43B1B98908F9}" dt="2026-04-09T04:17:39.746" v="635" actId="478"/>
          <ac:spMkLst>
            <pc:docMk/>
            <pc:sldMk cId="3913826912" sldId="274"/>
            <ac:spMk id="18" creationId="{00000000-0000-0000-0000-000000000000}"/>
          </ac:spMkLst>
        </pc:spChg>
        <pc:spChg chg="del">
          <ac:chgData name="Ueda Isamu" userId="35289799e0376f2e" providerId="LiveId" clId="{DD31E282-B62B-4911-91B6-43B1B98908F9}" dt="2026-04-09T04:17:55.860" v="640" actId="478"/>
          <ac:spMkLst>
            <pc:docMk/>
            <pc:sldMk cId="3913826912" sldId="274"/>
            <ac:spMk id="20" creationId="{00000000-0000-0000-0000-000000000000}"/>
          </ac:spMkLst>
        </pc:spChg>
        <pc:spChg chg="del">
          <ac:chgData name="Ueda Isamu" userId="35289799e0376f2e" providerId="LiveId" clId="{DD31E282-B62B-4911-91B6-43B1B98908F9}" dt="2026-04-09T04:17:53.307" v="639" actId="478"/>
          <ac:spMkLst>
            <pc:docMk/>
            <pc:sldMk cId="3913826912" sldId="274"/>
            <ac:spMk id="21" creationId="{00000000-0000-0000-0000-000000000000}"/>
          </ac:spMkLst>
        </pc:spChg>
        <pc:spChg chg="add mod">
          <ac:chgData name="Ueda Isamu" userId="35289799e0376f2e" providerId="LiveId" clId="{DD31E282-B62B-4911-91B6-43B1B98908F9}" dt="2026-04-09T04:32:39.988" v="715" actId="692"/>
          <ac:spMkLst>
            <pc:docMk/>
            <pc:sldMk cId="3913826912" sldId="274"/>
            <ac:spMk id="27" creationId="{628B44C8-278A-51F9-E866-9030B4186D1A}"/>
          </ac:spMkLst>
        </pc:spChg>
        <pc:spChg chg="add mod">
          <ac:chgData name="Ueda Isamu" userId="35289799e0376f2e" providerId="LiveId" clId="{DD31E282-B62B-4911-91B6-43B1B98908F9}" dt="2026-04-09T04:32:49.739" v="718" actId="14100"/>
          <ac:spMkLst>
            <pc:docMk/>
            <pc:sldMk cId="3913826912" sldId="274"/>
            <ac:spMk id="28" creationId="{C48327A6-C76E-EA3C-3369-14B0E8E723FD}"/>
          </ac:spMkLst>
        </pc:spChg>
        <pc:spChg chg="add mod">
          <ac:chgData name="Ueda Isamu" userId="35289799e0376f2e" providerId="LiveId" clId="{DD31E282-B62B-4911-91B6-43B1B98908F9}" dt="2026-04-09T04:35:22.040" v="781" actId="1076"/>
          <ac:spMkLst>
            <pc:docMk/>
            <pc:sldMk cId="3913826912" sldId="274"/>
            <ac:spMk id="31" creationId="{FBD3D0E3-B099-96DC-A713-DD8EB80ACF45}"/>
          </ac:spMkLst>
        </pc:spChg>
        <pc:spChg chg="add mod">
          <ac:chgData name="Ueda Isamu" userId="35289799e0376f2e" providerId="LiveId" clId="{DD31E282-B62B-4911-91B6-43B1B98908F9}" dt="2026-04-09T04:35:44.947" v="804" actId="1076"/>
          <ac:spMkLst>
            <pc:docMk/>
            <pc:sldMk cId="3913826912" sldId="274"/>
            <ac:spMk id="32" creationId="{754C498D-1EDF-DF17-A95A-3FB88E2ED259}"/>
          </ac:spMkLst>
        </pc:spChg>
        <pc:spChg chg="add mod">
          <ac:chgData name="Ueda Isamu" userId="35289799e0376f2e" providerId="LiveId" clId="{DD31E282-B62B-4911-91B6-43B1B98908F9}" dt="2026-04-09T04:36:00.472" v="811" actId="1076"/>
          <ac:spMkLst>
            <pc:docMk/>
            <pc:sldMk cId="3913826912" sldId="274"/>
            <ac:spMk id="33" creationId="{160F0B0D-5D64-F9CC-0ED4-FB32C2F912A0}"/>
          </ac:spMkLst>
        </pc:spChg>
        <pc:picChg chg="del">
          <ac:chgData name="Ueda Isamu" userId="35289799e0376f2e" providerId="LiveId" clId="{DD31E282-B62B-4911-91B6-43B1B98908F9}" dt="2026-04-09T04:17:37.664" v="634" actId="478"/>
          <ac:picMkLst>
            <pc:docMk/>
            <pc:sldMk cId="3913826912" sldId="274"/>
            <ac:picMk id="13" creationId="{00000000-0000-0000-0000-000000000000}"/>
          </ac:picMkLst>
        </pc:picChg>
        <pc:picChg chg="del">
          <ac:chgData name="Ueda Isamu" userId="35289799e0376f2e" providerId="LiveId" clId="{DD31E282-B62B-4911-91B6-43B1B98908F9}" dt="2026-04-09T04:18:48.834" v="648" actId="478"/>
          <ac:picMkLst>
            <pc:docMk/>
            <pc:sldMk cId="3913826912" sldId="274"/>
            <ac:picMk id="16" creationId="{00000000-0000-0000-0000-000000000000}"/>
          </ac:picMkLst>
        </pc:picChg>
        <pc:picChg chg="del">
          <ac:chgData name="Ueda Isamu" userId="35289799e0376f2e" providerId="LiveId" clId="{DD31E282-B62B-4911-91B6-43B1B98908F9}" dt="2026-04-09T04:17:56.846" v="641" actId="478"/>
          <ac:picMkLst>
            <pc:docMk/>
            <pc:sldMk cId="3913826912" sldId="274"/>
            <ac:picMk id="19" creationId="{00000000-0000-0000-0000-000000000000}"/>
          </ac:picMkLst>
        </pc:picChg>
        <pc:picChg chg="add mod">
          <ac:chgData name="Ueda Isamu" userId="35289799e0376f2e" providerId="LiveId" clId="{DD31E282-B62B-4911-91B6-43B1B98908F9}" dt="2026-04-09T04:31:24.233" v="695" actId="1076"/>
          <ac:picMkLst>
            <pc:docMk/>
            <pc:sldMk cId="3913826912" sldId="274"/>
            <ac:picMk id="24" creationId="{462787A1-346B-D6CF-46A6-2F68095FE682}"/>
          </ac:picMkLst>
        </pc:picChg>
        <pc:picChg chg="add mod">
          <ac:chgData name="Ueda Isamu" userId="35289799e0376f2e" providerId="LiveId" clId="{DD31E282-B62B-4911-91B6-43B1B98908F9}" dt="2026-04-09T04:32:04.591" v="700" actId="27614"/>
          <ac:picMkLst>
            <pc:docMk/>
            <pc:sldMk cId="3913826912" sldId="274"/>
            <ac:picMk id="26" creationId="{C398DDA1-41E7-ABC1-5777-CFC32A7D3E5C}"/>
          </ac:picMkLst>
        </pc:picChg>
        <pc:picChg chg="add mod">
          <ac:chgData name="Ueda Isamu" userId="35289799e0376f2e" providerId="LiveId" clId="{DD31E282-B62B-4911-91B6-43B1B98908F9}" dt="2026-04-09T04:33:59.975" v="731" actId="1076"/>
          <ac:picMkLst>
            <pc:docMk/>
            <pc:sldMk cId="3913826912" sldId="274"/>
            <ac:picMk id="30" creationId="{0FBDA441-D37C-9CC0-DDB9-6402A4539DE7}"/>
          </ac:picMkLst>
        </pc:picChg>
        <pc:picChg chg="add mod">
          <ac:chgData name="Ueda Isamu" userId="35289799e0376f2e" providerId="LiveId" clId="{DD31E282-B62B-4911-91B6-43B1B98908F9}" dt="2026-04-09T05:04:34.723" v="1419" actId="1076"/>
          <ac:picMkLst>
            <pc:docMk/>
            <pc:sldMk cId="3913826912" sldId="274"/>
            <ac:picMk id="35" creationId="{F2456A91-9873-D2CC-2647-E98C690FC2A2}"/>
          </ac:picMkLst>
        </pc:picChg>
      </pc:sldChg>
      <pc:sldChg chg="addSp delSp modSp add mod ord">
        <pc:chgData name="Ueda Isamu" userId="35289799e0376f2e" providerId="LiveId" clId="{DD31E282-B62B-4911-91B6-43B1B98908F9}" dt="2026-04-09T04:41:22.198" v="965" actId="1076"/>
        <pc:sldMkLst>
          <pc:docMk/>
          <pc:sldMk cId="2203460093" sldId="275"/>
        </pc:sldMkLst>
        <pc:spChg chg="mod">
          <ac:chgData name="Ueda Isamu" userId="35289799e0376f2e" providerId="LiveId" clId="{DD31E282-B62B-4911-91B6-43B1B98908F9}" dt="2026-04-09T04:41:22.198" v="965" actId="1076"/>
          <ac:spMkLst>
            <pc:docMk/>
            <pc:sldMk cId="2203460093" sldId="275"/>
            <ac:spMk id="3" creationId="{00000000-0000-0000-0000-000000000000}"/>
          </ac:spMkLst>
        </pc:spChg>
        <pc:spChg chg="add del mod">
          <ac:chgData name="Ueda Isamu" userId="35289799e0376f2e" providerId="LiveId" clId="{DD31E282-B62B-4911-91B6-43B1B98908F9}" dt="2026-04-09T04:39:01.803" v="851" actId="1076"/>
          <ac:spMkLst>
            <pc:docMk/>
            <pc:sldMk cId="2203460093" sldId="275"/>
            <ac:spMk id="7" creationId="{00000000-0000-0000-0000-000000000000}"/>
          </ac:spMkLst>
        </pc:spChg>
        <pc:spChg chg="add mod">
          <ac:chgData name="Ueda Isamu" userId="35289799e0376f2e" providerId="LiveId" clId="{DD31E282-B62B-4911-91B6-43B1B98908F9}" dt="2026-04-09T04:39:01.274" v="850" actId="1076"/>
          <ac:spMkLst>
            <pc:docMk/>
            <pc:sldMk cId="2203460093" sldId="275"/>
            <ac:spMk id="9" creationId="{124A191F-7A9B-65AC-B246-311A91BCEA10}"/>
          </ac:spMkLst>
        </pc:spChg>
        <pc:spChg chg="add mod">
          <ac:chgData name="Ueda Isamu" userId="35289799e0376f2e" providerId="LiveId" clId="{DD31E282-B62B-4911-91B6-43B1B98908F9}" dt="2026-04-09T04:39:07.648" v="853" actId="1076"/>
          <ac:spMkLst>
            <pc:docMk/>
            <pc:sldMk cId="2203460093" sldId="275"/>
            <ac:spMk id="10" creationId="{6E50B9C6-48F7-C94E-0033-4C243ABB18F6}"/>
          </ac:spMkLst>
        </pc:spChg>
        <pc:spChg chg="mod">
          <ac:chgData name="Ueda Isamu" userId="35289799e0376f2e" providerId="LiveId" clId="{DD31E282-B62B-4911-91B6-43B1B98908F9}" dt="2026-04-09T04:40:46.629" v="889" actId="14100"/>
          <ac:spMkLst>
            <pc:docMk/>
            <pc:sldMk cId="2203460093" sldId="275"/>
            <ac:spMk id="12" creationId="{00000000-0000-0000-0000-000000000000}"/>
          </ac:spMkLst>
        </pc:spChg>
        <pc:spChg chg="add mod">
          <ac:chgData name="Ueda Isamu" userId="35289799e0376f2e" providerId="LiveId" clId="{DD31E282-B62B-4911-91B6-43B1B98908F9}" dt="2026-04-09T04:41:19.562" v="963" actId="1076"/>
          <ac:spMkLst>
            <pc:docMk/>
            <pc:sldMk cId="2203460093" sldId="275"/>
            <ac:spMk id="15" creationId="{9E99BB78-764F-E1BB-5CA7-18ED3C60D90C}"/>
          </ac:spMkLst>
        </pc:spChg>
        <pc:spChg chg="add mod">
          <ac:chgData name="Ueda Isamu" userId="35289799e0376f2e" providerId="LiveId" clId="{DD31E282-B62B-4911-91B6-43B1B98908F9}" dt="2026-04-09T04:41:21.934" v="964" actId="1076"/>
          <ac:spMkLst>
            <pc:docMk/>
            <pc:sldMk cId="2203460093" sldId="275"/>
            <ac:spMk id="16" creationId="{C3C8C646-4C86-3F55-E743-80A0FD1F681F}"/>
          </ac:spMkLst>
        </pc:spChg>
        <pc:spChg chg="del">
          <ac:chgData name="Ueda Isamu" userId="35289799e0376f2e" providerId="LiveId" clId="{DD31E282-B62B-4911-91B6-43B1B98908F9}" dt="2026-04-09T04:37:23.064" v="824" actId="478"/>
          <ac:spMkLst>
            <pc:docMk/>
            <pc:sldMk cId="2203460093" sldId="275"/>
            <ac:spMk id="27" creationId="{628B44C8-278A-51F9-E866-9030B4186D1A}"/>
          </ac:spMkLst>
        </pc:spChg>
        <pc:spChg chg="del">
          <ac:chgData name="Ueda Isamu" userId="35289799e0376f2e" providerId="LiveId" clId="{DD31E282-B62B-4911-91B6-43B1B98908F9}" dt="2026-04-09T04:37:28.494" v="828" actId="478"/>
          <ac:spMkLst>
            <pc:docMk/>
            <pc:sldMk cId="2203460093" sldId="275"/>
            <ac:spMk id="28" creationId="{C48327A6-C76E-EA3C-3369-14B0E8E723FD}"/>
          </ac:spMkLst>
        </pc:spChg>
        <pc:spChg chg="del">
          <ac:chgData name="Ueda Isamu" userId="35289799e0376f2e" providerId="LiveId" clId="{DD31E282-B62B-4911-91B6-43B1B98908F9}" dt="2026-04-09T04:37:40.117" v="832" actId="478"/>
          <ac:spMkLst>
            <pc:docMk/>
            <pc:sldMk cId="2203460093" sldId="275"/>
            <ac:spMk id="31" creationId="{FBD3D0E3-B099-96DC-A713-DD8EB80ACF45}"/>
          </ac:spMkLst>
        </pc:spChg>
        <pc:spChg chg="del">
          <ac:chgData name="Ueda Isamu" userId="35289799e0376f2e" providerId="LiveId" clId="{DD31E282-B62B-4911-91B6-43B1B98908F9}" dt="2026-04-09T04:37:41.224" v="833" actId="478"/>
          <ac:spMkLst>
            <pc:docMk/>
            <pc:sldMk cId="2203460093" sldId="275"/>
            <ac:spMk id="32" creationId="{754C498D-1EDF-DF17-A95A-3FB88E2ED259}"/>
          </ac:spMkLst>
        </pc:spChg>
        <pc:spChg chg="del">
          <ac:chgData name="Ueda Isamu" userId="35289799e0376f2e" providerId="LiveId" clId="{DD31E282-B62B-4911-91B6-43B1B98908F9}" dt="2026-04-09T04:37:46.880" v="836" actId="478"/>
          <ac:spMkLst>
            <pc:docMk/>
            <pc:sldMk cId="2203460093" sldId="275"/>
            <ac:spMk id="33" creationId="{160F0B0D-5D64-F9CC-0ED4-FB32C2F912A0}"/>
          </ac:spMkLst>
        </pc:spChg>
        <pc:picChg chg="add mod">
          <ac:chgData name="Ueda Isamu" userId="35289799e0376f2e" providerId="LiveId" clId="{DD31E282-B62B-4911-91B6-43B1B98908F9}" dt="2026-04-09T04:40:11.547" v="881" actId="1076"/>
          <ac:picMkLst>
            <pc:docMk/>
            <pc:sldMk cId="2203460093" sldId="275"/>
            <ac:picMk id="6" creationId="{F57B91FD-09DB-BCB8-2FE0-650EB5B462F3}"/>
          </ac:picMkLst>
        </pc:picChg>
        <pc:picChg chg="add mod">
          <ac:chgData name="Ueda Isamu" userId="35289799e0376f2e" providerId="LiveId" clId="{DD31E282-B62B-4911-91B6-43B1B98908F9}" dt="2026-04-09T04:40:07.988" v="878" actId="1076"/>
          <ac:picMkLst>
            <pc:docMk/>
            <pc:sldMk cId="2203460093" sldId="275"/>
            <ac:picMk id="14" creationId="{9E93F75D-9A2B-127E-BC07-E5B35B2A6BE2}"/>
          </ac:picMkLst>
        </pc:picChg>
        <pc:picChg chg="del">
          <ac:chgData name="Ueda Isamu" userId="35289799e0376f2e" providerId="LiveId" clId="{DD31E282-B62B-4911-91B6-43B1B98908F9}" dt="2026-04-09T04:37:24.091" v="825" actId="478"/>
          <ac:picMkLst>
            <pc:docMk/>
            <pc:sldMk cId="2203460093" sldId="275"/>
            <ac:picMk id="26" creationId="{C398DDA1-41E7-ABC1-5777-CFC32A7D3E5C}"/>
          </ac:picMkLst>
        </pc:picChg>
        <pc:picChg chg="del">
          <ac:chgData name="Ueda Isamu" userId="35289799e0376f2e" providerId="LiveId" clId="{DD31E282-B62B-4911-91B6-43B1B98908F9}" dt="2026-04-09T04:37:38.638" v="831" actId="478"/>
          <ac:picMkLst>
            <pc:docMk/>
            <pc:sldMk cId="2203460093" sldId="275"/>
            <ac:picMk id="30" creationId="{0FBDA441-D37C-9CC0-DDB9-6402A4539DE7}"/>
          </ac:picMkLst>
        </pc:picChg>
        <pc:picChg chg="mod">
          <ac:chgData name="Ueda Isamu" userId="35289799e0376f2e" providerId="LiveId" clId="{DD31E282-B62B-4911-91B6-43B1B98908F9}" dt="2026-04-09T04:37:51.082" v="839" actId="1076"/>
          <ac:picMkLst>
            <pc:docMk/>
            <pc:sldMk cId="2203460093" sldId="275"/>
            <ac:picMk id="35" creationId="{F2456A91-9873-D2CC-2647-E98C690FC2A2}"/>
          </ac:picMkLst>
        </pc:picChg>
      </pc:sldChg>
      <pc:sldChg chg="addSp delSp modSp add mod">
        <pc:chgData name="Ueda Isamu" userId="35289799e0376f2e" providerId="LiveId" clId="{DD31E282-B62B-4911-91B6-43B1B98908F9}" dt="2026-04-09T11:28:44.975" v="2744" actId="1076"/>
        <pc:sldMkLst>
          <pc:docMk/>
          <pc:sldMk cId="291104136" sldId="276"/>
        </pc:sldMkLst>
        <pc:spChg chg="mod">
          <ac:chgData name="Ueda Isamu" userId="35289799e0376f2e" providerId="LiveId" clId="{DD31E282-B62B-4911-91B6-43B1B98908F9}" dt="2026-04-09T04:57:30.600" v="1281" actId="1076"/>
          <ac:spMkLst>
            <pc:docMk/>
            <pc:sldMk cId="291104136" sldId="276"/>
            <ac:spMk id="7" creationId="{00000000-0000-0000-0000-000000000000}"/>
          </ac:spMkLst>
        </pc:spChg>
        <pc:spChg chg="mod">
          <ac:chgData name="Ueda Isamu" userId="35289799e0376f2e" providerId="LiveId" clId="{DD31E282-B62B-4911-91B6-43B1B98908F9}" dt="2026-04-09T04:43:06.452" v="987" actId="1076"/>
          <ac:spMkLst>
            <pc:docMk/>
            <pc:sldMk cId="291104136" sldId="276"/>
            <ac:spMk id="8" creationId="{00000000-0000-0000-0000-000000000000}"/>
          </ac:spMkLst>
        </pc:spChg>
        <pc:spChg chg="add mod">
          <ac:chgData name="Ueda Isamu" userId="35289799e0376f2e" providerId="LiveId" clId="{DD31E282-B62B-4911-91B6-43B1B98908F9}" dt="2026-04-09T04:57:32.498" v="1282" actId="1076"/>
          <ac:spMkLst>
            <pc:docMk/>
            <pc:sldMk cId="291104136" sldId="276"/>
            <ac:spMk id="9" creationId="{DC24E450-0C2F-4DB8-840F-B0EA4857058B}"/>
          </ac:spMkLst>
        </pc:spChg>
        <pc:spChg chg="mod">
          <ac:chgData name="Ueda Isamu" userId="35289799e0376f2e" providerId="LiveId" clId="{DD31E282-B62B-4911-91B6-43B1B98908F9}" dt="2026-04-09T05:23:46.868" v="2057" actId="20577"/>
          <ac:spMkLst>
            <pc:docMk/>
            <pc:sldMk cId="291104136" sldId="276"/>
            <ac:spMk id="12" creationId="{00000000-0000-0000-0000-000000000000}"/>
          </ac:spMkLst>
        </pc:spChg>
        <pc:spChg chg="add del mod">
          <ac:chgData name="Ueda Isamu" userId="35289799e0376f2e" providerId="LiveId" clId="{DD31E282-B62B-4911-91B6-43B1B98908F9}" dt="2026-04-09T04:52:30.903" v="1137" actId="478"/>
          <ac:spMkLst>
            <pc:docMk/>
            <pc:sldMk cId="291104136" sldId="276"/>
            <ac:spMk id="17" creationId="{666B7B15-F047-8303-B80F-8F59F2EB5C71}"/>
          </ac:spMkLst>
        </pc:spChg>
        <pc:spChg chg="add mod">
          <ac:chgData name="Ueda Isamu" userId="35289799e0376f2e" providerId="LiveId" clId="{DD31E282-B62B-4911-91B6-43B1B98908F9}" dt="2026-04-09T04:54:14.067" v="1181" actId="14100"/>
          <ac:spMkLst>
            <pc:docMk/>
            <pc:sldMk cId="291104136" sldId="276"/>
            <ac:spMk id="23" creationId="{9E612A84-215E-87D6-5248-7C5B7AE89CBE}"/>
          </ac:spMkLst>
        </pc:spChg>
        <pc:spChg chg="del mod">
          <ac:chgData name="Ueda Isamu" userId="35289799e0376f2e" providerId="LiveId" clId="{DD31E282-B62B-4911-91B6-43B1B98908F9}" dt="2026-04-09T04:43:00.539" v="983" actId="478"/>
          <ac:spMkLst>
            <pc:docMk/>
            <pc:sldMk cId="291104136" sldId="276"/>
            <ac:spMk id="27" creationId="{628B44C8-278A-51F9-E866-9030B4186D1A}"/>
          </ac:spMkLst>
        </pc:spChg>
        <pc:spChg chg="add mod">
          <ac:chgData name="Ueda Isamu" userId="35289799e0376f2e" providerId="LiveId" clId="{DD31E282-B62B-4911-91B6-43B1B98908F9}" dt="2026-04-09T05:23:13.995" v="1970" actId="20577"/>
          <ac:spMkLst>
            <pc:docMk/>
            <pc:sldMk cId="291104136" sldId="276"/>
            <ac:spMk id="28" creationId="{025D8498-D888-532E-7CD3-71D52435B74A}"/>
          </ac:spMkLst>
        </pc:spChg>
        <pc:spChg chg="del">
          <ac:chgData name="Ueda Isamu" userId="35289799e0376f2e" providerId="LiveId" clId="{DD31E282-B62B-4911-91B6-43B1B98908F9}" dt="2026-04-09T04:43:17.697" v="994" actId="478"/>
          <ac:spMkLst>
            <pc:docMk/>
            <pc:sldMk cId="291104136" sldId="276"/>
            <ac:spMk id="28" creationId="{C48327A6-C76E-EA3C-3369-14B0E8E723FD}"/>
          </ac:spMkLst>
        </pc:spChg>
        <pc:spChg chg="del">
          <ac:chgData name="Ueda Isamu" userId="35289799e0376f2e" providerId="LiveId" clId="{DD31E282-B62B-4911-91B6-43B1B98908F9}" dt="2026-04-09T04:42:04.962" v="971" actId="478"/>
          <ac:spMkLst>
            <pc:docMk/>
            <pc:sldMk cId="291104136" sldId="276"/>
            <ac:spMk id="31" creationId="{FBD3D0E3-B099-96DC-A713-DD8EB80ACF45}"/>
          </ac:spMkLst>
        </pc:spChg>
        <pc:spChg chg="del">
          <ac:chgData name="Ueda Isamu" userId="35289799e0376f2e" providerId="LiveId" clId="{DD31E282-B62B-4911-91B6-43B1B98908F9}" dt="2026-04-09T04:42:02.714" v="970" actId="478"/>
          <ac:spMkLst>
            <pc:docMk/>
            <pc:sldMk cId="291104136" sldId="276"/>
            <ac:spMk id="32" creationId="{754C498D-1EDF-DF17-A95A-3FB88E2ED259}"/>
          </ac:spMkLst>
        </pc:spChg>
        <pc:spChg chg="del">
          <ac:chgData name="Ueda Isamu" userId="35289799e0376f2e" providerId="LiveId" clId="{DD31E282-B62B-4911-91B6-43B1B98908F9}" dt="2026-04-09T04:42:01.381" v="969" actId="478"/>
          <ac:spMkLst>
            <pc:docMk/>
            <pc:sldMk cId="291104136" sldId="276"/>
            <ac:spMk id="33" creationId="{160F0B0D-5D64-F9CC-0ED4-FB32C2F912A0}"/>
          </ac:spMkLst>
        </pc:spChg>
        <pc:picChg chg="add mod modCrop">
          <ac:chgData name="Ueda Isamu" userId="35289799e0376f2e" providerId="LiveId" clId="{DD31E282-B62B-4911-91B6-43B1B98908F9}" dt="2026-04-09T11:28:40.677" v="2740" actId="1076"/>
          <ac:picMkLst>
            <pc:docMk/>
            <pc:sldMk cId="291104136" sldId="276"/>
            <ac:picMk id="5" creationId="{892496C3-4558-5E97-2169-D48338A0A3E0}"/>
          </ac:picMkLst>
        </pc:picChg>
        <pc:picChg chg="add mod">
          <ac:chgData name="Ueda Isamu" userId="35289799e0376f2e" providerId="LiveId" clId="{DD31E282-B62B-4911-91B6-43B1B98908F9}" dt="2026-04-09T04:43:09.624" v="990" actId="1076"/>
          <ac:picMkLst>
            <pc:docMk/>
            <pc:sldMk cId="291104136" sldId="276"/>
            <ac:picMk id="6" creationId="{A17A6C71-DC85-D3BF-98ED-2184AE53C142}"/>
          </ac:picMkLst>
        </pc:picChg>
        <pc:picChg chg="add mod modCrop">
          <ac:chgData name="Ueda Isamu" userId="35289799e0376f2e" providerId="LiveId" clId="{DD31E282-B62B-4911-91B6-43B1B98908F9}" dt="2026-04-09T11:28:43.796" v="2743" actId="1076"/>
          <ac:picMkLst>
            <pc:docMk/>
            <pc:sldMk cId="291104136" sldId="276"/>
            <ac:picMk id="10" creationId="{DD6CC1B4-1693-EB02-DE8A-5CFC740F2A3C}"/>
          </ac:picMkLst>
        </pc:picChg>
        <pc:picChg chg="add mod modCrop">
          <ac:chgData name="Ueda Isamu" userId="35289799e0376f2e" providerId="LiveId" clId="{DD31E282-B62B-4911-91B6-43B1B98908F9}" dt="2026-04-09T11:28:44.975" v="2744" actId="1076"/>
          <ac:picMkLst>
            <pc:docMk/>
            <pc:sldMk cId="291104136" sldId="276"/>
            <ac:picMk id="14" creationId="{474712C9-A011-8FB5-5BBB-CE38A544406A}"/>
          </ac:picMkLst>
        </pc:picChg>
        <pc:picChg chg="del">
          <ac:chgData name="Ueda Isamu" userId="35289799e0376f2e" providerId="LiveId" clId="{DD31E282-B62B-4911-91B6-43B1B98908F9}" dt="2026-04-09T04:42:51.893" v="980" actId="478"/>
          <ac:picMkLst>
            <pc:docMk/>
            <pc:sldMk cId="291104136" sldId="276"/>
            <ac:picMk id="24" creationId="{462787A1-346B-D6CF-46A6-2F68095FE682}"/>
          </ac:picMkLst>
        </pc:picChg>
        <pc:picChg chg="add mod">
          <ac:chgData name="Ueda Isamu" userId="35289799e0376f2e" providerId="LiveId" clId="{DD31E282-B62B-4911-91B6-43B1B98908F9}" dt="2026-04-09T04:57:27.244" v="1280" actId="1076"/>
          <ac:picMkLst>
            <pc:docMk/>
            <pc:sldMk cId="291104136" sldId="276"/>
            <ac:picMk id="25" creationId="{079501CC-39D6-0791-DF86-029595275E51}"/>
          </ac:picMkLst>
        </pc:picChg>
        <pc:picChg chg="del">
          <ac:chgData name="Ueda Isamu" userId="35289799e0376f2e" providerId="LiveId" clId="{DD31E282-B62B-4911-91B6-43B1B98908F9}" dt="2026-04-09T04:41:57.246" v="967" actId="478"/>
          <ac:picMkLst>
            <pc:docMk/>
            <pc:sldMk cId="291104136" sldId="276"/>
            <ac:picMk id="26" creationId="{C398DDA1-41E7-ABC1-5777-CFC32A7D3E5C}"/>
          </ac:picMkLst>
        </pc:picChg>
        <pc:picChg chg="add mod">
          <ac:chgData name="Ueda Isamu" userId="35289799e0376f2e" providerId="LiveId" clId="{DD31E282-B62B-4911-91B6-43B1B98908F9}" dt="2026-04-09T04:56:38.399" v="1209" actId="1440"/>
          <ac:picMkLst>
            <pc:docMk/>
            <pc:sldMk cId="291104136" sldId="276"/>
            <ac:picMk id="27" creationId="{B91DDD5A-86B4-A3E0-46C3-912CC66D748C}"/>
          </ac:picMkLst>
        </pc:picChg>
        <pc:picChg chg="del">
          <ac:chgData name="Ueda Isamu" userId="35289799e0376f2e" providerId="LiveId" clId="{DD31E282-B62B-4911-91B6-43B1B98908F9}" dt="2026-04-09T04:41:59.632" v="968" actId="478"/>
          <ac:picMkLst>
            <pc:docMk/>
            <pc:sldMk cId="291104136" sldId="276"/>
            <ac:picMk id="30" creationId="{0FBDA441-D37C-9CC0-DDB9-6402A4539DE7}"/>
          </ac:picMkLst>
        </pc:picChg>
        <pc:picChg chg="mod">
          <ac:chgData name="Ueda Isamu" userId="35289799e0376f2e" providerId="LiveId" clId="{DD31E282-B62B-4911-91B6-43B1B98908F9}" dt="2026-04-09T04:49:53.308" v="1057" actId="1076"/>
          <ac:picMkLst>
            <pc:docMk/>
            <pc:sldMk cId="291104136" sldId="276"/>
            <ac:picMk id="35" creationId="{F2456A91-9873-D2CC-2647-E98C690FC2A2}"/>
          </ac:picMkLst>
        </pc:picChg>
        <pc:cxnChg chg="add mod">
          <ac:chgData name="Ueda Isamu" userId="35289799e0376f2e" providerId="LiveId" clId="{DD31E282-B62B-4911-91B6-43B1B98908F9}" dt="2026-04-09T04:57:38.377" v="1283" actId="14100"/>
          <ac:cxnSpMkLst>
            <pc:docMk/>
            <pc:sldMk cId="291104136" sldId="276"/>
            <ac:cxnSpMk id="13" creationId="{1E78F99F-BD09-AD3E-0884-C5D7DB7CCFD1}"/>
          </ac:cxnSpMkLst>
        </pc:cxnChg>
        <pc:cxnChg chg="add del mod">
          <ac:chgData name="Ueda Isamu" userId="35289799e0376f2e" providerId="LiveId" clId="{DD31E282-B62B-4911-91B6-43B1B98908F9}" dt="2026-04-09T04:52:28.655" v="1135" actId="478"/>
          <ac:cxnSpMkLst>
            <pc:docMk/>
            <pc:sldMk cId="291104136" sldId="276"/>
            <ac:cxnSpMk id="15" creationId="{A0007714-0FEC-E713-502C-23C46915DB1E}"/>
          </ac:cxnSpMkLst>
        </pc:cxnChg>
        <pc:cxnChg chg="add mod">
          <ac:chgData name="Ueda Isamu" userId="35289799e0376f2e" providerId="LiveId" clId="{DD31E282-B62B-4911-91B6-43B1B98908F9}" dt="2026-04-09T04:53:47.278" v="1173" actId="692"/>
          <ac:cxnSpMkLst>
            <pc:docMk/>
            <pc:sldMk cId="291104136" sldId="276"/>
            <ac:cxnSpMk id="18" creationId="{D2EC33CF-1BDD-2AE3-4E00-13030BCBCD96}"/>
          </ac:cxnSpMkLst>
        </pc:cxnChg>
        <pc:cxnChg chg="add mod">
          <ac:chgData name="Ueda Isamu" userId="35289799e0376f2e" providerId="LiveId" clId="{DD31E282-B62B-4911-91B6-43B1B98908F9}" dt="2026-04-09T04:53:47.278" v="1173" actId="692"/>
          <ac:cxnSpMkLst>
            <pc:docMk/>
            <pc:sldMk cId="291104136" sldId="276"/>
            <ac:cxnSpMk id="20" creationId="{2B6B6DB8-44FC-9074-647D-9B376F24461B}"/>
          </ac:cxnSpMkLst>
        </pc:cxnChg>
        <pc:cxnChg chg="add mod">
          <ac:chgData name="Ueda Isamu" userId="35289799e0376f2e" providerId="LiveId" clId="{DD31E282-B62B-4911-91B6-43B1B98908F9}" dt="2026-04-09T04:53:51.965" v="1174" actId="571"/>
          <ac:cxnSpMkLst>
            <pc:docMk/>
            <pc:sldMk cId="291104136" sldId="276"/>
            <ac:cxnSpMk id="21" creationId="{FFFEA5BA-6296-3417-A4FA-CE42C4F5C3AC}"/>
          </ac:cxnSpMkLst>
        </pc:cxnChg>
      </pc:sldChg>
      <pc:sldChg chg="addSp delSp modSp add mod">
        <pc:chgData name="Ueda Isamu" userId="35289799e0376f2e" providerId="LiveId" clId="{DD31E282-B62B-4911-91B6-43B1B98908F9}" dt="2026-04-09T11:31:41.927" v="2746" actId="1076"/>
        <pc:sldMkLst>
          <pc:docMk/>
          <pc:sldMk cId="2516945646" sldId="277"/>
        </pc:sldMkLst>
        <pc:spChg chg="mod">
          <ac:chgData name="Ueda Isamu" userId="35289799e0376f2e" providerId="LiveId" clId="{DD31E282-B62B-4911-91B6-43B1B98908F9}" dt="2026-04-09T05:07:13.262" v="1538" actId="1076"/>
          <ac:spMkLst>
            <pc:docMk/>
            <pc:sldMk cId="2516945646" sldId="277"/>
            <ac:spMk id="7" creationId="{FE4398F4-E8FA-90F1-AEEF-CDBC67C40E6D}"/>
          </ac:spMkLst>
        </pc:spChg>
        <pc:spChg chg="mod">
          <ac:chgData name="Ueda Isamu" userId="35289799e0376f2e" providerId="LiveId" clId="{DD31E282-B62B-4911-91B6-43B1B98908F9}" dt="2026-04-09T04:58:36.212" v="1378" actId="1076"/>
          <ac:spMkLst>
            <pc:docMk/>
            <pc:sldMk cId="2516945646" sldId="277"/>
            <ac:spMk id="9" creationId="{3F14B690-B44D-0B89-5B57-CB139A5A7F55}"/>
          </ac:spMkLst>
        </pc:spChg>
        <pc:spChg chg="mod">
          <ac:chgData name="Ueda Isamu" userId="35289799e0376f2e" providerId="LiveId" clId="{DD31E282-B62B-4911-91B6-43B1B98908F9}" dt="2026-04-09T04:58:01.268" v="1287" actId="1076"/>
          <ac:spMkLst>
            <pc:docMk/>
            <pc:sldMk cId="2516945646" sldId="277"/>
            <ac:spMk id="23" creationId="{5220408B-68B7-C3DF-C637-F9F957FB98CF}"/>
          </ac:spMkLst>
        </pc:spChg>
        <pc:spChg chg="add mod">
          <ac:chgData name="Ueda Isamu" userId="35289799e0376f2e" providerId="LiveId" clId="{DD31E282-B62B-4911-91B6-43B1B98908F9}" dt="2026-04-09T05:06:41.110" v="1516" actId="14100"/>
          <ac:spMkLst>
            <pc:docMk/>
            <pc:sldMk cId="2516945646" sldId="277"/>
            <ac:spMk id="24" creationId="{E5FF21B3-69FF-BDB5-9E90-2D00CB11FFB9}"/>
          </ac:spMkLst>
        </pc:spChg>
        <pc:spChg chg="add mod ord">
          <ac:chgData name="Ueda Isamu" userId="35289799e0376f2e" providerId="LiveId" clId="{DD31E282-B62B-4911-91B6-43B1B98908F9}" dt="2026-04-09T05:08:42.397" v="1584" actId="1076"/>
          <ac:spMkLst>
            <pc:docMk/>
            <pc:sldMk cId="2516945646" sldId="277"/>
            <ac:spMk id="26" creationId="{4D187CC2-5ACC-78B6-6BBA-DC399BCAD348}"/>
          </ac:spMkLst>
        </pc:spChg>
        <pc:spChg chg="del">
          <ac:chgData name="Ueda Isamu" userId="35289799e0376f2e" providerId="LiveId" clId="{DD31E282-B62B-4911-91B6-43B1B98908F9}" dt="2026-04-09T04:58:57.396" v="1388" actId="478"/>
          <ac:spMkLst>
            <pc:docMk/>
            <pc:sldMk cId="2516945646" sldId="277"/>
            <ac:spMk id="28" creationId="{B081FD9B-BABF-CC8A-F9F2-AD8524F32875}"/>
          </ac:spMkLst>
        </pc:spChg>
        <pc:spChg chg="add mod">
          <ac:chgData name="Ueda Isamu" userId="35289799e0376f2e" providerId="LiveId" clId="{DD31E282-B62B-4911-91B6-43B1B98908F9}" dt="2026-04-09T05:07:33.406" v="1543" actId="1076"/>
          <ac:spMkLst>
            <pc:docMk/>
            <pc:sldMk cId="2516945646" sldId="277"/>
            <ac:spMk id="29" creationId="{F741F568-86CE-FF95-4F90-4C82AB278C37}"/>
          </ac:spMkLst>
        </pc:spChg>
        <pc:spChg chg="add mod">
          <ac:chgData name="Ueda Isamu" userId="35289799e0376f2e" providerId="LiveId" clId="{DD31E282-B62B-4911-91B6-43B1B98908F9}" dt="2026-04-09T05:14:01.661" v="1679" actId="207"/>
          <ac:spMkLst>
            <pc:docMk/>
            <pc:sldMk cId="2516945646" sldId="277"/>
            <ac:spMk id="30" creationId="{F9C6DE2E-E99A-1C02-5329-12C4B6AB4EB5}"/>
          </ac:spMkLst>
        </pc:spChg>
        <pc:spChg chg="add mod">
          <ac:chgData name="Ueda Isamu" userId="35289799e0376f2e" providerId="LiveId" clId="{DD31E282-B62B-4911-91B6-43B1B98908F9}" dt="2026-04-09T05:07:40.056" v="1546" actId="1076"/>
          <ac:spMkLst>
            <pc:docMk/>
            <pc:sldMk cId="2516945646" sldId="277"/>
            <ac:spMk id="31" creationId="{CEE40F97-1F5C-856A-7C91-7CE97377D4C4}"/>
          </ac:spMkLst>
        </pc:spChg>
        <pc:spChg chg="add mod">
          <ac:chgData name="Ueda Isamu" userId="35289799e0376f2e" providerId="LiveId" clId="{DD31E282-B62B-4911-91B6-43B1B98908F9}" dt="2026-04-09T05:13:55.851" v="1678" actId="207"/>
          <ac:spMkLst>
            <pc:docMk/>
            <pc:sldMk cId="2516945646" sldId="277"/>
            <ac:spMk id="32" creationId="{69DC90D6-B116-99C3-BC1E-AEB6FC8E831B}"/>
          </ac:spMkLst>
        </pc:spChg>
        <pc:spChg chg="add mod">
          <ac:chgData name="Ueda Isamu" userId="35289799e0376f2e" providerId="LiveId" clId="{DD31E282-B62B-4911-91B6-43B1B98908F9}" dt="2026-04-09T05:07:44.679" v="1548" actId="1076"/>
          <ac:spMkLst>
            <pc:docMk/>
            <pc:sldMk cId="2516945646" sldId="277"/>
            <ac:spMk id="33" creationId="{6634F891-406D-EC28-C0E4-03D0F50B4F61}"/>
          </ac:spMkLst>
        </pc:spChg>
        <pc:spChg chg="add mod">
          <ac:chgData name="Ueda Isamu" userId="35289799e0376f2e" providerId="LiveId" clId="{DD31E282-B62B-4911-91B6-43B1B98908F9}" dt="2026-04-09T05:14:04.379" v="1680" actId="207"/>
          <ac:spMkLst>
            <pc:docMk/>
            <pc:sldMk cId="2516945646" sldId="277"/>
            <ac:spMk id="34" creationId="{E1DB6861-AA06-96A1-A6C3-24A3ACF53A5B}"/>
          </ac:spMkLst>
        </pc:spChg>
        <pc:spChg chg="add mod">
          <ac:chgData name="Ueda Isamu" userId="35289799e0376f2e" providerId="LiveId" clId="{DD31E282-B62B-4911-91B6-43B1B98908F9}" dt="2026-04-09T11:31:18.033" v="2745" actId="1076"/>
          <ac:spMkLst>
            <pc:docMk/>
            <pc:sldMk cId="2516945646" sldId="277"/>
            <ac:spMk id="39" creationId="{293D2795-7318-20B3-2AEE-1A11C92C75EB}"/>
          </ac:spMkLst>
        </pc:spChg>
        <pc:picChg chg="mod">
          <ac:chgData name="Ueda Isamu" userId="35289799e0376f2e" providerId="LiveId" clId="{DD31E282-B62B-4911-91B6-43B1B98908F9}" dt="2026-04-09T11:31:41.927" v="2746" actId="1076"/>
          <ac:picMkLst>
            <pc:docMk/>
            <pc:sldMk cId="2516945646" sldId="277"/>
            <ac:picMk id="5" creationId="{DA6C3389-52A4-EA9C-BC30-F3056611EF14}"/>
          </ac:picMkLst>
        </pc:picChg>
        <pc:picChg chg="mod">
          <ac:chgData name="Ueda Isamu" userId="35289799e0376f2e" providerId="LiveId" clId="{DD31E282-B62B-4911-91B6-43B1B98908F9}" dt="2026-04-09T05:05:25.934" v="1437" actId="1076"/>
          <ac:picMkLst>
            <pc:docMk/>
            <pc:sldMk cId="2516945646" sldId="277"/>
            <ac:picMk id="10" creationId="{230C4DD8-0F36-4779-2E00-3EAADAAD321B}"/>
          </ac:picMkLst>
        </pc:picChg>
        <pc:picChg chg="mod">
          <ac:chgData name="Ueda Isamu" userId="35289799e0376f2e" providerId="LiveId" clId="{DD31E282-B62B-4911-91B6-43B1B98908F9}" dt="2026-04-09T05:05:27.257" v="1438" actId="1076"/>
          <ac:picMkLst>
            <pc:docMk/>
            <pc:sldMk cId="2516945646" sldId="277"/>
            <ac:picMk id="14" creationId="{4222FACC-D8DE-D686-3910-80E8C7651D43}"/>
          </ac:picMkLst>
        </pc:picChg>
        <pc:picChg chg="add mod">
          <ac:chgData name="Ueda Isamu" userId="35289799e0376f2e" providerId="LiveId" clId="{DD31E282-B62B-4911-91B6-43B1B98908F9}" dt="2026-04-09T05:04:50.147" v="1420" actId="1076"/>
          <ac:picMkLst>
            <pc:docMk/>
            <pc:sldMk cId="2516945646" sldId="277"/>
            <ac:picMk id="16" creationId="{C8AFC543-C5AC-FD3B-5135-60EE50B8EAB3}"/>
          </ac:picMkLst>
        </pc:picChg>
        <pc:picChg chg="add mod modCrop">
          <ac:chgData name="Ueda Isamu" userId="35289799e0376f2e" providerId="LiveId" clId="{DD31E282-B62B-4911-91B6-43B1B98908F9}" dt="2026-04-09T05:06:44.238" v="1518" actId="1076"/>
          <ac:picMkLst>
            <pc:docMk/>
            <pc:sldMk cId="2516945646" sldId="277"/>
            <ac:picMk id="17" creationId="{0AE6F16D-225A-D2AE-98F2-D2FAE70E9542}"/>
          </ac:picMkLst>
        </pc:picChg>
        <pc:picChg chg="add mod">
          <ac:chgData name="Ueda Isamu" userId="35289799e0376f2e" providerId="LiveId" clId="{DD31E282-B62B-4911-91B6-43B1B98908F9}" dt="2026-04-09T05:06:43.080" v="1517" actId="1076"/>
          <ac:picMkLst>
            <pc:docMk/>
            <pc:sldMk cId="2516945646" sldId="277"/>
            <ac:picMk id="19" creationId="{911901AA-442B-D934-F032-1DA0FB3A5695}"/>
          </ac:picMkLst>
        </pc:picChg>
        <pc:picChg chg="del">
          <ac:chgData name="Ueda Isamu" userId="35289799e0376f2e" providerId="LiveId" clId="{DD31E282-B62B-4911-91B6-43B1B98908F9}" dt="2026-04-09T04:58:55.221" v="1387" actId="478"/>
          <ac:picMkLst>
            <pc:docMk/>
            <pc:sldMk cId="2516945646" sldId="277"/>
            <ac:picMk id="25" creationId="{947C16DB-D780-3E49-F42F-FF90B9B39589}"/>
          </ac:picMkLst>
        </pc:picChg>
        <pc:picChg chg="del">
          <ac:chgData name="Ueda Isamu" userId="35289799e0376f2e" providerId="LiveId" clId="{DD31E282-B62B-4911-91B6-43B1B98908F9}" dt="2026-04-09T04:58:53.537" v="1386" actId="478"/>
          <ac:picMkLst>
            <pc:docMk/>
            <pc:sldMk cId="2516945646" sldId="277"/>
            <ac:picMk id="27" creationId="{AAF37D3C-0029-6553-1A9E-9882A0CB7F87}"/>
          </ac:picMkLst>
        </pc:picChg>
        <pc:picChg chg="del">
          <ac:chgData name="Ueda Isamu" userId="35289799e0376f2e" providerId="LiveId" clId="{DD31E282-B62B-4911-91B6-43B1B98908F9}" dt="2026-04-09T04:58:02.753" v="1288" actId="478"/>
          <ac:picMkLst>
            <pc:docMk/>
            <pc:sldMk cId="2516945646" sldId="277"/>
            <ac:picMk id="35" creationId="{4875D91E-B3D9-BF8A-309E-4BEC329FD07F}"/>
          </ac:picMkLst>
        </pc:picChg>
        <pc:picChg chg="add mod">
          <ac:chgData name="Ueda Isamu" userId="35289799e0376f2e" providerId="LiveId" clId="{DD31E282-B62B-4911-91B6-43B1B98908F9}" dt="2026-04-09T05:08:20.999" v="1579" actId="1076"/>
          <ac:picMkLst>
            <pc:docMk/>
            <pc:sldMk cId="2516945646" sldId="277"/>
            <ac:picMk id="36" creationId="{33A60409-91DC-8C63-CB04-7FD63A2D1F57}"/>
          </ac:picMkLst>
        </pc:picChg>
        <pc:picChg chg="add mod">
          <ac:chgData name="Ueda Isamu" userId="35289799e0376f2e" providerId="LiveId" clId="{DD31E282-B62B-4911-91B6-43B1B98908F9}" dt="2026-04-09T05:08:30.394" v="1582" actId="1076"/>
          <ac:picMkLst>
            <pc:docMk/>
            <pc:sldMk cId="2516945646" sldId="277"/>
            <ac:picMk id="37" creationId="{D5745A7A-5CFC-99F9-C9D8-AFF8FF32BE85}"/>
          </ac:picMkLst>
        </pc:picChg>
        <pc:picChg chg="add mod">
          <ac:chgData name="Ueda Isamu" userId="35289799e0376f2e" providerId="LiveId" clId="{DD31E282-B62B-4911-91B6-43B1B98908F9}" dt="2026-04-09T05:08:32.487" v="1583" actId="1076"/>
          <ac:picMkLst>
            <pc:docMk/>
            <pc:sldMk cId="2516945646" sldId="277"/>
            <ac:picMk id="38" creationId="{6D8141E0-B2D2-9809-C2B5-F4C8D0CF761E}"/>
          </ac:picMkLst>
        </pc:picChg>
        <pc:cxnChg chg="del">
          <ac:chgData name="Ueda Isamu" userId="35289799e0376f2e" providerId="LiveId" clId="{DD31E282-B62B-4911-91B6-43B1B98908F9}" dt="2026-04-09T04:58:38.596" v="1379" actId="478"/>
          <ac:cxnSpMkLst>
            <pc:docMk/>
            <pc:sldMk cId="2516945646" sldId="277"/>
            <ac:cxnSpMk id="13" creationId="{A68A30B0-6DCA-E9DC-8A8A-9F1A02739A82}"/>
          </ac:cxnSpMkLst>
        </pc:cxnChg>
        <pc:cxnChg chg="del">
          <ac:chgData name="Ueda Isamu" userId="35289799e0376f2e" providerId="LiveId" clId="{DD31E282-B62B-4911-91B6-43B1B98908F9}" dt="2026-04-09T04:58:06.227" v="1292" actId="478"/>
          <ac:cxnSpMkLst>
            <pc:docMk/>
            <pc:sldMk cId="2516945646" sldId="277"/>
            <ac:cxnSpMk id="18" creationId="{247CF638-DC59-CC46-8E6B-2F1C9AA0289D}"/>
          </ac:cxnSpMkLst>
        </pc:cxnChg>
        <pc:cxnChg chg="del mod">
          <ac:chgData name="Ueda Isamu" userId="35289799e0376f2e" providerId="LiveId" clId="{DD31E282-B62B-4911-91B6-43B1B98908F9}" dt="2026-04-09T04:58:05.467" v="1291" actId="478"/>
          <ac:cxnSpMkLst>
            <pc:docMk/>
            <pc:sldMk cId="2516945646" sldId="277"/>
            <ac:cxnSpMk id="20" creationId="{B2D64265-F0EB-3818-1B9A-721D0C888855}"/>
          </ac:cxnSpMkLst>
        </pc:cxnChg>
        <pc:cxnChg chg="del">
          <ac:chgData name="Ueda Isamu" userId="35289799e0376f2e" providerId="LiveId" clId="{DD31E282-B62B-4911-91B6-43B1B98908F9}" dt="2026-04-09T04:58:04.500" v="1289" actId="478"/>
          <ac:cxnSpMkLst>
            <pc:docMk/>
            <pc:sldMk cId="2516945646" sldId="277"/>
            <ac:cxnSpMk id="21" creationId="{3DB93E8E-87DC-01CA-F66C-62A15227E145}"/>
          </ac:cxnSpMkLst>
        </pc:cxnChg>
      </pc:sldChg>
      <pc:sldChg chg="addSp delSp modSp add mod">
        <pc:chgData name="Ueda Isamu" userId="35289799e0376f2e" providerId="LiveId" clId="{DD31E282-B62B-4911-91B6-43B1B98908F9}" dt="2026-04-09T05:23:00.670" v="1967" actId="1076"/>
        <pc:sldMkLst>
          <pc:docMk/>
          <pc:sldMk cId="3431895189" sldId="278"/>
        </pc:sldMkLst>
        <pc:spChg chg="mod">
          <ac:chgData name="Ueda Isamu" userId="35289799e0376f2e" providerId="LiveId" clId="{DD31E282-B62B-4911-91B6-43B1B98908F9}" dt="2026-04-09T05:12:58.652" v="1609" actId="1076"/>
          <ac:spMkLst>
            <pc:docMk/>
            <pc:sldMk cId="3431895189" sldId="278"/>
            <ac:spMk id="7" creationId="{00000000-0000-0000-0000-000000000000}"/>
          </ac:spMkLst>
        </pc:spChg>
        <pc:spChg chg="add mod">
          <ac:chgData name="Ueda Isamu" userId="35289799e0376f2e" providerId="LiveId" clId="{DD31E282-B62B-4911-91B6-43B1B98908F9}" dt="2026-04-09T05:13:41.201" v="1677" actId="20577"/>
          <ac:spMkLst>
            <pc:docMk/>
            <pc:sldMk cId="3431895189" sldId="278"/>
            <ac:spMk id="10" creationId="{2AC49705-955F-5EC5-1A75-30A41F7C2528}"/>
          </ac:spMkLst>
        </pc:spChg>
        <pc:spChg chg="mod">
          <ac:chgData name="Ueda Isamu" userId="35289799e0376f2e" providerId="LiveId" clId="{DD31E282-B62B-4911-91B6-43B1B98908F9}" dt="2026-04-09T05:23:00.670" v="1967" actId="1076"/>
          <ac:spMkLst>
            <pc:docMk/>
            <pc:sldMk cId="3431895189" sldId="278"/>
            <ac:spMk id="12" creationId="{00000000-0000-0000-0000-000000000000}"/>
          </ac:spMkLst>
        </pc:spChg>
        <pc:spChg chg="add mod">
          <ac:chgData name="Ueda Isamu" userId="35289799e0376f2e" providerId="LiveId" clId="{DD31E282-B62B-4911-91B6-43B1B98908F9}" dt="2026-04-09T05:13:13.168" v="1613" actId="1076"/>
          <ac:spMkLst>
            <pc:docMk/>
            <pc:sldMk cId="3431895189" sldId="278"/>
            <ac:spMk id="13" creationId="{CD1E03EE-DF63-99FD-8D27-FAF3A6369597}"/>
          </ac:spMkLst>
        </pc:spChg>
        <pc:spChg chg="add mod">
          <ac:chgData name="Ueda Isamu" userId="35289799e0376f2e" providerId="LiveId" clId="{DD31E282-B62B-4911-91B6-43B1B98908F9}" dt="2026-04-09T05:13:13.168" v="1613" actId="1076"/>
          <ac:spMkLst>
            <pc:docMk/>
            <pc:sldMk cId="3431895189" sldId="278"/>
            <ac:spMk id="14" creationId="{54D03134-28E9-86DB-1B84-51FA822A30FC}"/>
          </ac:spMkLst>
        </pc:spChg>
        <pc:spChg chg="add mod">
          <ac:chgData name="Ueda Isamu" userId="35289799e0376f2e" providerId="LiveId" clId="{DD31E282-B62B-4911-91B6-43B1B98908F9}" dt="2026-04-09T05:19:26.859" v="1792" actId="1076"/>
          <ac:spMkLst>
            <pc:docMk/>
            <pc:sldMk cId="3431895189" sldId="278"/>
            <ac:spMk id="16" creationId="{A45DDD3E-5187-931A-52CB-927F48235306}"/>
          </ac:spMkLst>
        </pc:spChg>
        <pc:spChg chg="add mod">
          <ac:chgData name="Ueda Isamu" userId="35289799e0376f2e" providerId="LiveId" clId="{DD31E282-B62B-4911-91B6-43B1B98908F9}" dt="2026-04-09T05:19:26.859" v="1792" actId="1076"/>
          <ac:spMkLst>
            <pc:docMk/>
            <pc:sldMk cId="3431895189" sldId="278"/>
            <ac:spMk id="17" creationId="{E48E8FA2-8E2B-1550-BD82-A4B5A819935E}"/>
          </ac:spMkLst>
        </pc:spChg>
        <pc:spChg chg="add mod">
          <ac:chgData name="Ueda Isamu" userId="35289799e0376f2e" providerId="LiveId" clId="{DD31E282-B62B-4911-91B6-43B1B98908F9}" dt="2026-04-09T05:19:30.874" v="1794" actId="1076"/>
          <ac:spMkLst>
            <pc:docMk/>
            <pc:sldMk cId="3431895189" sldId="278"/>
            <ac:spMk id="21" creationId="{29A78292-A224-8B1D-2082-39D863B19374}"/>
          </ac:spMkLst>
        </pc:spChg>
        <pc:spChg chg="add mod">
          <ac:chgData name="Ueda Isamu" userId="35289799e0376f2e" providerId="LiveId" clId="{DD31E282-B62B-4911-91B6-43B1B98908F9}" dt="2026-04-09T05:19:34.132" v="1797" actId="20577"/>
          <ac:spMkLst>
            <pc:docMk/>
            <pc:sldMk cId="3431895189" sldId="278"/>
            <ac:spMk id="23" creationId="{D92576CE-8FE6-D6F4-115A-8D548E6D7AC9}"/>
          </ac:spMkLst>
        </pc:spChg>
        <pc:spChg chg="mod">
          <ac:chgData name="Ueda Isamu" userId="35289799e0376f2e" providerId="LiveId" clId="{DD31E282-B62B-4911-91B6-43B1B98908F9}" dt="2026-04-09T05:11:20.542" v="1588" actId="14100"/>
          <ac:spMkLst>
            <pc:docMk/>
            <pc:sldMk cId="3431895189" sldId="278"/>
            <ac:spMk id="27" creationId="{628B44C8-278A-51F9-E866-9030B4186D1A}"/>
          </ac:spMkLst>
        </pc:spChg>
        <pc:spChg chg="mod ord">
          <ac:chgData name="Ueda Isamu" userId="35289799e0376f2e" providerId="LiveId" clId="{DD31E282-B62B-4911-91B6-43B1B98908F9}" dt="2026-04-09T05:12:26.097" v="1603" actId="14100"/>
          <ac:spMkLst>
            <pc:docMk/>
            <pc:sldMk cId="3431895189" sldId="278"/>
            <ac:spMk id="28" creationId="{C48327A6-C76E-EA3C-3369-14B0E8E723FD}"/>
          </ac:spMkLst>
        </pc:spChg>
        <pc:spChg chg="del">
          <ac:chgData name="Ueda Isamu" userId="35289799e0376f2e" providerId="LiveId" clId="{DD31E282-B62B-4911-91B6-43B1B98908F9}" dt="2026-04-09T05:12:29.991" v="1604" actId="478"/>
          <ac:spMkLst>
            <pc:docMk/>
            <pc:sldMk cId="3431895189" sldId="278"/>
            <ac:spMk id="31" creationId="{FBD3D0E3-B099-96DC-A713-DD8EB80ACF45}"/>
          </ac:spMkLst>
        </pc:spChg>
        <pc:spChg chg="del">
          <ac:chgData name="Ueda Isamu" userId="35289799e0376f2e" providerId="LiveId" clId="{DD31E282-B62B-4911-91B6-43B1B98908F9}" dt="2026-04-09T05:11:44.189" v="1589" actId="478"/>
          <ac:spMkLst>
            <pc:docMk/>
            <pc:sldMk cId="3431895189" sldId="278"/>
            <ac:spMk id="32" creationId="{754C498D-1EDF-DF17-A95A-3FB88E2ED259}"/>
          </ac:spMkLst>
        </pc:spChg>
        <pc:spChg chg="del">
          <ac:chgData name="Ueda Isamu" userId="35289799e0376f2e" providerId="LiveId" clId="{DD31E282-B62B-4911-91B6-43B1B98908F9}" dt="2026-04-09T05:11:48.079" v="1591" actId="478"/>
          <ac:spMkLst>
            <pc:docMk/>
            <pc:sldMk cId="3431895189" sldId="278"/>
            <ac:spMk id="33" creationId="{160F0B0D-5D64-F9CC-0ED4-FB32C2F912A0}"/>
          </ac:spMkLst>
        </pc:spChg>
        <pc:spChg chg="add mod">
          <ac:chgData name="Ueda Isamu" userId="35289799e0376f2e" providerId="LiveId" clId="{DD31E282-B62B-4911-91B6-43B1B98908F9}" dt="2026-04-09T05:21:28.117" v="1808" actId="1076"/>
          <ac:spMkLst>
            <pc:docMk/>
            <pc:sldMk cId="3431895189" sldId="278"/>
            <ac:spMk id="37" creationId="{677DB8FC-FBF8-E9B1-B0FB-322C4BF42F4A}"/>
          </ac:spMkLst>
        </pc:spChg>
        <pc:spChg chg="add mod">
          <ac:chgData name="Ueda Isamu" userId="35289799e0376f2e" providerId="LiveId" clId="{DD31E282-B62B-4911-91B6-43B1B98908F9}" dt="2026-04-09T05:21:28.117" v="1808" actId="1076"/>
          <ac:spMkLst>
            <pc:docMk/>
            <pc:sldMk cId="3431895189" sldId="278"/>
            <ac:spMk id="38" creationId="{7A3902CF-39FD-21D6-06DB-C2115C37BE7D}"/>
          </ac:spMkLst>
        </pc:spChg>
        <pc:spChg chg="add mod">
          <ac:chgData name="Ueda Isamu" userId="35289799e0376f2e" providerId="LiveId" clId="{DD31E282-B62B-4911-91B6-43B1B98908F9}" dt="2026-04-09T05:21:30.493" v="1809" actId="571"/>
          <ac:spMkLst>
            <pc:docMk/>
            <pc:sldMk cId="3431895189" sldId="278"/>
            <ac:spMk id="40" creationId="{00FD0B1E-4CF1-8ED7-7E1F-23B3DF9BEDF5}"/>
          </ac:spMkLst>
        </pc:spChg>
        <pc:spChg chg="add mod">
          <ac:chgData name="Ueda Isamu" userId="35289799e0376f2e" providerId="LiveId" clId="{DD31E282-B62B-4911-91B6-43B1B98908F9}" dt="2026-04-09T05:21:30.493" v="1809" actId="571"/>
          <ac:spMkLst>
            <pc:docMk/>
            <pc:sldMk cId="3431895189" sldId="278"/>
            <ac:spMk id="41" creationId="{82FD7B94-53D4-02C0-C626-C4ED4C40A5E1}"/>
          </ac:spMkLst>
        </pc:spChg>
        <pc:spChg chg="add mod">
          <ac:chgData name="Ueda Isamu" userId="35289799e0376f2e" providerId="LiveId" clId="{DD31E282-B62B-4911-91B6-43B1B98908F9}" dt="2026-04-09T05:22:05.771" v="1828" actId="14100"/>
          <ac:spMkLst>
            <pc:docMk/>
            <pc:sldMk cId="3431895189" sldId="278"/>
            <ac:spMk id="42" creationId="{73D00DD7-7059-5DB9-40B6-62F8DDEF73E8}"/>
          </ac:spMkLst>
        </pc:spChg>
        <pc:picChg chg="add mod">
          <ac:chgData name="Ueda Isamu" userId="35289799e0376f2e" providerId="LiveId" clId="{DD31E282-B62B-4911-91B6-43B1B98908F9}" dt="2026-04-09T05:12:16.855" v="1600" actId="1076"/>
          <ac:picMkLst>
            <pc:docMk/>
            <pc:sldMk cId="3431895189" sldId="278"/>
            <ac:picMk id="6" creationId="{FEA957F9-E7CB-C8D0-6E44-EF4A48955106}"/>
          </ac:picMkLst>
        </pc:picChg>
        <pc:picChg chg="add mod">
          <ac:chgData name="Ueda Isamu" userId="35289799e0376f2e" providerId="LiveId" clId="{DD31E282-B62B-4911-91B6-43B1B98908F9}" dt="2026-04-09T05:13:13.168" v="1613" actId="1076"/>
          <ac:picMkLst>
            <pc:docMk/>
            <pc:sldMk cId="3431895189" sldId="278"/>
            <ac:picMk id="9" creationId="{9D5A8FCB-D240-C1DE-CCF6-61CE0D478B41}"/>
          </ac:picMkLst>
        </pc:picChg>
        <pc:picChg chg="add mod">
          <ac:chgData name="Ueda Isamu" userId="35289799e0376f2e" providerId="LiveId" clId="{DD31E282-B62B-4911-91B6-43B1B98908F9}" dt="2026-04-09T05:19:26.859" v="1792" actId="1076"/>
          <ac:picMkLst>
            <pc:docMk/>
            <pc:sldMk cId="3431895189" sldId="278"/>
            <ac:picMk id="15" creationId="{8B869D62-D00C-FF48-5C8D-728053144B0A}"/>
          </ac:picMkLst>
        </pc:picChg>
        <pc:picChg chg="add del mod">
          <ac:chgData name="Ueda Isamu" userId="35289799e0376f2e" providerId="LiveId" clId="{DD31E282-B62B-4911-91B6-43B1B98908F9}" dt="2026-04-09T05:21:22.498" v="1804" actId="478"/>
          <ac:picMkLst>
            <pc:docMk/>
            <pc:sldMk cId="3431895189" sldId="278"/>
            <ac:picMk id="18" creationId="{19C271D6-6A4C-16CF-E2AC-3EE324BB9D44}"/>
          </ac:picMkLst>
        </pc:picChg>
        <pc:picChg chg="add del mod">
          <ac:chgData name="Ueda Isamu" userId="35289799e0376f2e" providerId="LiveId" clId="{DD31E282-B62B-4911-91B6-43B1B98908F9}" dt="2026-04-09T05:21:23.179" v="1805" actId="478"/>
          <ac:picMkLst>
            <pc:docMk/>
            <pc:sldMk cId="3431895189" sldId="278"/>
            <ac:picMk id="19" creationId="{7BBBEE84-1809-EE05-F296-2209133B16C3}"/>
          </ac:picMkLst>
        </pc:picChg>
        <pc:picChg chg="add mod">
          <ac:chgData name="Ueda Isamu" userId="35289799e0376f2e" providerId="LiveId" clId="{DD31E282-B62B-4911-91B6-43B1B98908F9}" dt="2026-04-09T05:19:30.874" v="1794" actId="1076"/>
          <ac:picMkLst>
            <pc:docMk/>
            <pc:sldMk cId="3431895189" sldId="278"/>
            <ac:picMk id="20" creationId="{D040EB62-DDF2-24A5-CC64-894B7A21A947}"/>
          </ac:picMkLst>
        </pc:picChg>
        <pc:picChg chg="mod">
          <ac:chgData name="Ueda Isamu" userId="35289799e0376f2e" providerId="LiveId" clId="{DD31E282-B62B-4911-91B6-43B1B98908F9}" dt="2026-04-09T05:12:22.717" v="1602" actId="1076"/>
          <ac:picMkLst>
            <pc:docMk/>
            <pc:sldMk cId="3431895189" sldId="278"/>
            <ac:picMk id="24" creationId="{462787A1-346B-D6CF-46A6-2F68095FE682}"/>
          </ac:picMkLst>
        </pc:picChg>
        <pc:picChg chg="del">
          <ac:chgData name="Ueda Isamu" userId="35289799e0376f2e" providerId="LiveId" clId="{DD31E282-B62B-4911-91B6-43B1B98908F9}" dt="2026-04-09T05:11:14.842" v="1586" actId="478"/>
          <ac:picMkLst>
            <pc:docMk/>
            <pc:sldMk cId="3431895189" sldId="278"/>
            <ac:picMk id="26" creationId="{C398DDA1-41E7-ABC1-5777-CFC32A7D3E5C}"/>
          </ac:picMkLst>
        </pc:picChg>
        <pc:picChg chg="del">
          <ac:chgData name="Ueda Isamu" userId="35289799e0376f2e" providerId="LiveId" clId="{DD31E282-B62B-4911-91B6-43B1B98908F9}" dt="2026-04-09T05:11:45.430" v="1590" actId="478"/>
          <ac:picMkLst>
            <pc:docMk/>
            <pc:sldMk cId="3431895189" sldId="278"/>
            <ac:picMk id="30" creationId="{0FBDA441-D37C-9CC0-DDB9-6402A4539DE7}"/>
          </ac:picMkLst>
        </pc:picChg>
        <pc:picChg chg="del">
          <ac:chgData name="Ueda Isamu" userId="35289799e0376f2e" providerId="LiveId" clId="{DD31E282-B62B-4911-91B6-43B1B98908F9}" dt="2026-04-09T05:12:32.134" v="1605" actId="478"/>
          <ac:picMkLst>
            <pc:docMk/>
            <pc:sldMk cId="3431895189" sldId="278"/>
            <ac:picMk id="35" creationId="{F2456A91-9873-D2CC-2647-E98C690FC2A2}"/>
          </ac:picMkLst>
        </pc:picChg>
        <pc:picChg chg="add mod">
          <ac:chgData name="Ueda Isamu" userId="35289799e0376f2e" providerId="LiveId" clId="{DD31E282-B62B-4911-91B6-43B1B98908F9}" dt="2026-04-09T05:21:28.117" v="1808" actId="1076"/>
          <ac:picMkLst>
            <pc:docMk/>
            <pc:sldMk cId="3431895189" sldId="278"/>
            <ac:picMk id="36" creationId="{158EF9C0-80B8-FAB2-C740-8A1443E730FC}"/>
          </ac:picMkLst>
        </pc:picChg>
        <pc:picChg chg="add mod">
          <ac:chgData name="Ueda Isamu" userId="35289799e0376f2e" providerId="LiveId" clId="{DD31E282-B62B-4911-91B6-43B1B98908F9}" dt="2026-04-09T05:21:30.493" v="1809" actId="571"/>
          <ac:picMkLst>
            <pc:docMk/>
            <pc:sldMk cId="3431895189" sldId="278"/>
            <ac:picMk id="39" creationId="{333C394A-5B22-E25F-32F3-8C8DDEA6720E}"/>
          </ac:picMkLst>
        </pc:picChg>
        <pc:cxnChg chg="add mod">
          <ac:chgData name="Ueda Isamu" userId="35289799e0376f2e" providerId="LiveId" clId="{DD31E282-B62B-4911-91B6-43B1B98908F9}" dt="2026-04-09T05:20:08.003" v="1802" actId="1076"/>
          <ac:cxnSpMkLst>
            <pc:docMk/>
            <pc:sldMk cId="3431895189" sldId="278"/>
            <ac:cxnSpMk id="25" creationId="{027B9E6F-CC25-2592-5EA2-5E61517F0D00}"/>
          </ac:cxnSpMkLst>
        </pc:cxnChg>
        <pc:cxnChg chg="add mod">
          <ac:chgData name="Ueda Isamu" userId="35289799e0376f2e" providerId="LiveId" clId="{DD31E282-B62B-4911-91B6-43B1B98908F9}" dt="2026-04-09T05:20:10.213" v="1803" actId="571"/>
          <ac:cxnSpMkLst>
            <pc:docMk/>
            <pc:sldMk cId="3431895189" sldId="278"/>
            <ac:cxnSpMk id="34" creationId="{FABB9D53-7A45-05F4-8B27-EE1089DC25C5}"/>
          </ac:cxnSpMkLst>
        </pc:cxnChg>
      </pc:sldChg>
      <pc:sldChg chg="addSp modSp new mod ord">
        <pc:chgData name="Ueda Isamu" userId="35289799e0376f2e" providerId="LiveId" clId="{DD31E282-B62B-4911-91B6-43B1B98908F9}" dt="2026-04-09T11:08:35.323" v="2731" actId="1076"/>
        <pc:sldMkLst>
          <pc:docMk/>
          <pc:sldMk cId="1581914844" sldId="279"/>
        </pc:sldMkLst>
        <pc:spChg chg="add mod">
          <ac:chgData name="Ueda Isamu" userId="35289799e0376f2e" providerId="LiveId" clId="{DD31E282-B62B-4911-91B6-43B1B98908F9}" dt="2026-04-09T11:08:35.323" v="2731" actId="1076"/>
          <ac:spMkLst>
            <pc:docMk/>
            <pc:sldMk cId="1581914844" sldId="279"/>
            <ac:spMk id="2" creationId="{E7009479-6313-ABD6-833D-A3E138A01A61}"/>
          </ac:spMkLst>
        </pc:sp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 xml:space="preserve">  Initialize variable・Set variable・Condition・Apply to each、</a:t>
            </a:r>
          </a:p>
          <a:p>
            <a:r>
              <a:rPr sz="1300"/>
              <a:t xml:space="preserve"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 xml:space="preserve"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 xml:space="preserve"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 xml:space="preserve">  変数・繰り返し・条件分岐、それぞれ単体でも使えますが、</a:t>
            </a:r>
          </a:p>
          <a:p>
            <a:r>
              <a:rPr sz="1300"/>
              <a:t xml:space="preserve">  組み合わさったとき、複雑な業務を1本のフローで自動化できます。</a:t>
            </a:r>
          </a:p>
          <a:p>
            <a:r>
              <a:rPr sz="1300"/>
              <a:t xml:space="preserve"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 xml:space="preserve">  Apply to eachのループの中でも外でも使えます。</a:t>
            </a:r>
          </a:p>
          <a:p>
            <a:r>
              <a:rPr sz="1300"/>
              <a:t xml:space="preserve"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 xml:space="preserve">  リストを1件ずつ見ながら、条件に合うものだけ処理する、</a:t>
            </a:r>
          </a:p>
          <a:p>
            <a:r>
              <a:rPr sz="1300"/>
              <a:t xml:space="preserve"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 xml:space="preserve">  出勤リストをループして、Conditionで出勤判定、Set variableでカウント。</a:t>
            </a:r>
          </a:p>
          <a:p>
            <a:r>
              <a:rPr sz="1300"/>
              <a:t xml:space="preserve"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 xml:space="preserve"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 xml:space="preserve"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?>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1.png"/><Relationship Id="rId3" Type="http://schemas.openxmlformats.org/officeDocument/2006/relationships/image" Target="../media/image18.png"/><Relationship Id="rId21" Type="http://schemas.openxmlformats.org/officeDocument/2006/relationships/image" Target="../media/image36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29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24" Type="http://schemas.openxmlformats.org/officeDocument/2006/relationships/image" Target="../media/image39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28" Type="http://schemas.openxmlformats.org/officeDocument/2006/relationships/image" Target="../media/image43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31" Type="http://schemas.openxmlformats.org/officeDocument/2006/relationships/image" Target="../media/image7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Relationship Id="rId27" Type="http://schemas.openxmlformats.org/officeDocument/2006/relationships/image" Target="../media/image42.png"/><Relationship Id="rId30" Type="http://schemas.openxmlformats.org/officeDocument/2006/relationships/image" Target="../media/image45.png"/></Relationships>
</file>

<file path=ppt/slides/_rels/slide5.xml.rels><?xml version="1.0" encoding="UTF-8"?>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9.png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6.xml.rels><?xml version="1.0" encoding="UTF-8"?>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87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14.xml.rels><?xml version="1.0" encoding="UTF-8"?>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1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7.png"/><Relationship Id="rId4" Type="http://schemas.openxmlformats.org/officeDocument/2006/relationships/image" Target="../media/image90.png"/><Relationship Id="rId9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009479-6313-ABD6-833D-A3E138A01A61}"/>
              </a:ext>
            </a:extLst>
          </p:cNvPr>
          <p:cNvSpPr txBox="1"/>
          <p:nvPr/>
        </p:nvSpPr>
        <p:spPr>
          <a:xfrm>
            <a:off x="337457" y="1032757"/>
            <a:ext cx="1176528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/>
              <a:t>Microsoft Forms</a:t>
            </a:r>
            <a:r>
              <a:rPr kumimoji="1" lang="ja-JP" altLang="en-US" sz="4000"/>
              <a:t>・</a:t>
            </a:r>
            <a:r>
              <a:rPr kumimoji="1" lang="en-US" altLang="ja-JP" sz="4000"/>
              <a:t>Outlook</a:t>
            </a:r>
            <a:r>
              <a:rPr kumimoji="1" lang="ja-JP" altLang="en-US" sz="4000"/>
              <a:t xml:space="preserve"> </a:t>
            </a:r>
            <a:r>
              <a:rPr kumimoji="1" lang="en-US" altLang="ja-JP" sz="4000"/>
              <a:t/>
            </a:r>
            <a:r>
              <a:rPr kumimoji="1" lang="ja-JP" altLang="en-US" sz="4000"/>
              <a:t>を使いますので</a:t>
            </a:r>
            <a:endParaRPr kumimoji="1" lang="en-US" altLang="ja-JP" sz="4000"/>
          </a:p>
          <a:p>
            <a:r>
              <a:rPr kumimoji="1" lang="ja-JP" altLang="en-US" sz="4000"/>
              <a:t>ハンズオンされる方は、事前に立ち上げておくと</a:t>
            </a:r>
            <a:endParaRPr kumimoji="1" lang="en-US" altLang="ja-JP" sz="4000"/>
          </a:p>
          <a:p>
            <a:r>
              <a:rPr kumimoji="1" lang="ja-JP" altLang="en-US" sz="4000"/>
              <a:t>スムーズです！</a:t>
            </a:r>
            <a:r>
              <a:rPr kumimoji="1" lang="en-US" altLang="ja-JP" sz="4000"/>
              <a:t>(●´ω</a:t>
            </a:r>
            <a:r>
              <a:rPr kumimoji="1" lang="ja-JP" altLang="en-US" sz="4000"/>
              <a:t>｀●</a:t>
            </a:r>
            <a:r>
              <a:rPr kumimoji="1" lang="en-US" altLang="ja-JP" sz="4000"/>
              <a:t>)</a:t>
            </a:r>
          </a:p>
          <a:p>
            <a:endParaRPr kumimoji="1" lang="en-US" altLang="ja-JP" sz="4000"/>
          </a:p>
          <a:p>
            <a:r>
              <a:rPr kumimoji="1" lang="ja-JP" altLang="en-US" sz="4000"/>
              <a:t>後日アーカイブ動画を公開予定です。</a:t>
            </a:r>
            <a:endParaRPr kumimoji="1" lang="en-US" altLang="ja-JP" sz="4000"/>
          </a:p>
          <a:p>
            <a:r>
              <a:rPr kumimoji="1" lang="en-US" altLang="ja-JP" sz="4000"/>
              <a:t>teams</a:t>
            </a:r>
            <a:r>
              <a:rPr kumimoji="1" lang="ja-JP" altLang="en-US" sz="4000"/>
              <a:t>表示名が映る場合がありますので、</a:t>
            </a:r>
            <a:endParaRPr kumimoji="1" lang="en-US" altLang="ja-JP" sz="4000"/>
          </a:p>
          <a:p>
            <a:r>
              <a:rPr kumimoji="1" lang="ja-JP" altLang="en-US" sz="4000"/>
              <a:t>お名前が表示</a:t>
            </a:r>
            <a:r>
              <a:rPr kumimoji="1" lang="en-US" altLang="ja-JP" sz="4000"/>
              <a:t>NG</a:t>
            </a:r>
            <a:r>
              <a:rPr kumimoji="1" lang="ja-JP" altLang="en-US" sz="4000"/>
              <a:t>の場合は、匿名での</a:t>
            </a:r>
            <a:endParaRPr kumimoji="1" lang="en-US" altLang="ja-JP" sz="4000"/>
          </a:p>
          <a:p>
            <a:r>
              <a:rPr kumimoji="1" lang="ja-JP" altLang="en-US" sz="4000"/>
              <a:t>参加をお願い致します。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入門講座</a:t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96224" y="230202"/>
            <a:ext cx="23600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Vol.6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ja-JP" altLang="en-US" sz="32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</a:t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</a:t>
            </a:r>
            <a:r>
              <a:rPr lang="ja-JP" altLang="en-US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Compose × Outlook</a:t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】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761695" y="2200000"/>
            <a:ext cx="900000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第6回： Formsの回答が来たら自動でお礼メールを送ろう</a:t>
            </a:r>
            <a:endParaRPr lang="en-US" sz="4500" dirty="0"/>
          </a:p>
        </p:txBody>
      </p:sp>
      <p:sp>
        <p:nvSpPr>
          <p:cNvPr id="14" name="Text 10"/>
          <p:cNvSpPr txBox="1"/>
          <p:nvPr/>
        </p:nvSpPr>
        <p:spPr>
          <a:xfrm>
            <a:off x="600479" y="3658916"/>
            <a:ext cx="11344328" cy="488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Compose × Outlook</a:t>
            </a:r>
          </a:p>
          <a:p>
            <a:pPr marL="0" indent="0" algn="l">
              <a:buNone/>
            </a:pPr>
            <a:r>
              <a:rPr lang="en-US" sz="32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en-US" sz="3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3つのアクションで「届く自動化」を一緒に作ろう）</a:t>
            </a:r>
            <a:endParaRPr lang="en-US" sz="3200" dirty="0"/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143000" y="4834684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Compose × Outlook｜3つのアクションで「届く自動化」</a:t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5273596"/>
            <a:ext cx="66486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Automate初心者・フォーム活用したい方</a:t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（プログラミング知識ゼロでOK）</a:t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5711593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Time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約</a:t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10分ハンズオン </a:t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162995" y="1371600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15700" y="1524305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7314742" y="5273997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7467446" y="5425787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0362895" y="-495605"/>
            <a:ext cx="3657600" cy="3657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-1828800" y="4419295"/>
            <a:ext cx="3657600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178634" y="4348702"/>
            <a:ext cx="206294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4267505" y="2881274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838063" y="4348702"/>
            <a:ext cx="263631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2" y="4348702"/>
            <a:ext cx="245898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仕組みを理解します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02610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初心者支援が専門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PA45｜第6回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今日やること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Microsoft Formsのトリガーを理解する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372056" y="4374207"/>
            <a:ext cx="2349095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トリガーの仕組みを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「回答が届いたとき」から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スタートします。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Composeで動的なメール本文を組み立てる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Composeは「メモ帳」のようなもの。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動的な値を組み合わせます。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Outlookで自動送信フローを完成させる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→ Compose → Outlook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の3ステップで完成。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7" y="1558137"/>
            <a:ext cx="10401300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0401300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0401300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Vol.6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666951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トリガーは「何かが起きたとき」に動く仕組み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063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Forms回答・メール受信など「イベント」を起点にフローが自動で動き始めます。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「あ、これ自動化できる」と気づける第一歩です。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81098" y="328635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Composeを使うと動的な値を整理してから使える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381097" y="3743554"/>
            <a:ext cx="89730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Composeは「メモ帳」のようなもの。動的コンテンツを組み合わせてメール本文を作れます。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一度整理した値は後続アクションで何度でも使い回せます。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Forms → Compose → Outlookの3ステップは実務でそのまま使える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8" y="5362956"/>
            <a:ext cx="91641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フォーム→自動メールの仕組みは、問い合わせ・申込・アンケートなど幅広く応用できます。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今日作ったフローが、あなたの最初の「届く自動化」です。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7734" y="2066544"/>
            <a:ext cx="1592843" cy="495605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2180488" y="2138931"/>
            <a:ext cx="1767893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問い合わせ自動転送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問い合わせフォーム受信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→担当者に自動転送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74650" y="3891350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→Composeで転送文を作成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→Outlookで担当者にメール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→Compose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→Outlook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556455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6650" y="2257654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850076" y="2066544"/>
            <a:ext cx="1792480" cy="495605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5918614" y="2138931"/>
            <a:ext cx="194065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セミナー申込リマインダー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4457242" y="3031102"/>
            <a:ext cx="3277210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申込者へ自動リマインダー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4312056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Formsで申込受付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→Composeで参加案内文を作成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→Outlookで自動送信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5142585" y="5398054"/>
            <a:ext cx="2873045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→Compose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→Outlook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178394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640007" y="2042347"/>
            <a:ext cx="1968754" cy="495605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618668" y="2158439"/>
            <a:ext cx="2215199" cy="23911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社内申請→承認者通知</a:t>
            </a: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申請フォームに回答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→承認者にメール自動通知</a:t>
            </a:r>
            <a:endParaRPr lang="en-US" sz="4000" dirty="0"/>
          </a:p>
        </p:txBody>
      </p:sp>
      <p:sp>
        <p:nvSpPr>
          <p:cNvPr id="33" name="Text 26"/>
          <p:cNvSpPr txBox="1"/>
          <p:nvPr/>
        </p:nvSpPr>
        <p:spPr>
          <a:xfrm>
            <a:off x="8287207" y="3938419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→Composeで通知文作成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→Outlookで承認者に送信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Compose × Outlook　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実務で使える自動化</a:t>
            </a:r>
            <a:endParaRPr lang="en-US" sz="4500" dirty="0"/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8385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/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sp>
        <p:nvSpPr>
          <p:cNvPr id="22" name="Text 14"/>
          <p:cNvSpPr txBox="1"/>
          <p:nvPr/>
        </p:nvSpPr>
        <p:spPr>
          <a:xfrm>
            <a:off x="7149084" y="2023610"/>
            <a:ext cx="3646932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今日のアクション名 ＋ 開催日入り</a:t>
            </a:r>
            <a:endParaRPr lang="en-US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後日、XのDMでお届けします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PA45｜第6回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489102" y="4817454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チャット欄に</a:t>
            </a:r>
            <a:r>
              <a:rPr lang="en-US" altLang="ja-JP"/>
              <a:t>URL</a:t>
            </a:r>
            <a:r>
              <a:rPr lang="ja-JP" altLang="en-US"/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PA45｜第6回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テーマ解説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（仕組みを理解しよう）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「回答が届いたとき」で動くトリガーの仕組み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372056" y="4374207"/>
            <a:ext cx="2349095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Forms 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のトリガーは「回答が届いた瞬間」に起動。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「待機」「監視」はいらない。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Automateが自動で検知して動き出します。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Composeは「メモ帳」みたいなもの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動的な値（回答者名など）を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組み合わせてメール本文を作れます。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3ステップの全体の流れ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Forms（トリガー）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→Compose（本文作成）→Outlook（送信）。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たった3アクションで「届く自動化」が実現。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PA45｜第6回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10分ハンズオン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（4つのステップ）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Steps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2700000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382357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165645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3357200" y="2093976"/>
            <a:ext cx="2700000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282357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4622160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6257200" y="2093976"/>
            <a:ext cx="2700000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8181443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7839457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502705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474358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501200" y="3931919"/>
            <a:ext cx="25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Formsでアンケートを1問作成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501200" y="4374207"/>
            <a:ext cx="2500000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「名前を教えてください」など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シンプルな1問でOK。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521907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02704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4374358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3457200" y="3937406"/>
            <a:ext cx="25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「Formsの回答が送信されたとき」トリガーでフロー作成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3457200" y="4718304"/>
            <a:ext cx="2500000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作成したFormsを選択して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フローを新規作成します。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421907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302704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7273443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6357200" y="4077736"/>
            <a:ext cx="25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Composeで「○○さん、ありがとうございます」の本文を組む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9257200" y="3937406"/>
            <a:ext cx="25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ja-JP" alt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Outlookで送信先・件名・本文を設定して完成！テスト送信して確認</a:t>
            </a: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320992" y="3213202"/>
            <a:ext cx="571500" cy="571500"/>
          </a:xfrm>
          <a:prstGeom prst="rect">
            <a:avLst/>
          </a:prstGeom>
        </p:spPr>
      </p:pic>
      <p:pic>
        <p:nvPicPr>
          <p:cNvPr id="51" name="Image Col4 BG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9157200" y="2093976"/>
            <a:ext cx="2700000" cy="3697834"/>
          </a:xfrm>
          <a:prstGeom prst="rect">
            <a:avLst/>
          </a:prstGeom>
        </p:spPr>
      </p:pic>
      <p:sp>
        <p:nvSpPr>
          <p:cNvPr id="52" name="Shape Col4 Circle"/>
          <p:cNvSpPr/>
          <p:nvPr/>
        </p:nvSpPr>
        <p:spPr>
          <a:xfrm>
            <a:off x="10629160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3" name="Image Col4 Icon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9768822" y="2237537"/>
            <a:ext cx="1476756" cy="1476756"/>
          </a:xfrm>
          <a:prstGeom prst="rect">
            <a:avLst/>
          </a:prstGeom>
        </p:spPr>
      </p:pic>
      <p:pic>
        <p:nvPicPr>
          <p:cNvPr id="54" name="Image Col4 Num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202704" y="2380183"/>
            <a:ext cx="609905" cy="609905"/>
          </a:xfrm>
          <a:prstGeom prst="rect">
            <a:avLst/>
          </a:prstGeom>
        </p:spPr>
      </p:pic>
      <p:sp>
        <p:nvSpPr>
          <p:cNvPr id="55" name="Text Col4 Num"/>
          <p:cNvSpPr/>
          <p:nvPr/>
        </p:nvSpPr>
        <p:spPr>
          <a:xfrm>
            <a:off x="10174443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2200" dirty="0"/>
          </a:p>
        </p:txBody>
      </p:sp>
      <p:pic>
        <p:nvPicPr>
          <p:cNvPr id="56" name="Image Col4 Small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220807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PA45｜第6回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チェックポイント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Check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Formsトリガーが反応しない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372056" y="4374207"/>
            <a:ext cx="2349095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→テスト送信したか確認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フローを保存してから回答を送ってみましょう。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メールが届かない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→Outlookの送信先（宛先）が正しいか確認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動的コンテンツが正しく設定されているか見直しましょう。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フローが保存できない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→Outlookの「宛先」「件名」「本文」が空のまま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になっていないか確認しましょう。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2023</TotalTime>
  <Words>1696</Words>
  <Application>Microsoft Office PowerPoint</Application>
  <PresentationFormat>ワイド画面</PresentationFormat>
  <Paragraphs>430</Paragraphs>
  <Slides>14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BIZ UDGothic</vt:lpstr>
      <vt:lpstr>Noto Sans JP</vt:lpstr>
      <vt:lpstr>ui-monospace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14</cp:revision>
  <dcterms:created xsi:type="dcterms:W3CDTF">2026-03-02T01:22:39Z</dcterms:created>
  <dcterms:modified xsi:type="dcterms:W3CDTF">2026-04-09T11:31:52Z</dcterms:modified>
</cp:coreProperties>
</file>