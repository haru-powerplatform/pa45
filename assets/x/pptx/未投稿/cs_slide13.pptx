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7" name="図 2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C746FD0-8AA6-7E71-53C6-EC175ECE5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375" y="2138851"/>
            <a:ext cx="3346044" cy="45105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99C237-752E-DAEE-1293-271F38B211B9}"/>
              </a:ext>
            </a:extLst>
          </p:cNvPr>
          <p:cNvSpPr txBox="1"/>
          <p:nvPr/>
        </p:nvSpPr>
        <p:spPr>
          <a:xfrm>
            <a:off x="312270" y="118229"/>
            <a:ext cx="11077892" cy="149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｜選択（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）アクションの役割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配列の件数は変えずに、中身の構造だけを変換する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01052C1-7B97-1025-D03E-B7E78800F07F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C91E33D-3EEB-0EF7-4D45-C551811CAB98}"/>
              </a:ext>
            </a:extLst>
          </p:cNvPr>
          <p:cNvSpPr txBox="1"/>
          <p:nvPr/>
        </p:nvSpPr>
        <p:spPr>
          <a:xfrm>
            <a:off x="343904" y="1541302"/>
            <a:ext cx="2591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10ACE78E-EAEE-8FDB-BAA1-B51C3ABBC533}"/>
              </a:ext>
            </a:extLst>
          </p:cNvPr>
          <p:cNvSpPr/>
          <p:nvPr/>
        </p:nvSpPr>
        <p:spPr>
          <a:xfrm>
            <a:off x="3508454" y="1617550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745AE27-6AAF-7B1F-C6A2-CA0A94244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086" y="106636"/>
            <a:ext cx="1058098" cy="105809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DE14E1-67D3-36D7-BA7F-CEEEB233DE73}"/>
              </a:ext>
            </a:extLst>
          </p:cNvPr>
          <p:cNvSpPr txBox="1"/>
          <p:nvPr/>
        </p:nvSpPr>
        <p:spPr>
          <a:xfrm>
            <a:off x="8610336" y="1541302"/>
            <a:ext cx="2591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After</a:t>
            </a:r>
          </a:p>
        </p:txBody>
      </p:sp>
      <p:pic>
        <p:nvPicPr>
          <p:cNvPr id="4" name="図 3" descr="テキスト, タイムライン&#10;&#10;AI 生成コンテンツは誤りを含む可能性があります。">
            <a:extLst>
              <a:ext uri="{FF2B5EF4-FFF2-40B4-BE49-F238E27FC236}">
                <a16:creationId xmlns:a16="http://schemas.microsoft.com/office/drawing/2014/main" id="{12878AF2-F504-4514-85E4-24160F24E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39" y="2182810"/>
            <a:ext cx="3490446" cy="44600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C6753FB-1F64-1A02-5A44-611CB5EFE9E6}"/>
              </a:ext>
            </a:extLst>
          </p:cNvPr>
          <p:cNvCxnSpPr>
            <a:cxnSpLocks/>
          </p:cNvCxnSpPr>
          <p:nvPr/>
        </p:nvCxnSpPr>
        <p:spPr>
          <a:xfrm>
            <a:off x="2520797" y="5667884"/>
            <a:ext cx="1169151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CF4CF0D-4424-01CF-2D21-6EE16280E150}"/>
              </a:ext>
            </a:extLst>
          </p:cNvPr>
          <p:cNvCxnSpPr>
            <a:cxnSpLocks/>
          </p:cNvCxnSpPr>
          <p:nvPr/>
        </p:nvCxnSpPr>
        <p:spPr>
          <a:xfrm>
            <a:off x="2757959" y="5516100"/>
            <a:ext cx="931989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1331C35-C1AF-C9C6-F2C7-F6C137A39040}"/>
              </a:ext>
            </a:extLst>
          </p:cNvPr>
          <p:cNvCxnSpPr>
            <a:cxnSpLocks/>
          </p:cNvCxnSpPr>
          <p:nvPr/>
        </p:nvCxnSpPr>
        <p:spPr>
          <a:xfrm>
            <a:off x="2639377" y="5832566"/>
            <a:ext cx="1165254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0F9F89A-6FD3-CFD0-5DDB-9220C441A3B4}"/>
              </a:ext>
            </a:extLst>
          </p:cNvPr>
          <p:cNvSpPr txBox="1"/>
          <p:nvPr/>
        </p:nvSpPr>
        <p:spPr>
          <a:xfrm>
            <a:off x="109979" y="5474674"/>
            <a:ext cx="40601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・列が多い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・不要な情報を含む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・入れ子構造になっている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pic>
        <p:nvPicPr>
          <p:cNvPr id="23" name="図 22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B985365-2CAE-199B-CE56-B124AD4D09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625" b="83789" l="15430" r="86719">
                        <a14:foregroundMark x1="15430" y1="35547" x2="15820" y2="64844"/>
                        <a14:foregroundMark x1="35352" y1="42383" x2="35547" y2="56250"/>
                        <a14:foregroundMark x1="35547" y1="56250" x2="27344" y2="57422"/>
                        <a14:foregroundMark x1="29297" y1="43555" x2="35156" y2="58008"/>
                        <a14:foregroundMark x1="35156" y1="58008" x2="26953" y2="57617"/>
                        <a14:foregroundMark x1="33398" y1="43750" x2="31641" y2="43750"/>
                        <a14:foregroundMark x1="27734" y1="44727" x2="26563" y2="46680"/>
                        <a14:foregroundMark x1="48047" y1="18555" x2="48047" y2="18555"/>
                        <a14:foregroundMark x1="47070" y1="15625" x2="47070" y2="15625"/>
                        <a14:foregroundMark x1="83789" y1="54492" x2="83789" y2="54492"/>
                        <a14:foregroundMark x1="86914" y1="54883" x2="86914" y2="54883"/>
                        <a14:foregroundMark x1="53906" y1="83789" x2="53906" y2="83789"/>
                        <a14:foregroundMark x1="34961" y1="42773" x2="34961" y2="42773"/>
                        <a14:foregroundMark x1="29883" y1="42969" x2="29883" y2="42969"/>
                        <a14:foregroundMark x1="31250" y1="60547" x2="31250" y2="60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16" t="13004" r="10134" b="13004"/>
          <a:stretch>
            <a:fillRect/>
          </a:stretch>
        </p:blipFill>
        <p:spPr>
          <a:xfrm>
            <a:off x="2913374" y="2895890"/>
            <a:ext cx="891257" cy="8374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1" name="図 30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4F6DD58-3501-E724-1980-1B442E21E0C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600" r="46407"/>
          <a:stretch>
            <a:fillRect/>
          </a:stretch>
        </p:blipFill>
        <p:spPr>
          <a:xfrm>
            <a:off x="4633471" y="1574875"/>
            <a:ext cx="2825186" cy="10156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図 3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3382220-7294-CC96-B741-2867C47D33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0342" y="2909235"/>
            <a:ext cx="1327678" cy="20484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7" name="図 36" descr="バブル チャート&#10;&#10;AI 生成コンテンツは誤りを含む可能性があります。">
            <a:extLst>
              <a:ext uri="{FF2B5EF4-FFF2-40B4-BE49-F238E27FC236}">
                <a16:creationId xmlns:a16="http://schemas.microsoft.com/office/drawing/2014/main" id="{6DADE5EE-40D1-BD76-4C3D-420BF394E2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3077" y="3254672"/>
            <a:ext cx="1862097" cy="17432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矢印: 右 27">
            <a:extLst>
              <a:ext uri="{FF2B5EF4-FFF2-40B4-BE49-F238E27FC236}">
                <a16:creationId xmlns:a16="http://schemas.microsoft.com/office/drawing/2014/main" id="{22A46BB2-2E52-0EE2-794D-1BF32A2D1D23}"/>
              </a:ext>
            </a:extLst>
          </p:cNvPr>
          <p:cNvSpPr/>
          <p:nvPr/>
        </p:nvSpPr>
        <p:spPr>
          <a:xfrm>
            <a:off x="5242355" y="3429000"/>
            <a:ext cx="378386" cy="2664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DB026BC3-3273-DEAE-1E65-1F2C78029F73}"/>
              </a:ext>
            </a:extLst>
          </p:cNvPr>
          <p:cNvSpPr/>
          <p:nvPr/>
        </p:nvSpPr>
        <p:spPr>
          <a:xfrm>
            <a:off x="5220591" y="3986620"/>
            <a:ext cx="378386" cy="2664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DC5F39ED-848C-6A8E-A97F-F945D621A94A}"/>
              </a:ext>
            </a:extLst>
          </p:cNvPr>
          <p:cNvSpPr/>
          <p:nvPr/>
        </p:nvSpPr>
        <p:spPr>
          <a:xfrm>
            <a:off x="5220591" y="4565629"/>
            <a:ext cx="378386" cy="2664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0B3B4CB-4906-58B2-3935-16F4CC318E19}"/>
              </a:ext>
            </a:extLst>
          </p:cNvPr>
          <p:cNvSpPr txBox="1"/>
          <p:nvPr/>
        </p:nvSpPr>
        <p:spPr>
          <a:xfrm>
            <a:off x="4012422" y="5139845"/>
            <a:ext cx="4374937" cy="143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✔ 必要な項目だけを取り出す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✔ データ構造を作り直す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✔ 後続処理で使いやすい形に揃える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15781907-B4BC-CA4C-5EEB-557DB0554F9C}"/>
              </a:ext>
            </a:extLst>
          </p:cNvPr>
          <p:cNvSpPr/>
          <p:nvPr/>
        </p:nvSpPr>
        <p:spPr>
          <a:xfrm>
            <a:off x="7970293" y="1670465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A220FB3-4556-5DC9-1663-B2D1EB37D53F}"/>
              </a:ext>
            </a:extLst>
          </p:cNvPr>
          <p:cNvSpPr txBox="1"/>
          <p:nvPr/>
        </p:nvSpPr>
        <p:spPr>
          <a:xfrm>
            <a:off x="8702477" y="6099675"/>
            <a:ext cx="3483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・整形されたデータの完成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8B6DCEFC-0CC7-3C80-DF3F-A00A50A4960F}"/>
              </a:ext>
            </a:extLst>
          </p:cNvPr>
          <p:cNvCxnSpPr/>
          <p:nvPr/>
        </p:nvCxnSpPr>
        <p:spPr>
          <a:xfrm>
            <a:off x="3968151" y="1923637"/>
            <a:ext cx="0" cy="4551925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D5245A05-6AD9-6259-21B2-D33C99377366}"/>
              </a:ext>
            </a:extLst>
          </p:cNvPr>
          <p:cNvCxnSpPr/>
          <p:nvPr/>
        </p:nvCxnSpPr>
        <p:spPr>
          <a:xfrm>
            <a:off x="8246237" y="2108452"/>
            <a:ext cx="0" cy="4551925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矢印: 右 45">
            <a:extLst>
              <a:ext uri="{FF2B5EF4-FFF2-40B4-BE49-F238E27FC236}">
                <a16:creationId xmlns:a16="http://schemas.microsoft.com/office/drawing/2014/main" id="{1A2F7177-2099-B3A7-E4AF-9C1A167655B0}"/>
              </a:ext>
            </a:extLst>
          </p:cNvPr>
          <p:cNvSpPr/>
          <p:nvPr/>
        </p:nvSpPr>
        <p:spPr>
          <a:xfrm>
            <a:off x="3460534" y="6064598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矢印: 右 46">
            <a:extLst>
              <a:ext uri="{FF2B5EF4-FFF2-40B4-BE49-F238E27FC236}">
                <a16:creationId xmlns:a16="http://schemas.microsoft.com/office/drawing/2014/main" id="{CE1AE68B-259A-6271-D043-05C93D75B8A7}"/>
              </a:ext>
            </a:extLst>
          </p:cNvPr>
          <p:cNvSpPr/>
          <p:nvPr/>
        </p:nvSpPr>
        <p:spPr>
          <a:xfrm>
            <a:off x="8325912" y="6104204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図 47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52C3D3A-C181-692F-0B37-05DFD32C4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044" y="1176327"/>
            <a:ext cx="1386531" cy="16408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