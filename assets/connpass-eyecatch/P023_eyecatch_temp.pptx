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Vol.23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【Excel自動化編②】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第23回：Copilotが書いた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スクリプトの答えで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フローが判断する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スクリプトが出した答えで、フローが次の一手を自動で選ぶ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非IT・Excel派・初参加の方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（コードはCopilotが書きます・初参加歓迎）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