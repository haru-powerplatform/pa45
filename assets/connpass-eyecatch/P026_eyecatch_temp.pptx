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Vol.26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【報連相編】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第26回：報連相をワンタップ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毎日16時にカードが届く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3択で記録も連絡も自動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毎日16時に届くTeamsカードを3択タップ、記録も連絡も自動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非IT・毎日の報連相を仕組み化したい方・初参加の方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（タップするだけ・プログラミング知識ゼロでOK）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