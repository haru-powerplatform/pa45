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72" r:id="rId2"/>
    <p:sldId id="271" r:id="rId3"/>
    <p:sldId id="273" r:id="rId4"/>
    <p:sldId id="274" r:id="rId5"/>
    <p:sldId id="275" r:id="rId6"/>
    <p:sldId id="276" r:id="rId7"/>
    <p:sldId id="277" r:id="rId8"/>
    <p:sldId id="279" r:id="rId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8F31A18-F8DF-4B0F-95F3-441F5794CAA8}" v="11" dt="2026-04-17T02:48:52.53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772" autoAdjust="0"/>
    <p:restoredTop sz="93909" autoAdjust="0"/>
  </p:normalViewPr>
  <p:slideViewPr>
    <p:cSldViewPr snapToGrid="0" snapToObjects="1">
      <p:cViewPr varScale="1">
        <p:scale>
          <a:sx n="110" d="100"/>
          <a:sy n="110" d="100"/>
        </p:scale>
        <p:origin x="87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Ueda Isamu" userId="35289799e0376f2e" providerId="LiveId" clId="{DD31E282-B62B-4911-91B6-43B1B98908F9}"/>
    <pc:docChg chg="undo custSel addSld delSld modSld sldOrd">
      <pc:chgData name="Ueda Isamu" userId="35289799e0376f2e" providerId="LiveId" clId="{DD31E282-B62B-4911-91B6-43B1B98908F9}" dt="2026-04-17T11:58:09.756" v="646" actId="20577"/>
      <pc:docMkLst>
        <pc:docMk/>
      </pc:docMkLst>
      <pc:sldChg chg="modSp mod">
        <pc:chgData name="Ueda Isamu" userId="35289799e0376f2e" providerId="LiveId" clId="{DD31E282-B62B-4911-91B6-43B1B98908F9}" dt="2026-04-17T02:13:28.377" v="23" actId="20577"/>
        <pc:sldMkLst>
          <pc:docMk/>
          <pc:sldMk cId="0" sldId="268"/>
        </pc:sldMkLst>
        <pc:spChg chg="mod">
          <ac:chgData name="Ueda Isamu" userId="35289799e0376f2e" providerId="LiveId" clId="{DD31E282-B62B-4911-91B6-43B1B98908F9}" dt="2026-04-17T02:13:28.377" v="23" actId="20577"/>
          <ac:spMkLst>
            <pc:docMk/>
            <pc:sldMk cId="0" sldId="268"/>
            <ac:spMk id="41" creationId="{00000000-0000-0000-0000-000000000000}"/>
          </ac:spMkLst>
        </pc:spChg>
      </pc:sldChg>
      <pc:sldChg chg="modSp mod">
        <pc:chgData name="Ueda Isamu" userId="35289799e0376f2e" providerId="LiveId" clId="{DD31E282-B62B-4911-91B6-43B1B98908F9}" dt="2026-04-17T11:58:09.756" v="646" actId="20577"/>
        <pc:sldMkLst>
          <pc:docMk/>
          <pc:sldMk cId="0" sldId="269"/>
        </pc:sldMkLst>
        <pc:spChg chg="mod">
          <ac:chgData name="Ueda Isamu" userId="35289799e0376f2e" providerId="LiveId" clId="{DD31E282-B62B-4911-91B6-43B1B98908F9}" dt="2026-04-17T11:58:09.756" v="646" actId="20577"/>
          <ac:spMkLst>
            <pc:docMk/>
            <pc:sldMk cId="0" sldId="269"/>
            <ac:spMk id="29" creationId="{00000000-0000-0000-0000-000000000000}"/>
          </ac:spMkLst>
        </pc:spChg>
      </pc:sldChg>
      <pc:sldChg chg="modSp mod">
        <pc:chgData name="Ueda Isamu" userId="35289799e0376f2e" providerId="LiveId" clId="{DD31E282-B62B-4911-91B6-43B1B98908F9}" dt="2026-04-17T11:05:56.530" v="641" actId="207"/>
        <pc:sldMkLst>
          <pc:docMk/>
          <pc:sldMk cId="1581914844" sldId="279"/>
        </pc:sldMkLst>
        <pc:spChg chg="mod">
          <ac:chgData name="Ueda Isamu" userId="35289799e0376f2e" providerId="LiveId" clId="{DD31E282-B62B-4911-91B6-43B1B98908F9}" dt="2026-04-17T11:05:56.530" v="641" actId="207"/>
          <ac:spMkLst>
            <pc:docMk/>
            <pc:sldMk cId="1581914844" sldId="279"/>
            <ac:spMk id="2" creationId="{E7009479-6313-ABD6-833D-A3E138A01A61}"/>
          </ac:spMkLst>
        </pc:spChg>
      </pc:sldChg>
      <pc:sldChg chg="addSp delSp modSp add mod">
        <pc:chgData name="Ueda Isamu" userId="35289799e0376f2e" providerId="LiveId" clId="{DD31E282-B62B-4911-91B6-43B1B98908F9}" dt="2026-04-17T02:47:36.616" v="459" actId="1076"/>
        <pc:sldMkLst>
          <pc:docMk/>
          <pc:sldMk cId="2459475835" sldId="281"/>
        </pc:sldMkLst>
        <pc:spChg chg="mod">
          <ac:chgData name="Ueda Isamu" userId="35289799e0376f2e" providerId="LiveId" clId="{DD31E282-B62B-4911-91B6-43B1B98908F9}" dt="2026-04-17T02:14:41.671" v="130" actId="14100"/>
          <ac:spMkLst>
            <pc:docMk/>
            <pc:sldMk cId="2459475835" sldId="281"/>
            <ac:spMk id="7" creationId="{00000000-0000-0000-0000-000000000000}"/>
          </ac:spMkLst>
        </pc:spChg>
        <pc:spChg chg="add mod ord">
          <ac:chgData name="Ueda Isamu" userId="35289799e0376f2e" providerId="LiveId" clId="{DD31E282-B62B-4911-91B6-43B1B98908F9}" dt="2026-04-17T02:41:17.821" v="238" actId="14100"/>
          <ac:spMkLst>
            <pc:docMk/>
            <pc:sldMk cId="2459475835" sldId="281"/>
            <ac:spMk id="10" creationId="{5E06D86B-F8D9-20E7-3D67-0EF3882034F2}"/>
          </ac:spMkLst>
        </pc:spChg>
        <pc:spChg chg="add mod">
          <ac:chgData name="Ueda Isamu" userId="35289799e0376f2e" providerId="LiveId" clId="{DD31E282-B62B-4911-91B6-43B1B98908F9}" dt="2026-04-17T02:47:36.616" v="459" actId="1076"/>
          <ac:spMkLst>
            <pc:docMk/>
            <pc:sldMk cId="2459475835" sldId="281"/>
            <ac:spMk id="28" creationId="{C16EA426-E783-A598-7EF5-C60F79944EA6}"/>
          </ac:spMkLst>
        </pc:spChg>
        <pc:spChg chg="del">
          <ac:chgData name="Ueda Isamu" userId="35289799e0376f2e" providerId="LiveId" clId="{DD31E282-B62B-4911-91B6-43B1B98908F9}" dt="2026-04-17T02:14:56.587" v="133" actId="478"/>
          <ac:spMkLst>
            <pc:docMk/>
            <pc:sldMk cId="2459475835" sldId="281"/>
            <ac:spMk id="44" creationId="{F9B91B76-7920-EE96-CB51-D8B32827C982}"/>
          </ac:spMkLst>
        </pc:spChg>
        <pc:spChg chg="del">
          <ac:chgData name="Ueda Isamu" userId="35289799e0376f2e" providerId="LiveId" clId="{DD31E282-B62B-4911-91B6-43B1B98908F9}" dt="2026-04-17T02:14:51.542" v="131" actId="478"/>
          <ac:spMkLst>
            <pc:docMk/>
            <pc:sldMk cId="2459475835" sldId="281"/>
            <ac:spMk id="51" creationId="{F34FF253-528E-97DF-BF89-4A55B2E7EBC4}"/>
          </ac:spMkLst>
        </pc:spChg>
        <pc:picChg chg="mod">
          <ac:chgData name="Ueda Isamu" userId="35289799e0376f2e" providerId="LiveId" clId="{DD31E282-B62B-4911-91B6-43B1B98908F9}" dt="2026-04-17T02:14:53.784" v="132" actId="1076"/>
          <ac:picMkLst>
            <pc:docMk/>
            <pc:sldMk cId="2459475835" sldId="281"/>
            <ac:picMk id="11" creationId="{F68FB933-EA39-0DBF-9AF9-8148DEDB9C4B}"/>
          </ac:picMkLst>
        </pc:picChg>
        <pc:picChg chg="add del mod">
          <ac:chgData name="Ueda Isamu" userId="35289799e0376f2e" providerId="LiveId" clId="{DD31E282-B62B-4911-91B6-43B1B98908F9}" dt="2026-04-17T02:21:19.453" v="195" actId="478"/>
          <ac:picMkLst>
            <pc:docMk/>
            <pc:sldMk cId="2459475835" sldId="281"/>
            <ac:picMk id="14" creationId="{A872EEC3-0079-B857-A352-13B0525469F2}"/>
          </ac:picMkLst>
        </pc:picChg>
        <pc:picChg chg="add del mod">
          <ac:chgData name="Ueda Isamu" userId="35289799e0376f2e" providerId="LiveId" clId="{DD31E282-B62B-4911-91B6-43B1B98908F9}" dt="2026-04-17T02:21:14.537" v="192" actId="478"/>
          <ac:picMkLst>
            <pc:docMk/>
            <pc:sldMk cId="2459475835" sldId="281"/>
            <ac:picMk id="16" creationId="{7B3B07E8-D558-44C5-F536-149592DC9066}"/>
          </ac:picMkLst>
        </pc:picChg>
        <pc:picChg chg="add del mod">
          <ac:chgData name="Ueda Isamu" userId="35289799e0376f2e" providerId="LiveId" clId="{DD31E282-B62B-4911-91B6-43B1B98908F9}" dt="2026-04-17T02:21:15.842" v="193" actId="478"/>
          <ac:picMkLst>
            <pc:docMk/>
            <pc:sldMk cId="2459475835" sldId="281"/>
            <ac:picMk id="18" creationId="{97FD49C7-206D-6C4B-3177-E4037E3C63D6}"/>
          </ac:picMkLst>
        </pc:picChg>
        <pc:picChg chg="add mod">
          <ac:chgData name="Ueda Isamu" userId="35289799e0376f2e" providerId="LiveId" clId="{DD31E282-B62B-4911-91B6-43B1B98908F9}" dt="2026-04-17T02:38:47.884" v="204" actId="1076"/>
          <ac:picMkLst>
            <pc:docMk/>
            <pc:sldMk cId="2459475835" sldId="281"/>
            <ac:picMk id="20" creationId="{73095EBC-5E6E-5317-87A5-17E37B58CC5E}"/>
          </ac:picMkLst>
        </pc:picChg>
        <pc:picChg chg="add mod">
          <ac:chgData name="Ueda Isamu" userId="35289799e0376f2e" providerId="LiveId" clId="{DD31E282-B62B-4911-91B6-43B1B98908F9}" dt="2026-04-17T02:38:58.260" v="212" actId="1076"/>
          <ac:picMkLst>
            <pc:docMk/>
            <pc:sldMk cId="2459475835" sldId="281"/>
            <ac:picMk id="22" creationId="{79F3BB5C-856E-FA0C-3333-92328AEDB18C}"/>
          </ac:picMkLst>
        </pc:picChg>
        <pc:picChg chg="add mod">
          <ac:chgData name="Ueda Isamu" userId="35289799e0376f2e" providerId="LiveId" clId="{DD31E282-B62B-4911-91B6-43B1B98908F9}" dt="2026-04-17T02:39:50.989" v="220" actId="1076"/>
          <ac:picMkLst>
            <pc:docMk/>
            <pc:sldMk cId="2459475835" sldId="281"/>
            <ac:picMk id="25" creationId="{24B8273A-79BB-524B-B355-12D0488F8274}"/>
          </ac:picMkLst>
        </pc:picChg>
        <pc:picChg chg="add mod modCrop">
          <ac:chgData name="Ueda Isamu" userId="35289799e0376f2e" providerId="LiveId" clId="{DD31E282-B62B-4911-91B6-43B1B98908F9}" dt="2026-04-17T02:41:06.934" v="234" actId="1076"/>
          <ac:picMkLst>
            <pc:docMk/>
            <pc:sldMk cId="2459475835" sldId="281"/>
            <ac:picMk id="26" creationId="{90BB8993-B660-880F-C455-A312D2B2E10C}"/>
          </ac:picMkLst>
        </pc:picChg>
        <pc:picChg chg="add mod modCrop">
          <ac:chgData name="Ueda Isamu" userId="35289799e0376f2e" providerId="LiveId" clId="{DD31E282-B62B-4911-91B6-43B1B98908F9}" dt="2026-04-17T02:42:09.134" v="246" actId="1076"/>
          <ac:picMkLst>
            <pc:docMk/>
            <pc:sldMk cId="2459475835" sldId="281"/>
            <ac:picMk id="27" creationId="{1540BB72-A70B-4993-9B89-22A2C53B10B1}"/>
          </ac:picMkLst>
        </pc:picChg>
        <pc:picChg chg="del">
          <ac:chgData name="Ueda Isamu" userId="35289799e0376f2e" providerId="LiveId" clId="{DD31E282-B62B-4911-91B6-43B1B98908F9}" dt="2026-04-17T02:14:57.340" v="134" actId="478"/>
          <ac:picMkLst>
            <pc:docMk/>
            <pc:sldMk cId="2459475835" sldId="281"/>
            <ac:picMk id="43" creationId="{C2A29B6F-3C93-A1C3-76A2-A2F9DE2BAF70}"/>
          </ac:picMkLst>
        </pc:picChg>
      </pc:sldChg>
      <pc:sldChg chg="del">
        <pc:chgData name="Ueda Isamu" userId="35289799e0376f2e" providerId="LiveId" clId="{DD31E282-B62B-4911-91B6-43B1B98908F9}" dt="2026-04-17T01:08:17.011" v="0" actId="47"/>
        <pc:sldMkLst>
          <pc:docMk/>
          <pc:sldMk cId="0" sldId="282"/>
        </pc:sldMkLst>
      </pc:sldChg>
      <pc:sldChg chg="addSp modSp add mod ord">
        <pc:chgData name="Ueda Isamu" userId="35289799e0376f2e" providerId="LiveId" clId="{DD31E282-B62B-4911-91B6-43B1B98908F9}" dt="2026-04-17T02:21:10.454" v="191" actId="1076"/>
        <pc:sldMkLst>
          <pc:docMk/>
          <pc:sldMk cId="3861659691" sldId="282"/>
        </pc:sldMkLst>
        <pc:spChg chg="mod">
          <ac:chgData name="Ueda Isamu" userId="35289799e0376f2e" providerId="LiveId" clId="{DD31E282-B62B-4911-91B6-43B1B98908F9}" dt="2026-04-17T02:20:57.505" v="188" actId="14100"/>
          <ac:spMkLst>
            <pc:docMk/>
            <pc:sldMk cId="3861659691" sldId="282"/>
            <ac:spMk id="9" creationId="{00000000-0000-0000-0000-000000000000}"/>
          </ac:spMkLst>
        </pc:spChg>
        <pc:spChg chg="mod">
          <ac:chgData name="Ueda Isamu" userId="35289799e0376f2e" providerId="LiveId" clId="{DD31E282-B62B-4911-91B6-43B1B98908F9}" dt="2026-04-17T02:21:10.454" v="191" actId="1076"/>
          <ac:spMkLst>
            <pc:docMk/>
            <pc:sldMk cId="3861659691" sldId="282"/>
            <ac:spMk id="10" creationId="{5E06D86B-F8D9-20E7-3D67-0EF3882034F2}"/>
          </ac:spMkLst>
        </pc:spChg>
        <pc:spChg chg="add mod">
          <ac:chgData name="Ueda Isamu" userId="35289799e0376f2e" providerId="LiveId" clId="{DD31E282-B62B-4911-91B6-43B1B98908F9}" dt="2026-04-17T02:20:50.359" v="185" actId="1076"/>
          <ac:spMkLst>
            <pc:docMk/>
            <pc:sldMk cId="3861659691" sldId="282"/>
            <ac:spMk id="12" creationId="{B61745D9-8D46-A514-CF17-682EE8BDCFC1}"/>
          </ac:spMkLst>
        </pc:spChg>
        <pc:picChg chg="mod">
          <ac:chgData name="Ueda Isamu" userId="35289799e0376f2e" providerId="LiveId" clId="{DD31E282-B62B-4911-91B6-43B1B98908F9}" dt="2026-04-17T02:20:51.531" v="186" actId="1076"/>
          <ac:picMkLst>
            <pc:docMk/>
            <pc:sldMk cId="3861659691" sldId="282"/>
            <ac:picMk id="16" creationId="{7B3B07E8-D558-44C5-F536-149592DC9066}"/>
          </ac:picMkLst>
        </pc:picChg>
        <pc:picChg chg="mod">
          <ac:chgData name="Ueda Isamu" userId="35289799e0376f2e" providerId="LiveId" clId="{DD31E282-B62B-4911-91B6-43B1B98908F9}" dt="2026-04-17T02:20:53.535" v="187" actId="1076"/>
          <ac:picMkLst>
            <pc:docMk/>
            <pc:sldMk cId="3861659691" sldId="282"/>
            <ac:picMk id="18" creationId="{97FD49C7-206D-6C4B-3177-E4037E3C63D6}"/>
          </ac:picMkLst>
        </pc:picChg>
      </pc:sldChg>
      <pc:sldChg chg="addSp delSp modSp add mod">
        <pc:chgData name="Ueda Isamu" userId="35289799e0376f2e" providerId="LiveId" clId="{DD31E282-B62B-4911-91B6-43B1B98908F9}" dt="2026-04-17T02:48:27.942" v="511" actId="13926"/>
        <pc:sldMkLst>
          <pc:docMk/>
          <pc:sldMk cId="2686875315" sldId="283"/>
        </pc:sldMkLst>
        <pc:spChg chg="del">
          <ac:chgData name="Ueda Isamu" userId="35289799e0376f2e" providerId="LiveId" clId="{DD31E282-B62B-4911-91B6-43B1B98908F9}" dt="2026-04-17T02:42:39.360" v="251" actId="478"/>
          <ac:spMkLst>
            <pc:docMk/>
            <pc:sldMk cId="2686875315" sldId="283"/>
            <ac:spMk id="10" creationId="{5E06D86B-F8D9-20E7-3D67-0EF3882034F2}"/>
          </ac:spMkLst>
        </pc:spChg>
        <pc:spChg chg="add mod">
          <ac:chgData name="Ueda Isamu" userId="35289799e0376f2e" providerId="LiveId" clId="{DD31E282-B62B-4911-91B6-43B1B98908F9}" dt="2026-04-17T02:44:46.637" v="448" actId="207"/>
          <ac:spMkLst>
            <pc:docMk/>
            <pc:sldMk cId="2686875315" sldId="283"/>
            <ac:spMk id="15" creationId="{B5DBE15C-3F0E-995C-C955-5A890D5C4AD0}"/>
          </ac:spMkLst>
        </pc:spChg>
        <pc:spChg chg="add mod">
          <ac:chgData name="Ueda Isamu" userId="35289799e0376f2e" providerId="LiveId" clId="{DD31E282-B62B-4911-91B6-43B1B98908F9}" dt="2026-04-17T02:47:43.526" v="461" actId="1076"/>
          <ac:spMkLst>
            <pc:docMk/>
            <pc:sldMk cId="2686875315" sldId="283"/>
            <ac:spMk id="18" creationId="{7CBEC746-521C-9E2B-7D90-711E9905A4D7}"/>
          </ac:spMkLst>
        </pc:spChg>
        <pc:spChg chg="add mod">
          <ac:chgData name="Ueda Isamu" userId="35289799e0376f2e" providerId="LiveId" clId="{DD31E282-B62B-4911-91B6-43B1B98908F9}" dt="2026-04-17T02:48:27.942" v="511" actId="13926"/>
          <ac:spMkLst>
            <pc:docMk/>
            <pc:sldMk cId="2686875315" sldId="283"/>
            <ac:spMk id="19" creationId="{B5110F6F-46C1-8584-E321-1DE91CADF579}"/>
          </ac:spMkLst>
        </pc:spChg>
        <pc:picChg chg="add mod">
          <ac:chgData name="Ueda Isamu" userId="35289799e0376f2e" providerId="LiveId" clId="{DD31E282-B62B-4911-91B6-43B1B98908F9}" dt="2026-04-17T02:43:27.519" v="258" actId="27614"/>
          <ac:picMkLst>
            <pc:docMk/>
            <pc:sldMk cId="2686875315" sldId="283"/>
            <ac:picMk id="14" creationId="{25F6D668-986E-7313-5F03-1BEC504E4B18}"/>
          </ac:picMkLst>
        </pc:picChg>
        <pc:picChg chg="add mod">
          <ac:chgData name="Ueda Isamu" userId="35289799e0376f2e" providerId="LiveId" clId="{DD31E282-B62B-4911-91B6-43B1B98908F9}" dt="2026-04-17T02:47:52.757" v="462" actId="1076"/>
          <ac:picMkLst>
            <pc:docMk/>
            <pc:sldMk cId="2686875315" sldId="283"/>
            <ac:picMk id="17" creationId="{F566F71E-C914-B0FA-ED5D-DC027EE1184D}"/>
          </ac:picMkLst>
        </pc:picChg>
        <pc:picChg chg="del">
          <ac:chgData name="Ueda Isamu" userId="35289799e0376f2e" providerId="LiveId" clId="{DD31E282-B62B-4911-91B6-43B1B98908F9}" dt="2026-04-17T02:42:36.546" v="248" actId="478"/>
          <ac:picMkLst>
            <pc:docMk/>
            <pc:sldMk cId="2686875315" sldId="283"/>
            <ac:picMk id="20" creationId="{73095EBC-5E6E-5317-87A5-17E37B58CC5E}"/>
          </ac:picMkLst>
        </pc:picChg>
        <pc:picChg chg="del">
          <ac:chgData name="Ueda Isamu" userId="35289799e0376f2e" providerId="LiveId" clId="{DD31E282-B62B-4911-91B6-43B1B98908F9}" dt="2026-04-17T02:42:37.963" v="250" actId="478"/>
          <ac:picMkLst>
            <pc:docMk/>
            <pc:sldMk cId="2686875315" sldId="283"/>
            <ac:picMk id="22" creationId="{79F3BB5C-856E-FA0C-3333-92328AEDB18C}"/>
          </ac:picMkLst>
        </pc:picChg>
        <pc:picChg chg="del">
          <ac:chgData name="Ueda Isamu" userId="35289799e0376f2e" providerId="LiveId" clId="{DD31E282-B62B-4911-91B6-43B1B98908F9}" dt="2026-04-17T02:42:52.661" v="253" actId="478"/>
          <ac:picMkLst>
            <pc:docMk/>
            <pc:sldMk cId="2686875315" sldId="283"/>
            <ac:picMk id="25" creationId="{24B8273A-79BB-524B-B355-12D0488F8274}"/>
          </ac:picMkLst>
        </pc:picChg>
        <pc:picChg chg="del">
          <ac:chgData name="Ueda Isamu" userId="35289799e0376f2e" providerId="LiveId" clId="{DD31E282-B62B-4911-91B6-43B1B98908F9}" dt="2026-04-17T02:42:37.130" v="249" actId="478"/>
          <ac:picMkLst>
            <pc:docMk/>
            <pc:sldMk cId="2686875315" sldId="283"/>
            <ac:picMk id="26" creationId="{90BB8993-B660-880F-C455-A312D2B2E10C}"/>
          </ac:picMkLst>
        </pc:picChg>
        <pc:picChg chg="del">
          <ac:chgData name="Ueda Isamu" userId="35289799e0376f2e" providerId="LiveId" clId="{DD31E282-B62B-4911-91B6-43B1B98908F9}" dt="2026-04-17T02:42:40.098" v="252" actId="478"/>
          <ac:picMkLst>
            <pc:docMk/>
            <pc:sldMk cId="2686875315" sldId="283"/>
            <ac:picMk id="27" creationId="{1540BB72-A70B-4993-9B89-22A2C53B10B1}"/>
          </ac:picMkLst>
        </pc:picChg>
      </pc:sldChg>
      <pc:sldChg chg="addSp delSp modSp add mod">
        <pc:chgData name="Ueda Isamu" userId="35289799e0376f2e" providerId="LiveId" clId="{DD31E282-B62B-4911-91B6-43B1B98908F9}" dt="2026-04-17T02:49:36.811" v="596" actId="478"/>
        <pc:sldMkLst>
          <pc:docMk/>
          <pc:sldMk cId="1541831861" sldId="284"/>
        </pc:sldMkLst>
        <pc:spChg chg="del mod">
          <ac:chgData name="Ueda Isamu" userId="35289799e0376f2e" providerId="LiveId" clId="{DD31E282-B62B-4911-91B6-43B1B98908F9}" dt="2026-04-17T02:48:54.791" v="522" actId="478"/>
          <ac:spMkLst>
            <pc:docMk/>
            <pc:sldMk cId="1541831861" sldId="284"/>
            <ac:spMk id="7" creationId="{00000000-0000-0000-0000-000000000000}"/>
          </ac:spMkLst>
        </pc:spChg>
        <pc:spChg chg="add mod">
          <ac:chgData name="Ueda Isamu" userId="35289799e0376f2e" providerId="LiveId" clId="{DD31E282-B62B-4911-91B6-43B1B98908F9}" dt="2026-04-17T02:49:34.964" v="595" actId="1076"/>
          <ac:spMkLst>
            <pc:docMk/>
            <pc:sldMk cId="1541831861" sldId="284"/>
            <ac:spMk id="10" creationId="{0DA7D246-5DFE-385C-DC4F-E8A338DB3505}"/>
          </ac:spMkLst>
        </pc:spChg>
        <pc:spChg chg="add del mod">
          <ac:chgData name="Ueda Isamu" userId="35289799e0376f2e" providerId="LiveId" clId="{DD31E282-B62B-4911-91B6-43B1B98908F9}" dt="2026-04-17T02:49:26.126" v="591" actId="1076"/>
          <ac:spMkLst>
            <pc:docMk/>
            <pc:sldMk cId="1541831861" sldId="284"/>
            <ac:spMk id="13" creationId="{00000000-0000-0000-0000-000000000000}"/>
          </ac:spMkLst>
        </pc:spChg>
        <pc:spChg chg="del">
          <ac:chgData name="Ueda Isamu" userId="35289799e0376f2e" providerId="LiveId" clId="{DD31E282-B62B-4911-91B6-43B1B98908F9}" dt="2026-04-17T02:48:43.215" v="514" actId="478"/>
          <ac:spMkLst>
            <pc:docMk/>
            <pc:sldMk cId="1541831861" sldId="284"/>
            <ac:spMk id="15" creationId="{B5DBE15C-3F0E-995C-C955-5A890D5C4AD0}"/>
          </ac:spMkLst>
        </pc:spChg>
        <pc:spChg chg="del">
          <ac:chgData name="Ueda Isamu" userId="35289799e0376f2e" providerId="LiveId" clId="{DD31E282-B62B-4911-91B6-43B1B98908F9}" dt="2026-04-17T02:48:49.830" v="519" actId="478"/>
          <ac:spMkLst>
            <pc:docMk/>
            <pc:sldMk cId="1541831861" sldId="284"/>
            <ac:spMk id="18" creationId="{7CBEC746-521C-9E2B-7D90-711E9905A4D7}"/>
          </ac:spMkLst>
        </pc:spChg>
        <pc:spChg chg="del">
          <ac:chgData name="Ueda Isamu" userId="35289799e0376f2e" providerId="LiveId" clId="{DD31E282-B62B-4911-91B6-43B1B98908F9}" dt="2026-04-17T02:49:36.811" v="596" actId="478"/>
          <ac:spMkLst>
            <pc:docMk/>
            <pc:sldMk cId="1541831861" sldId="284"/>
            <ac:spMk id="19" creationId="{B5110F6F-46C1-8584-E321-1DE91CADF579}"/>
          </ac:spMkLst>
        </pc:spChg>
        <pc:picChg chg="del">
          <ac:chgData name="Ueda Isamu" userId="35289799e0376f2e" providerId="LiveId" clId="{DD31E282-B62B-4911-91B6-43B1B98908F9}" dt="2026-04-17T02:48:41.561" v="513" actId="478"/>
          <ac:picMkLst>
            <pc:docMk/>
            <pc:sldMk cId="1541831861" sldId="284"/>
            <ac:picMk id="11" creationId="{F68FB933-EA39-0DBF-9AF9-8148DEDB9C4B}"/>
          </ac:picMkLst>
        </pc:picChg>
        <pc:picChg chg="del">
          <ac:chgData name="Ueda Isamu" userId="35289799e0376f2e" providerId="LiveId" clId="{DD31E282-B62B-4911-91B6-43B1B98908F9}" dt="2026-04-17T02:48:47.863" v="518" actId="478"/>
          <ac:picMkLst>
            <pc:docMk/>
            <pc:sldMk cId="1541831861" sldId="284"/>
            <ac:picMk id="14" creationId="{25F6D668-986E-7313-5F03-1BEC504E4B18}"/>
          </ac:picMkLst>
        </pc:picChg>
        <pc:picChg chg="del">
          <ac:chgData name="Ueda Isamu" userId="35289799e0376f2e" providerId="LiveId" clId="{DD31E282-B62B-4911-91B6-43B1B98908F9}" dt="2026-04-17T02:48:44.024" v="515" actId="478"/>
          <ac:picMkLst>
            <pc:docMk/>
            <pc:sldMk cId="1541831861" sldId="284"/>
            <ac:picMk id="17" creationId="{F566F71E-C914-B0FA-ED5D-DC027EE1184D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432403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300"/>
              <a:t>【自己紹介】</a:t>
            </a:r>
          </a:p>
          <a:p>
            <a:r>
              <a:rPr sz="1300"/>
              <a:t>改めまして、Haruといいます。</a:t>
            </a:r>
          </a:p>
          <a:p>
            <a:endParaRPr sz="1300"/>
          </a:p>
          <a:p>
            <a:r>
              <a:rPr sz="1300"/>
              <a:t>普段は社内でPower Automateを使ったDX推進・研修を担当しています。</a:t>
            </a:r>
          </a:p>
          <a:p>
            <a:r>
              <a:rPr sz="1300"/>
              <a:t>地域のPower Platformコミュニティ（PLUG）にも参加しており、</a:t>
            </a:r>
          </a:p>
          <a:p>
            <a:r>
              <a:rPr sz="1300"/>
              <a:t>Power AutomateとCopilotを中心に情報発信をしています。</a:t>
            </a:r>
          </a:p>
          <a:p>
            <a:endParaRPr sz="1300"/>
          </a:p>
          <a:p>
            <a:r>
              <a:rPr sz="1300"/>
              <a:t>XではPower Automate初心者向けのTipsを毎日発信中です。</a:t>
            </a:r>
          </a:p>
          <a:p>
            <a:r>
              <a:rPr sz="1300"/>
              <a:t>フォローしてもらえると嬉しいです（@isamu_Automate）。</a:t>
            </a:r>
          </a:p>
          <a:p>
            <a:endParaRPr sz="1300"/>
          </a:p>
          <a:p>
            <a:r>
              <a:rPr sz="1300"/>
              <a:t>今日も一粒だけ深掘りして、一緒に作っていきましょう！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18" Type="http://schemas.openxmlformats.org/officeDocument/2006/relationships/image" Target="../media/image1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png"/><Relationship Id="rId20" Type="http://schemas.microsoft.com/office/2007/relationships/hdphoto" Target="../media/hdphoto1.wdp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png"/><Relationship Id="rId19" Type="http://schemas.openxmlformats.org/officeDocument/2006/relationships/image" Target="../media/image17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0" y="0"/>
            <a:ext cx="320040" cy="6858000"/>
          </a:xfrm>
          <a:prstGeom prst="roundRect">
            <a:avLst>
              <a:gd name="adj" fmla="val 10000"/>
            </a:avLst>
          </a:prstGeom>
          <a:solidFill>
            <a:srgbClr val="464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11643360" y="0"/>
            <a:ext cx="548640" cy="1828800"/>
          </a:xfrm>
          <a:prstGeom prst="roundRect">
            <a:avLst>
              <a:gd name="adj" fmla="val 10000"/>
            </a:avLst>
          </a:prstGeom>
          <a:solidFill>
            <a:srgbClr val="7460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ounded Rectangle 4"/>
          <p:cNvSpPr/>
          <p:nvPr/>
        </p:nvSpPr>
        <p:spPr>
          <a:xfrm>
            <a:off x="731520" y="640080"/>
            <a:ext cx="3657600" cy="411480"/>
          </a:xfrm>
          <a:prstGeom prst="roundRect">
            <a:avLst>
              <a:gd name="adj" fmla="val 10000"/>
            </a:avLst>
          </a:prstGeom>
          <a:solidFill>
            <a:srgbClr val="E8E9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31520" y="640080"/>
            <a:ext cx="36576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373E99"/>
                </a:solidFill>
                <a:latin typeface="Yu Gothic"/>
              </a:rPr>
              <a:t>⚡ LIGHTNING TALK  ×  COPILOT COMMUNITY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554480"/>
            <a:ext cx="10515600" cy="3657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3200" b="1">
                <a:solidFill>
                  <a:srgbClr val="323130"/>
                </a:solidFill>
                <a:latin typeface="Yu Gothic"/>
              </a:rPr>
              <a:t>Copilotに「会議減らしたい」と</a:t>
            </a:r>
          </a:p>
          <a:p>
            <a:pPr algn="l"/>
            <a:r>
              <a:rPr sz="3200" b="1">
                <a:solidFill>
                  <a:srgbClr val="323130"/>
                </a:solidFill>
                <a:latin typeface="Yu Gothic"/>
              </a:rPr>
              <a:t>泣きついたら、Power Automateで</a:t>
            </a:r>
          </a:p>
          <a:p>
            <a:pPr algn="l"/>
            <a:r>
              <a:rPr sz="3200" b="1">
                <a:solidFill>
                  <a:srgbClr val="323130"/>
                </a:solidFill>
                <a:latin typeface="Yu Gothic"/>
              </a:rPr>
              <a:t>会議コストBotを生み出す羽目</a:t>
            </a:r>
          </a:p>
          <a:p>
            <a:pPr algn="l"/>
            <a:r>
              <a:rPr sz="3200" b="1">
                <a:solidFill>
                  <a:srgbClr val="323130"/>
                </a:solidFill>
                <a:latin typeface="Yu Gothic"/>
              </a:rPr>
              <a:t>になった話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5029200"/>
            <a:ext cx="54864" cy="502920"/>
          </a:xfrm>
          <a:prstGeom prst="roundRect">
            <a:avLst>
              <a:gd name="adj" fmla="val 10000"/>
            </a:avLst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960120" y="5029200"/>
            <a:ext cx="109728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>
                <a:solidFill>
                  <a:srgbClr val="605E5C"/>
                </a:solidFill>
                <a:latin typeface="Yu Gothic"/>
              </a:rPr>
              <a:t>Copilot × Power Automate で7アクションのBotを作った話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7240" y="5852160"/>
            <a:ext cx="54864" cy="502920"/>
          </a:xfrm>
          <a:prstGeom prst="roundRect">
            <a:avLst>
              <a:gd name="adj" fmla="val 10000"/>
            </a:avLst>
          </a:prstGeom>
          <a:solidFill>
            <a:srgbClr val="7460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60120" y="5852160"/>
            <a:ext cx="109728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>
                <a:solidFill>
                  <a:srgbClr val="373E99"/>
                </a:solidFill>
                <a:latin typeface="Yu Gothic"/>
              </a:rPr>
              <a:t>Haru (ism136)  /  Power Automate 45 主催</a:t>
            </a:r>
          </a:p>
        </p:txBody>
      </p:sp>
      <p:sp>
        <p:nvSpPr>
          <p:cNvPr id="12" name="Oval 11"/>
          <p:cNvSpPr/>
          <p:nvPr/>
        </p:nvSpPr>
        <p:spPr>
          <a:xfrm>
            <a:off x="11094720" y="5989320"/>
            <a:ext cx="146304" cy="146304"/>
          </a:xfrm>
          <a:prstGeom prst="ellipse">
            <a:avLst/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11277600" y="5989320"/>
            <a:ext cx="146304" cy="146304"/>
          </a:xfrm>
          <a:prstGeom prst="ellipse">
            <a:avLst/>
          </a:prstGeom>
          <a:solidFill>
            <a:srgbClr val="107C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Oval 13"/>
          <p:cNvSpPr/>
          <p:nvPr/>
        </p:nvSpPr>
        <p:spPr>
          <a:xfrm>
            <a:off x="11460481" y="5989320"/>
            <a:ext cx="146304" cy="146304"/>
          </a:xfrm>
          <a:prstGeom prst="ellipse">
            <a:avLst/>
          </a:prstGeom>
          <a:solidFill>
            <a:srgbClr val="FFB9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11643361" y="5989320"/>
            <a:ext cx="146304" cy="146304"/>
          </a:xfrm>
          <a:prstGeom prst="ellipse">
            <a:avLst/>
          </a:prstGeom>
          <a:solidFill>
            <a:srgbClr val="D83B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4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Shape 1"/>
          <p:cNvSpPr/>
          <p:nvPr/>
        </p:nvSpPr>
        <p:spPr>
          <a:xfrm>
            <a:off x="0" y="10798"/>
            <a:ext cx="12191695" cy="685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Shape 2"/>
          <p:cNvSpPr/>
          <p:nvPr/>
        </p:nvSpPr>
        <p:spPr>
          <a:xfrm>
            <a:off x="8191195" y="-1143000"/>
            <a:ext cx="4762195" cy="4762195"/>
          </a:xfrm>
          <a:prstGeom prst="ellipse">
            <a:avLst/>
          </a:prstGeom>
          <a:solidFill>
            <a:srgbClr val="0078D4">
              <a:alpha val="4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" name="Shape 3"/>
          <p:cNvSpPr/>
          <p:nvPr/>
        </p:nvSpPr>
        <p:spPr>
          <a:xfrm>
            <a:off x="-761695" y="2762402"/>
            <a:ext cx="3333902" cy="3333902"/>
          </a:xfrm>
          <a:prstGeom prst="ellipse">
            <a:avLst/>
          </a:prstGeom>
          <a:solidFill>
            <a:srgbClr val="0078D4">
              <a:alpha val="3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" name="Shape 4"/>
          <p:cNvSpPr/>
          <p:nvPr/>
        </p:nvSpPr>
        <p:spPr>
          <a:xfrm rot="900000">
            <a:off x="10477195" y="1904695"/>
            <a:ext cx="1143000" cy="1143000"/>
          </a:xfrm>
          <a:prstGeom prst="roundRect">
            <a:avLst>
              <a:gd name="adj" fmla="val 32000"/>
            </a:avLst>
          </a:prstGeom>
          <a:solidFill>
            <a:srgbClr val="0078D4">
              <a:alpha val="5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71500" y="418795"/>
            <a:ext cx="609905" cy="609905"/>
          </a:xfrm>
          <a:prstGeom prst="rect">
            <a:avLst/>
          </a:prstGeom>
        </p:spPr>
      </p:pic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24205" y="571500"/>
            <a:ext cx="304495" cy="304495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1352398" y="381305"/>
            <a:ext cx="5095951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700" b="1" kern="0" spc="-67" dirty="0">
                <a:solidFill>
                  <a:srgbClr val="1F2937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Power Automate 45 </a:t>
            </a:r>
            <a:r>
              <a:rPr lang="en-US" sz="2700" b="1" kern="0" spc="-67" dirty="0">
                <a:solidFill>
                  <a:srgbClr val="2563EB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(PA45)</a:t>
            </a:r>
            <a:endParaRPr lang="en-US" sz="2700" dirty="0"/>
          </a:p>
        </p:txBody>
      </p:sp>
      <p:sp>
        <p:nvSpPr>
          <p:cNvPr id="10" name="Text 6"/>
          <p:cNvSpPr txBox="1"/>
          <p:nvPr/>
        </p:nvSpPr>
        <p:spPr>
          <a:xfrm>
            <a:off x="1353241" y="837923"/>
            <a:ext cx="4772254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kern="0" spc="45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今日も一緒に “1粒だけ” 深掘りします！</a:t>
            </a:r>
            <a:endParaRPr lang="en-US" sz="1800" dirty="0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rcRect t="-401" b="-401"/>
          <a:stretch/>
        </p:blipFill>
        <p:spPr>
          <a:xfrm>
            <a:off x="571500" y="1295705"/>
            <a:ext cx="11048695" cy="57607"/>
          </a:xfrm>
          <a:prstGeom prst="rect">
            <a:avLst/>
          </a:prstGeom>
        </p:spPr>
      </p:pic>
      <p:pic>
        <p:nvPicPr>
          <p:cNvPr id="12" name="Image 3" descr="preencoded.png"/>
          <p:cNvPicPr>
            <a:picLocks noChangeAspect="1"/>
          </p:cNvPicPr>
          <p:nvPr/>
        </p:nvPicPr>
        <p:blipFill>
          <a:blip r:embed="rId6"/>
          <a:srcRect t="-400" b="-400"/>
          <a:stretch/>
        </p:blipFill>
        <p:spPr>
          <a:xfrm>
            <a:off x="571500" y="1295705"/>
            <a:ext cx="1828800" cy="57607"/>
          </a:xfrm>
          <a:prstGeom prst="rect">
            <a:avLst/>
          </a:prstGeom>
        </p:spPr>
      </p:pic>
      <p:pic>
        <p:nvPicPr>
          <p:cNvPr id="13" name="Image 4" descr="preencoded.png"/>
          <p:cNvPicPr>
            <a:picLocks noChangeAspect="1"/>
          </p:cNvPicPr>
          <p:nvPr/>
        </p:nvPicPr>
        <p:blipFill>
          <a:blip r:embed="rId7"/>
          <a:srcRect/>
          <a:stretch/>
        </p:blipFill>
        <p:spPr>
          <a:xfrm>
            <a:off x="1467612" y="1638605"/>
            <a:ext cx="1904695" cy="1904695"/>
          </a:xfrm>
          <a:prstGeom prst="rect">
            <a:avLst/>
          </a:prstGeom>
        </p:spPr>
      </p:pic>
      <p:pic>
        <p:nvPicPr>
          <p:cNvPr id="15" name="Image 6" descr="preencoded.png"/>
          <p:cNvPicPr>
            <a:picLocks noChangeAspect="1"/>
          </p:cNvPicPr>
          <p:nvPr/>
        </p:nvPicPr>
        <p:blipFill>
          <a:blip r:embed="rId8"/>
          <a:srcRect t="-187" b="-187"/>
          <a:stretch/>
        </p:blipFill>
        <p:spPr>
          <a:xfrm>
            <a:off x="571500" y="3737631"/>
            <a:ext cx="3705149" cy="743407"/>
          </a:xfrm>
          <a:prstGeom prst="rect">
            <a:avLst/>
          </a:prstGeom>
        </p:spPr>
      </p:pic>
      <p:sp>
        <p:nvSpPr>
          <p:cNvPr id="16" name="Text 7"/>
          <p:cNvSpPr/>
          <p:nvPr/>
        </p:nvSpPr>
        <p:spPr>
          <a:xfrm>
            <a:off x="531266" y="3733495"/>
            <a:ext cx="3785616" cy="7434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ja-JP" sz="3600" b="1">
                <a:solidFill>
                  <a:srgbClr val="FFFFFF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Haru</a:t>
            </a:r>
            <a:r>
              <a:rPr lang="en-US" sz="1600" b="1">
                <a:solidFill>
                  <a:srgbClr val="FFFFFF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 </a:t>
            </a:r>
            <a:endParaRPr lang="en-US" sz="1600" dirty="0"/>
          </a:p>
        </p:txBody>
      </p:sp>
      <p:sp>
        <p:nvSpPr>
          <p:cNvPr id="17" name="Text 8"/>
          <p:cNvSpPr txBox="1"/>
          <p:nvPr/>
        </p:nvSpPr>
        <p:spPr>
          <a:xfrm>
            <a:off x="914400" y="4663440"/>
            <a:ext cx="3476549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374151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Power Platform / DX 推進</a:t>
            </a:r>
            <a:endParaRPr lang="en-US" sz="1600" dirty="0"/>
          </a:p>
        </p:txBody>
      </p:sp>
      <p:pic>
        <p:nvPicPr>
          <p:cNvPr id="18" name="Image 7" descr="preencoded.png"/>
          <p:cNvPicPr>
            <a:picLocks noChangeAspect="1"/>
          </p:cNvPicPr>
          <p:nvPr/>
        </p:nvPicPr>
        <p:blipFill>
          <a:blip r:embed="rId9"/>
          <a:srcRect l="-15989" r="-15989"/>
          <a:stretch/>
        </p:blipFill>
        <p:spPr>
          <a:xfrm>
            <a:off x="647395" y="4663440"/>
            <a:ext cx="267005" cy="161849"/>
          </a:xfrm>
          <a:prstGeom prst="rect">
            <a:avLst/>
          </a:prstGeom>
        </p:spPr>
      </p:pic>
      <p:sp>
        <p:nvSpPr>
          <p:cNvPr id="19" name="Text 9"/>
          <p:cNvSpPr txBox="1"/>
          <p:nvPr/>
        </p:nvSpPr>
        <p:spPr>
          <a:xfrm>
            <a:off x="914400" y="4999025"/>
            <a:ext cx="3476549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21" name="Text 10"/>
          <p:cNvSpPr txBox="1"/>
          <p:nvPr/>
        </p:nvSpPr>
        <p:spPr>
          <a:xfrm>
            <a:off x="914400" y="5333695"/>
            <a:ext cx="355335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社内外のコミュニティ運営</a:t>
            </a:r>
            <a:endParaRPr lang="en-US" sz="1600" dirty="0"/>
          </a:p>
        </p:txBody>
      </p:sp>
      <p:pic>
        <p:nvPicPr>
          <p:cNvPr id="22" name="Image 9" descr="preencoded.png"/>
          <p:cNvPicPr>
            <a:picLocks noChangeAspect="1"/>
          </p:cNvPicPr>
          <p:nvPr/>
        </p:nvPicPr>
        <p:blipFill>
          <a:blip r:embed="rId10"/>
          <a:srcRect l="-15989" r="-15989"/>
          <a:stretch/>
        </p:blipFill>
        <p:spPr>
          <a:xfrm>
            <a:off x="647395" y="5333695"/>
            <a:ext cx="267005" cy="161849"/>
          </a:xfrm>
          <a:prstGeom prst="rect">
            <a:avLst/>
          </a:prstGeom>
        </p:spPr>
      </p:pic>
      <p:sp>
        <p:nvSpPr>
          <p:cNvPr id="23" name="Text 11"/>
          <p:cNvSpPr txBox="1"/>
          <p:nvPr/>
        </p:nvSpPr>
        <p:spPr>
          <a:xfrm>
            <a:off x="1028700" y="5669280"/>
            <a:ext cx="343905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・社内</a:t>
            </a:r>
            <a:r>
              <a:rPr lang="en-US" altLang="ja-JP" sz="160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PowerPlatform</a:t>
            </a:r>
            <a:r>
              <a:rPr lang="en-US" sz="160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コミュニティ</a:t>
            </a:r>
            <a:endParaRPr lang="en-US" sz="1600" dirty="0"/>
          </a:p>
        </p:txBody>
      </p:sp>
      <p:sp>
        <p:nvSpPr>
          <p:cNvPr id="24" name="Text 12"/>
          <p:cNvSpPr txBox="1"/>
          <p:nvPr/>
        </p:nvSpPr>
        <p:spPr>
          <a:xfrm>
            <a:off x="1028700" y="6004865"/>
            <a:ext cx="3439058" cy="2478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・広島コミュニティ </a:t>
            </a:r>
            <a:r>
              <a:rPr lang="en-US" sz="160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PLUG </a:t>
            </a:r>
            <a:r>
              <a:rPr lang="ja-JP" altLang="en-US" sz="1600">
                <a:solidFill>
                  <a:srgbClr val="33333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運営</a:t>
            </a:r>
            <a:endParaRPr lang="en-US" sz="1600" dirty="0"/>
          </a:p>
        </p:txBody>
      </p:sp>
      <p:sp>
        <p:nvSpPr>
          <p:cNvPr id="25" name="Shape 13"/>
          <p:cNvSpPr/>
          <p:nvPr/>
        </p:nvSpPr>
        <p:spPr>
          <a:xfrm>
            <a:off x="647395" y="6358738"/>
            <a:ext cx="3629254" cy="418795"/>
          </a:xfrm>
          <a:prstGeom prst="roundRect">
            <a:avLst>
              <a:gd name="adj" fmla="val 79397"/>
            </a:avLst>
          </a:prstGeom>
          <a:solidFill>
            <a:srgbClr val="EFF6FF"/>
          </a:solidFill>
          <a:ln w="12700">
            <a:solidFill>
              <a:srgbClr val="DBEAFE"/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6" name="Text 14"/>
          <p:cNvSpPr txBox="1"/>
          <p:nvPr/>
        </p:nvSpPr>
        <p:spPr>
          <a:xfrm>
            <a:off x="999439" y="6358738"/>
            <a:ext cx="3354019" cy="419710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76200" tIns="76200" rIns="76200" bIns="7620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Power Automate 初心者支援が専門</a:t>
            </a:r>
            <a:endParaRPr lang="en-US" sz="1600" dirty="0"/>
          </a:p>
        </p:txBody>
      </p:sp>
      <p:pic>
        <p:nvPicPr>
          <p:cNvPr id="27" name="Image 10" descr="preencoded.png"/>
          <p:cNvPicPr>
            <a:picLocks noChangeAspect="1"/>
          </p:cNvPicPr>
          <p:nvPr/>
        </p:nvPicPr>
        <p:blipFill>
          <a:blip r:embed="rId11"/>
          <a:srcRect l="-32486" r="-32486"/>
          <a:stretch/>
        </p:blipFill>
        <p:spPr>
          <a:xfrm>
            <a:off x="733349" y="6444691"/>
            <a:ext cx="267005" cy="161849"/>
          </a:xfrm>
          <a:prstGeom prst="rect">
            <a:avLst/>
          </a:prstGeom>
        </p:spPr>
      </p:pic>
      <p:sp>
        <p:nvSpPr>
          <p:cNvPr id="28" name="Text 15"/>
          <p:cNvSpPr txBox="1"/>
          <p:nvPr/>
        </p:nvSpPr>
        <p:spPr>
          <a:xfrm>
            <a:off x="5336438" y="1870862"/>
            <a:ext cx="6477610" cy="3054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E40AF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 主な活動・実績 </a:t>
            </a:r>
            <a:endParaRPr lang="en-US" sz="1800" dirty="0"/>
          </a:p>
        </p:txBody>
      </p:sp>
      <p:sp>
        <p:nvSpPr>
          <p:cNvPr id="29" name="Shape 16"/>
          <p:cNvSpPr/>
          <p:nvPr/>
        </p:nvSpPr>
        <p:spPr>
          <a:xfrm>
            <a:off x="4898441" y="2366467"/>
            <a:ext cx="6724498" cy="875995"/>
          </a:xfrm>
          <a:prstGeom prst="roundRect">
            <a:avLst>
              <a:gd name="adj" fmla="val 27231"/>
            </a:avLst>
          </a:prstGeom>
          <a:solidFill>
            <a:srgbClr val="FFFFFF"/>
          </a:solidFill>
          <a:ln w="12700">
            <a:solidFill>
              <a:srgbClr val="F0F4F8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30" name="Shape 17"/>
          <p:cNvSpPr/>
          <p:nvPr/>
        </p:nvSpPr>
        <p:spPr>
          <a:xfrm>
            <a:off x="4898441" y="2366467"/>
            <a:ext cx="57607" cy="875995"/>
          </a:xfrm>
          <a:prstGeom prst="roundRect">
            <a:avLst>
              <a:gd name="adj" fmla="val 414080"/>
            </a:avLst>
          </a:prstGeom>
          <a:solidFill>
            <a:srgbClr val="F0F4F8"/>
          </a:solidFill>
          <a:ln w="12700">
            <a:solidFill>
              <a:srgbClr val="F0F4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1" name="Text 18"/>
          <p:cNvSpPr txBox="1"/>
          <p:nvPr/>
        </p:nvSpPr>
        <p:spPr>
          <a:xfrm>
            <a:off x="5450738" y="2509114"/>
            <a:ext cx="616305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社内講座の実施</a:t>
            </a:r>
            <a:endParaRPr lang="en-US" sz="1600" dirty="0"/>
          </a:p>
        </p:txBody>
      </p:sp>
      <p:pic>
        <p:nvPicPr>
          <p:cNvPr id="32" name="Image 11" descr="preencoded.png"/>
          <p:cNvPicPr>
            <a:picLocks noChangeAspect="1"/>
          </p:cNvPicPr>
          <p:nvPr/>
        </p:nvPicPr>
        <p:blipFill>
          <a:blip r:embed="rId12"/>
          <a:srcRect l="-38653" r="-38653"/>
          <a:stretch/>
        </p:blipFill>
        <p:spPr>
          <a:xfrm>
            <a:off x="4816719" y="2388501"/>
            <a:ext cx="558124" cy="419709"/>
          </a:xfrm>
          <a:prstGeom prst="rect">
            <a:avLst/>
          </a:prstGeom>
        </p:spPr>
      </p:pic>
      <p:sp>
        <p:nvSpPr>
          <p:cNvPr id="33" name="Text 19"/>
          <p:cNvSpPr txBox="1"/>
          <p:nvPr/>
        </p:nvSpPr>
        <p:spPr>
          <a:xfrm>
            <a:off x="5146243" y="2813609"/>
            <a:ext cx="6391656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PA</a:t>
            </a:r>
            <a:r>
              <a:rPr 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／Copilot</a:t>
            </a:r>
            <a:r>
              <a:rPr lang="ja-JP" alt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　ハンズオン講座</a:t>
            </a:r>
            <a:r>
              <a:rPr 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などを開催し</a:t>
            </a: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、社内の</a:t>
            </a:r>
            <a:r>
              <a:rPr 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DXを</a:t>
            </a:r>
            <a:r>
              <a:rPr lang="ja-JP" alt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推進</a:t>
            </a:r>
            <a:endParaRPr lang="en-US" sz="1600" dirty="0"/>
          </a:p>
        </p:txBody>
      </p:sp>
      <p:sp>
        <p:nvSpPr>
          <p:cNvPr id="34" name="Shape 20"/>
          <p:cNvSpPr/>
          <p:nvPr/>
        </p:nvSpPr>
        <p:spPr>
          <a:xfrm>
            <a:off x="4898441" y="3375965"/>
            <a:ext cx="6724498" cy="819302"/>
          </a:xfrm>
          <a:prstGeom prst="roundRect">
            <a:avLst>
              <a:gd name="adj" fmla="val 31146"/>
            </a:avLst>
          </a:prstGeom>
          <a:solidFill>
            <a:srgbClr val="FFFFFF"/>
          </a:solidFill>
          <a:ln w="12700">
            <a:solidFill>
              <a:srgbClr val="F0F4F8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35" name="Shape 21"/>
          <p:cNvSpPr/>
          <p:nvPr/>
        </p:nvSpPr>
        <p:spPr>
          <a:xfrm>
            <a:off x="4898441" y="3375965"/>
            <a:ext cx="57607" cy="819302"/>
          </a:xfrm>
          <a:prstGeom prst="roundRect">
            <a:avLst>
              <a:gd name="adj" fmla="val 442969"/>
            </a:avLst>
          </a:prstGeom>
          <a:solidFill>
            <a:srgbClr val="F0F4F8"/>
          </a:solidFill>
          <a:ln w="12700">
            <a:solidFill>
              <a:srgbClr val="F0F4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6" name="Text 22"/>
          <p:cNvSpPr txBox="1"/>
          <p:nvPr/>
        </p:nvSpPr>
        <p:spPr>
          <a:xfrm>
            <a:off x="5450738" y="3518611"/>
            <a:ext cx="6163056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外部コミュニティ登壇</a:t>
            </a:r>
            <a:endParaRPr lang="en-US" sz="1600" dirty="0"/>
          </a:p>
        </p:txBody>
      </p:sp>
      <p:pic>
        <p:nvPicPr>
          <p:cNvPr id="37" name="Image 12" descr="preencoded.png"/>
          <p:cNvPicPr>
            <a:picLocks noChangeAspect="1"/>
          </p:cNvPicPr>
          <p:nvPr/>
        </p:nvPicPr>
        <p:blipFill>
          <a:blip r:embed="rId13"/>
          <a:srcRect l="-38653" r="-38653"/>
          <a:stretch/>
        </p:blipFill>
        <p:spPr>
          <a:xfrm>
            <a:off x="4827643" y="3423078"/>
            <a:ext cx="558124" cy="419709"/>
          </a:xfrm>
          <a:prstGeom prst="rect">
            <a:avLst/>
          </a:prstGeom>
        </p:spPr>
      </p:pic>
      <p:sp>
        <p:nvSpPr>
          <p:cNvPr id="38" name="Text 23"/>
          <p:cNvSpPr txBox="1"/>
          <p:nvPr/>
        </p:nvSpPr>
        <p:spPr>
          <a:xfrm>
            <a:off x="5152644" y="3880735"/>
            <a:ext cx="646755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広島コミュニティ「</a:t>
            </a:r>
            <a:r>
              <a:rPr 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PLUG」</a:t>
            </a:r>
            <a:r>
              <a:rPr lang="ja-JP" altLang="en-US" sz="160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運営。外部コミュニティ登壇</a:t>
            </a:r>
            <a:endParaRPr lang="en-US" sz="1600" dirty="0"/>
          </a:p>
        </p:txBody>
      </p:sp>
      <p:sp>
        <p:nvSpPr>
          <p:cNvPr id="39" name="Shape 24"/>
          <p:cNvSpPr/>
          <p:nvPr/>
        </p:nvSpPr>
        <p:spPr>
          <a:xfrm>
            <a:off x="4898441" y="4327855"/>
            <a:ext cx="6724498" cy="875995"/>
          </a:xfrm>
          <a:prstGeom prst="roundRect">
            <a:avLst>
              <a:gd name="adj" fmla="val 27231"/>
            </a:avLst>
          </a:prstGeom>
          <a:solidFill>
            <a:srgbClr val="FFFFFF"/>
          </a:solidFill>
          <a:ln w="12700">
            <a:solidFill>
              <a:srgbClr val="F0F4F8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0" name="Shape 25"/>
          <p:cNvSpPr/>
          <p:nvPr/>
        </p:nvSpPr>
        <p:spPr>
          <a:xfrm>
            <a:off x="4898441" y="4327855"/>
            <a:ext cx="57607" cy="875995"/>
          </a:xfrm>
          <a:prstGeom prst="roundRect">
            <a:avLst>
              <a:gd name="adj" fmla="val 414080"/>
            </a:avLst>
          </a:prstGeom>
          <a:solidFill>
            <a:srgbClr val="F0F4F8"/>
          </a:solidFill>
          <a:ln w="12700">
            <a:solidFill>
              <a:srgbClr val="F0F4F8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1" name="Text 26"/>
          <p:cNvSpPr txBox="1"/>
          <p:nvPr/>
        </p:nvSpPr>
        <p:spPr>
          <a:xfrm>
            <a:off x="5450738" y="4471416"/>
            <a:ext cx="6087161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X (Twitter) での情報発信</a:t>
            </a:r>
            <a:endParaRPr lang="en-US" sz="1600" dirty="0"/>
          </a:p>
        </p:txBody>
      </p:sp>
      <p:pic>
        <p:nvPicPr>
          <p:cNvPr id="42" name="Image 13" descr="preencoded.png"/>
          <p:cNvPicPr>
            <a:picLocks noChangeAspect="1"/>
          </p:cNvPicPr>
          <p:nvPr/>
        </p:nvPicPr>
        <p:blipFill>
          <a:blip r:embed="rId14"/>
          <a:srcRect l="-16489" r="-16489"/>
          <a:stretch/>
        </p:blipFill>
        <p:spPr>
          <a:xfrm>
            <a:off x="4848148" y="4405580"/>
            <a:ext cx="558124" cy="419709"/>
          </a:xfrm>
          <a:prstGeom prst="rect">
            <a:avLst/>
          </a:prstGeom>
        </p:spPr>
      </p:pic>
      <p:sp>
        <p:nvSpPr>
          <p:cNvPr id="43" name="Text 27"/>
          <p:cNvSpPr txBox="1"/>
          <p:nvPr/>
        </p:nvSpPr>
        <p:spPr>
          <a:xfrm>
            <a:off x="5146243" y="4775911"/>
            <a:ext cx="6467551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初心者向けPAチップスを</a:t>
            </a:r>
            <a:r>
              <a:rPr lang="en-US" b="1" dirty="0">
                <a:solidFill>
                  <a:srgbClr val="0078D4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2日に1回</a:t>
            </a: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継続発信中！</a:t>
            </a:r>
            <a:endParaRPr lang="en-US" sz="1600" dirty="0"/>
          </a:p>
        </p:txBody>
      </p:sp>
      <p:sp>
        <p:nvSpPr>
          <p:cNvPr id="44" name="Shape 28"/>
          <p:cNvSpPr/>
          <p:nvPr/>
        </p:nvSpPr>
        <p:spPr>
          <a:xfrm>
            <a:off x="4898441" y="5338267"/>
            <a:ext cx="6724498" cy="875995"/>
          </a:xfrm>
          <a:prstGeom prst="roundRect">
            <a:avLst>
              <a:gd name="adj" fmla="val 27231"/>
            </a:avLst>
          </a:prstGeom>
          <a:solidFill>
            <a:srgbClr val="FFFFFF"/>
          </a:solidFill>
          <a:ln w="12700">
            <a:solidFill>
              <a:srgbClr val="F0F4F8"/>
            </a:solidFill>
            <a:prstDash val="solid"/>
          </a:ln>
          <a:effectLst>
            <a:outerShdw blurRad="114300" dist="38100" dir="16200000" algn="bl" rotWithShape="0">
              <a:srgbClr val="000000">
                <a:alpha val="3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45" name="Shape 29"/>
          <p:cNvSpPr/>
          <p:nvPr/>
        </p:nvSpPr>
        <p:spPr>
          <a:xfrm>
            <a:off x="4898441" y="5338267"/>
            <a:ext cx="57607" cy="875995"/>
          </a:xfrm>
          <a:prstGeom prst="roundRect">
            <a:avLst>
              <a:gd name="adj" fmla="val 414080"/>
            </a:avLst>
          </a:prstGeom>
          <a:solidFill>
            <a:srgbClr val="FF9900"/>
          </a:solidFill>
          <a:ln w="12700">
            <a:solidFill>
              <a:srgbClr val="FF9900">
                <a:alpha val="0"/>
              </a:srgbClr>
            </a:solidFill>
            <a:prstDash val="solid"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6" name="Text 30"/>
          <p:cNvSpPr txBox="1"/>
          <p:nvPr/>
        </p:nvSpPr>
        <p:spPr>
          <a:xfrm>
            <a:off x="5450738" y="5480914"/>
            <a:ext cx="6087161" cy="2670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F2937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Power Automate 45 (PA45)</a:t>
            </a:r>
            <a:endParaRPr lang="en-US" sz="1600" dirty="0"/>
          </a:p>
        </p:txBody>
      </p:sp>
      <p:pic>
        <p:nvPicPr>
          <p:cNvPr id="47" name="Image 14" descr="preencoded.png"/>
          <p:cNvPicPr>
            <a:picLocks noChangeAspect="1"/>
          </p:cNvPicPr>
          <p:nvPr/>
        </p:nvPicPr>
        <p:blipFill>
          <a:blip r:embed="rId15"/>
          <a:srcRect l="-16489" r="-16489"/>
          <a:stretch/>
        </p:blipFill>
        <p:spPr>
          <a:xfrm>
            <a:off x="5146243" y="5528462"/>
            <a:ext cx="228600" cy="171907"/>
          </a:xfrm>
          <a:prstGeom prst="rect">
            <a:avLst/>
          </a:prstGeom>
        </p:spPr>
      </p:pic>
      <p:sp>
        <p:nvSpPr>
          <p:cNvPr id="48" name="Text 31"/>
          <p:cNvSpPr txBox="1"/>
          <p:nvPr/>
        </p:nvSpPr>
        <p:spPr>
          <a:xfrm>
            <a:off x="5146243" y="5785409"/>
            <a:ext cx="6467551" cy="28620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45分の</a:t>
            </a:r>
            <a:r>
              <a:rPr lang="en-US" b="1" dirty="0">
                <a:solidFill>
                  <a:srgbClr val="0078D4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“1粒ハンズオン”</a:t>
            </a:r>
            <a:r>
              <a:rPr lang="en-US" sz="1600" dirty="0">
                <a:solidFill>
                  <a:srgbClr val="4B5563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を毎週開催・運営</a:t>
            </a:r>
            <a:endParaRPr lang="en-US" sz="1600" dirty="0"/>
          </a:p>
        </p:txBody>
      </p:sp>
      <p:pic>
        <p:nvPicPr>
          <p:cNvPr id="50" name="Image 15" descr="preencoded.png"/>
          <p:cNvPicPr>
            <a:picLocks noChangeAspect="1"/>
          </p:cNvPicPr>
          <p:nvPr/>
        </p:nvPicPr>
        <p:blipFill>
          <a:blip r:embed="rId16"/>
          <a:srcRect l="-266" r="-266"/>
          <a:stretch/>
        </p:blipFill>
        <p:spPr>
          <a:xfrm>
            <a:off x="4898441" y="1880006"/>
            <a:ext cx="323698" cy="286207"/>
          </a:xfrm>
          <a:prstGeom prst="rect">
            <a:avLst/>
          </a:prstGeom>
        </p:spPr>
      </p:pic>
      <p:pic>
        <p:nvPicPr>
          <p:cNvPr id="51" name="Image 16" descr="preencoded.png"/>
          <p:cNvPicPr>
            <a:picLocks noChangeAspect="1"/>
          </p:cNvPicPr>
          <p:nvPr/>
        </p:nvPicPr>
        <p:blipFill>
          <a:blip r:embed="rId17"/>
          <a:srcRect l="-3" r="-3"/>
          <a:stretch/>
        </p:blipFill>
        <p:spPr>
          <a:xfrm>
            <a:off x="5222139" y="6318921"/>
            <a:ext cx="5617657" cy="386820"/>
          </a:xfrm>
          <a:prstGeom prst="rect">
            <a:avLst/>
          </a:prstGeom>
        </p:spPr>
      </p:pic>
      <p:sp>
        <p:nvSpPr>
          <p:cNvPr id="52" name="Text 33"/>
          <p:cNvSpPr txBox="1"/>
          <p:nvPr/>
        </p:nvSpPr>
        <p:spPr>
          <a:xfrm>
            <a:off x="5696197" y="6341920"/>
            <a:ext cx="8332013" cy="350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kern="0" spc="96" dirty="0">
                <a:solidFill>
                  <a:srgbClr val="FFFFFF"/>
                </a:solidFill>
                <a:latin typeface="BIZ UDGothic" pitchFamily="34" charset="0"/>
                <a:ea typeface="BIZ UDGothic" pitchFamily="34" charset="-122"/>
                <a:cs typeface="BIZ UDGothic" pitchFamily="34" charset="-120"/>
              </a:rPr>
              <a:t>今日は「できた！」を一緒に作っていきましょう😊</a:t>
            </a:r>
            <a:endParaRPr lang="en-US" sz="1600" dirty="0"/>
          </a:p>
        </p:txBody>
      </p:sp>
      <p:pic>
        <p:nvPicPr>
          <p:cNvPr id="53" name="Image 17" descr="preencoded.png"/>
          <p:cNvPicPr>
            <a:picLocks noChangeAspect="1"/>
          </p:cNvPicPr>
          <p:nvPr/>
        </p:nvPicPr>
        <p:blipFill>
          <a:blip r:embed="rId18"/>
          <a:srcRect l="-1845" r="-1845"/>
          <a:stretch/>
        </p:blipFill>
        <p:spPr>
          <a:xfrm>
            <a:off x="5260028" y="6393142"/>
            <a:ext cx="256946" cy="233291"/>
          </a:xfrm>
          <a:prstGeom prst="rect">
            <a:avLst/>
          </a:prstGeom>
        </p:spPr>
      </p:pic>
      <p:pic>
        <p:nvPicPr>
          <p:cNvPr id="55" name="図 54" descr="The image depicts a person with dark hair and glasses, sitting in front of a computer, typing on a laptop.  AI 生成コンテンツは誤りを含む可能性があります。">
            <a:extLst>
              <a:ext uri="{FF2B5EF4-FFF2-40B4-BE49-F238E27FC236}">
                <a16:creationId xmlns:a16="http://schemas.microsoft.com/office/drawing/2014/main" id="{47F0CBEE-0475-F1DC-9373-7429D3A7B53E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BEBA8EAE-BF5A-486C-A8C5-ECC9F3942E4B}">
                <a14:imgProps xmlns:a14="http://schemas.microsoft.com/office/drawing/2010/main">
                  <a14:imgLayer r:embed="rId20">
                    <a14:imgEffect>
                      <a14:backgroundRemoval t="586" b="98438" l="4590" r="98438">
                        <a14:foregroundMark x1="63379" y1="18848" x2="53516" y2="16699"/>
                        <a14:foregroundMark x1="53516" y1="16699" x2="37793" y2="18262"/>
                        <a14:foregroundMark x1="37793" y1="18262" x2="29590" y2="31348"/>
                        <a14:foregroundMark x1="29590" y1="31348" x2="26563" y2="66797"/>
                        <a14:foregroundMark x1="26563" y1="66797" x2="29004" y2="75684"/>
                        <a14:foregroundMark x1="21387" y1="77246" x2="16895" y2="64160"/>
                        <a14:foregroundMark x1="16895" y1="64160" x2="19434" y2="36621"/>
                        <a14:foregroundMark x1="19434" y1="36621" x2="30957" y2="15234"/>
                        <a14:foregroundMark x1="30957" y1="15234" x2="44434" y2="6055"/>
                        <a14:foregroundMark x1="44434" y1="6055" x2="60449" y2="5566"/>
                        <a14:foregroundMark x1="60449" y1="5566" x2="67090" y2="7715"/>
                        <a14:foregroundMark x1="60547" y1="29004" x2="60547" y2="29004"/>
                        <a14:foregroundMark x1="59082" y1="29004" x2="59082" y2="29004"/>
                        <a14:foregroundMark x1="62891" y1="28320" x2="62891" y2="28320"/>
                        <a14:foregroundMark x1="62891" y1="28320" x2="58691" y2="27832"/>
                        <a14:foregroundMark x1="22754" y1="34570" x2="21094" y2="48730"/>
                        <a14:foregroundMark x1="21094" y1="48730" x2="12109" y2="65820"/>
                        <a14:foregroundMark x1="12109" y1="65820" x2="9570" y2="40527"/>
                        <a14:foregroundMark x1="9570" y1="40527" x2="26563" y2="20605"/>
                        <a14:foregroundMark x1="26563" y1="20605" x2="37793" y2="81934"/>
                        <a14:foregroundMark x1="37793" y1="81934" x2="49023" y2="91113"/>
                        <a14:foregroundMark x1="49023" y1="91113" x2="70605" y2="93750"/>
                        <a14:foregroundMark x1="70605" y1="93750" x2="84277" y2="80078"/>
                        <a14:foregroundMark x1="84277" y1="80078" x2="91211" y2="39063"/>
                        <a14:foregroundMark x1="95215" y1="39453" x2="97266" y2="48926"/>
                        <a14:foregroundMark x1="97266" y1="48926" x2="94824" y2="61914"/>
                        <a14:foregroundMark x1="94824" y1="61914" x2="89648" y2="70313"/>
                        <a14:foregroundMark x1="98535" y1="54883" x2="98535" y2="54883"/>
                        <a14:foregroundMark x1="40820" y1="5273" x2="40820" y2="5273"/>
                        <a14:foregroundMark x1="47949" y1="1660" x2="47949" y2="1660"/>
                        <a14:foregroundMark x1="19238" y1="17188" x2="13867" y2="27148"/>
                        <a14:foregroundMark x1="13867" y1="27148" x2="8984" y2="50098"/>
                        <a14:foregroundMark x1="8984" y1="50098" x2="11230" y2="66602"/>
                        <a14:foregroundMark x1="8594" y1="68164" x2="8594" y2="68164"/>
                        <a14:foregroundMark x1="8594" y1="68164" x2="8594" y2="68164"/>
                        <a14:foregroundMark x1="32520" y1="34375" x2="36914" y2="48145"/>
                        <a14:foregroundMark x1="36914" y1="48145" x2="41113" y2="54590"/>
                        <a14:foregroundMark x1="41113" y1="54590" x2="40234" y2="46973"/>
                        <a14:foregroundMark x1="40234" y1="46973" x2="44531" y2="62695"/>
                        <a14:foregroundMark x1="44531" y1="62695" x2="44531" y2="63379"/>
                        <a14:foregroundMark x1="62207" y1="26465" x2="62207" y2="26465"/>
                        <a14:foregroundMark x1="64160" y1="26270" x2="64160" y2="26270"/>
                        <a14:foregroundMark x1="62109" y1="25195" x2="62109" y2="25195"/>
                        <a14:foregroundMark x1="47656" y1="586" x2="47656" y2="586"/>
                        <a14:foregroundMark x1="14746" y1="20117" x2="3027" y2="66309"/>
                        <a14:foregroundMark x1="3027" y1="66309" x2="13770" y2="79199"/>
                        <a14:foregroundMark x1="13770" y1="79199" x2="36719" y2="98535"/>
                        <a14:foregroundMark x1="40430" y1="90820" x2="40430" y2="90820"/>
                        <a14:foregroundMark x1="4590" y1="44922" x2="4590" y2="44922"/>
                        <a14:foregroundMark x1="92480" y1="58301" x2="92480" y2="58301"/>
                        <a14:foregroundMark x1="92480" y1="58301" x2="90918" y2="63770"/>
                        <a14:foregroundMark x1="91309" y1="57129" x2="91309" y2="57129"/>
                        <a14:foregroundMark x1="94727" y1="54785" x2="93945" y2="53320"/>
                        <a14:foregroundMark x1="83203" y1="84277" x2="87012" y2="80371"/>
                        <a14:foregroundMark x1="87012" y1="82031" x2="87012" y2="82031"/>
                        <a14:foregroundMark x1="84180" y1="85156" x2="84180" y2="85156"/>
                        <a14:foregroundMark x1="85840" y1="83301" x2="85840" y2="83301"/>
                        <a14:foregroundMark x1="85254" y1="86133" x2="85254" y2="86133"/>
                        <a14:foregroundMark x1="86426" y1="84570" x2="86426" y2="84570"/>
                        <a14:foregroundMark x1="86133" y1="83789" x2="86133" y2="83789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262523" y="1470548"/>
            <a:ext cx="2208540" cy="220854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57200" y="411480"/>
            <a:ext cx="822960" cy="502920"/>
          </a:xfrm>
          <a:prstGeom prst="roundRect">
            <a:avLst>
              <a:gd name="adj" fmla="val 10000"/>
            </a:avLst>
          </a:prstGeom>
          <a:solidFill>
            <a:srgbClr val="464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82296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Yu Gothic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493663"/>
            <a:ext cx="10058400" cy="33855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>
                <a:solidFill>
                  <a:srgbClr val="323130"/>
                </a:solidFill>
                <a:latin typeface="Yu Gothic"/>
              </a:rPr>
              <a:t>ある日、カレンダーを見たら…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05840"/>
            <a:ext cx="1828800" cy="36576"/>
          </a:xfrm>
          <a:prstGeom prst="roundRect">
            <a:avLst>
              <a:gd name="adj" fmla="val 10000"/>
            </a:avLst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busy_calendar.png"/>
          <p:cNvPicPr>
            <a:picLocks noChangeAspect="1"/>
          </p:cNvPicPr>
          <p:nvPr/>
        </p:nvPicPr>
        <p:blipFill>
          <a:blip r:embed="rId2"/>
          <a:srcRect b="10021"/>
          <a:stretch>
            <a:fillRect/>
          </a:stretch>
        </p:blipFill>
        <p:spPr>
          <a:xfrm>
            <a:off x="426720" y="1051560"/>
            <a:ext cx="10058400" cy="484632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10698480" y="1828800"/>
            <a:ext cx="1280160" cy="2194560"/>
          </a:xfrm>
          <a:prstGeom prst="roundRect">
            <a:avLst>
              <a:gd name="adj" fmla="val 8000"/>
            </a:avLst>
          </a:prstGeom>
          <a:solidFill>
            <a:srgbClr val="D83B01"/>
          </a:solidFill>
          <a:ln w="6350">
            <a:solidFill>
              <a:srgbClr val="D83B0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698480" y="1828800"/>
            <a:ext cx="1280160" cy="21945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Yu Gothic"/>
              </a:rPr>
              <a:t>うわ…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5920740"/>
            <a:ext cx="54864" cy="457200"/>
          </a:xfrm>
          <a:prstGeom prst="roundRect">
            <a:avLst>
              <a:gd name="adj" fmla="val 10000"/>
            </a:avLst>
          </a:prstGeom>
          <a:solidFill>
            <a:srgbClr val="D83B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592074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>
                <a:solidFill>
                  <a:srgbClr val="323130"/>
                </a:solidFill>
                <a:latin typeface="Yu Gothic"/>
              </a:rPr>
              <a:t>今週、会議42本。隙間ほぼなし。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6556192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605E5C"/>
                </a:solidFill>
                <a:latin typeface="Yu Gothic"/>
              </a:rPr>
              <a:t>Power Automate 45 (PA45)  ×  Copilot Community LT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776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605E5C"/>
                </a:solidFill>
                <a:latin typeface="Yu Gothic"/>
              </a:rPr>
              <a:t>3 / 10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57200" y="411480"/>
            <a:ext cx="822960" cy="502920"/>
          </a:xfrm>
          <a:prstGeom prst="roundRect">
            <a:avLst>
              <a:gd name="adj" fmla="val 10000"/>
            </a:avLst>
          </a:prstGeom>
          <a:solidFill>
            <a:srgbClr val="464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82296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Yu Gothic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411480"/>
            <a:ext cx="100584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>
                <a:solidFill>
                  <a:srgbClr val="323130"/>
                </a:solidFill>
                <a:latin typeface="Yu Gothic"/>
              </a:rPr>
              <a:t>そこに、追い討ちの会議招集。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05840"/>
            <a:ext cx="1828800" cy="36576"/>
          </a:xfrm>
          <a:prstGeom prst="roundRect">
            <a:avLst>
              <a:gd name="adj" fmla="val 10000"/>
            </a:avLst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 descr="crowded_invite.png"/>
          <p:cNvPicPr>
            <a:picLocks noChangeAspect="1"/>
          </p:cNvPicPr>
          <p:nvPr/>
        </p:nvPicPr>
        <p:blipFill>
          <a:blip r:embed="rId2"/>
          <a:srcRect b="22442"/>
          <a:stretch>
            <a:fillRect/>
          </a:stretch>
        </p:blipFill>
        <p:spPr>
          <a:xfrm>
            <a:off x="457200" y="1142999"/>
            <a:ext cx="7343874" cy="446910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418320" y="1371600"/>
            <a:ext cx="2468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>
                <a:solidFill>
                  <a:srgbClr val="D83B01"/>
                </a:solidFill>
                <a:latin typeface="Yu Gothic"/>
              </a:rPr>
              <a:t>🔴 気になるポイント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18320" y="1920240"/>
            <a:ext cx="246888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8C6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9418320" y="1920240"/>
            <a:ext cx="54864" cy="777240"/>
          </a:xfrm>
          <a:prstGeom prst="roundRect">
            <a:avLst>
              <a:gd name="adj" fmla="val 10000"/>
            </a:avLst>
          </a:prstGeom>
          <a:solidFill>
            <a:srgbClr val="D83B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555480" y="196596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605E5C"/>
                </a:solidFill>
                <a:latin typeface="Yu Gothic"/>
              </a:rPr>
              <a:t>必須参加者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555480" y="2212848"/>
            <a:ext cx="22860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>
                <a:solidFill>
                  <a:srgbClr val="D83B01"/>
                </a:solidFill>
                <a:latin typeface="Yu Gothic"/>
              </a:rPr>
              <a:t>70人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418320" y="2834640"/>
            <a:ext cx="246888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8C6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9418320" y="2834640"/>
            <a:ext cx="54864" cy="777240"/>
          </a:xfrm>
          <a:prstGeom prst="roundRect">
            <a:avLst>
              <a:gd name="adj" fmla="val 10000"/>
            </a:avLst>
          </a:prstGeom>
          <a:solidFill>
            <a:srgbClr val="605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9555480" y="288036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605E5C"/>
                </a:solidFill>
                <a:latin typeface="Yu Gothic"/>
              </a:rPr>
              <a:t>任意参加者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555480" y="3127248"/>
            <a:ext cx="22860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>
                <a:solidFill>
                  <a:srgbClr val="605E5C"/>
                </a:solidFill>
                <a:latin typeface="Yu Gothic"/>
              </a:rPr>
              <a:t>0人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418320" y="3749039"/>
            <a:ext cx="246888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8C6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9418320" y="3749039"/>
            <a:ext cx="54864" cy="777240"/>
          </a:xfrm>
          <a:prstGeom prst="roundRect">
            <a:avLst>
              <a:gd name="adj" fmla="val 10000"/>
            </a:avLst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555480" y="3794759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605E5C"/>
                </a:solidFill>
                <a:latin typeface="Yu Gothic"/>
              </a:rPr>
              <a:t>時間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55480" y="4041647"/>
            <a:ext cx="22860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>
                <a:solidFill>
                  <a:srgbClr val="0078D4"/>
                </a:solidFill>
                <a:latin typeface="Yu Gothic"/>
              </a:rPr>
              <a:t>120分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418320" y="4663440"/>
            <a:ext cx="2468880" cy="777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8C6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9418320" y="4663440"/>
            <a:ext cx="54864" cy="777240"/>
          </a:xfrm>
          <a:prstGeom prst="roundRect">
            <a:avLst>
              <a:gd name="adj" fmla="val 10000"/>
            </a:avLst>
          </a:prstGeom>
          <a:solidFill>
            <a:srgbClr val="D83B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555480" y="4709160"/>
            <a:ext cx="22860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605E5C"/>
                </a:solidFill>
                <a:latin typeface="Yu Gothic"/>
              </a:rPr>
              <a:t>推定コスト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5669280"/>
            <a:ext cx="54864" cy="457200"/>
          </a:xfrm>
          <a:prstGeom prst="roundRect">
            <a:avLst>
              <a:gd name="adj" fmla="val 10000"/>
            </a:avLst>
          </a:prstGeom>
          <a:solidFill>
            <a:srgbClr val="D83B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>
                <a:solidFill>
                  <a:srgbClr val="323130"/>
                </a:solidFill>
                <a:latin typeface="Yu Gothic"/>
              </a:rPr>
              <a:t>必須70人。任意ゼロ。…これ、本当に全員いる？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4652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605E5C"/>
                </a:solidFill>
                <a:latin typeface="Yu Gothic"/>
              </a:rPr>
              <a:t>Power Automate 45 (PA45)  ×  Copilot Community LT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776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605E5C"/>
                </a:solidFill>
                <a:latin typeface="Yu Gothic"/>
              </a:rPr>
              <a:t>4 / 10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57200" y="411480"/>
            <a:ext cx="822960" cy="502920"/>
          </a:xfrm>
          <a:prstGeom prst="roundRect">
            <a:avLst>
              <a:gd name="adj" fmla="val 10000"/>
            </a:avLst>
          </a:prstGeom>
          <a:solidFill>
            <a:srgbClr val="464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82296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Yu Gothic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411480"/>
            <a:ext cx="100584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>
                <a:solidFill>
                  <a:srgbClr val="323130"/>
                </a:solidFill>
                <a:latin typeface="Yu Gothic"/>
              </a:rPr>
              <a:t>Copilotに泣きついた。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05840"/>
            <a:ext cx="1828800" cy="36576"/>
          </a:xfrm>
          <a:prstGeom prst="roundRect">
            <a:avLst>
              <a:gd name="adj" fmla="val 10000"/>
            </a:avLst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57200" y="1463040"/>
            <a:ext cx="10515600" cy="868680"/>
          </a:xfrm>
          <a:prstGeom prst="roundRect">
            <a:avLst>
              <a:gd name="adj" fmla="val 8000"/>
            </a:avLst>
          </a:prstGeom>
          <a:solidFill>
            <a:srgbClr val="EEE9FB"/>
          </a:solidFill>
          <a:ln w="12700">
            <a:solidFill>
              <a:srgbClr val="7460D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77240" y="1463040"/>
            <a:ext cx="1005840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000" b="1">
                <a:solidFill>
                  <a:srgbClr val="373E99"/>
                </a:solidFill>
                <a:latin typeface="Yu Gothic"/>
              </a:rPr>
              <a:t>🙋   会議減らしたいんですけど…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560320"/>
            <a:ext cx="10515600" cy="868680"/>
          </a:xfrm>
          <a:prstGeom prst="roundRect">
            <a:avLst>
              <a:gd name="adj" fmla="val 8000"/>
            </a:avLst>
          </a:prstGeom>
          <a:solidFill>
            <a:srgbClr val="DEECF9"/>
          </a:solidFill>
          <a:ln w="12700">
            <a:solidFill>
              <a:srgbClr val="0078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77240" y="2560320"/>
            <a:ext cx="10058400" cy="8686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800" b="0">
                <a:solidFill>
                  <a:srgbClr val="323130"/>
                </a:solidFill>
                <a:latin typeface="Yu Gothic"/>
              </a:rPr>
              <a:t>🤖   優先度を見直して、必要な会議だけに絞りましょう。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114800"/>
            <a:ext cx="1143000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200" b="1">
                <a:solidFill>
                  <a:srgbClr val="D83B01"/>
                </a:solidFill>
                <a:latin typeface="Yu Gothic"/>
              </a:rPr>
              <a:t>いや、そういうんじゃなくて。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754880"/>
            <a:ext cx="5486400" cy="45720"/>
          </a:xfrm>
          <a:prstGeom prst="roundRect">
            <a:avLst>
              <a:gd name="adj" fmla="val 10000"/>
            </a:avLst>
          </a:prstGeom>
          <a:solidFill>
            <a:srgbClr val="D83B0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200" y="5120640"/>
            <a:ext cx="11430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605E5C"/>
                </a:solidFill>
                <a:latin typeface="Yu Gothic"/>
              </a:rPr>
              <a:t>本音：会議そのものはなくならない。だから「減らせ」って言われても困る。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577840"/>
            <a:ext cx="114300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0">
                <a:solidFill>
                  <a:srgbClr val="605E5C"/>
                </a:solidFill>
                <a:latin typeface="Yu Gothic"/>
              </a:rPr>
              <a:t>もっと「呼ぶ前にひと呼吸」を入れたい。それも、誰かを責めずに、自然に。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644652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605E5C"/>
                </a:solidFill>
                <a:latin typeface="Yu Gothic"/>
              </a:rPr>
              <a:t>Power Automate 45 (PA45)  ×  Copilot Community LT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2776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605E5C"/>
                </a:solidFill>
                <a:latin typeface="Yu Gothic"/>
              </a:rPr>
              <a:t>5 / 10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57200" y="411480"/>
            <a:ext cx="822960" cy="502920"/>
          </a:xfrm>
          <a:prstGeom prst="roundRect">
            <a:avLst>
              <a:gd name="adj" fmla="val 10000"/>
            </a:avLst>
          </a:prstGeom>
          <a:solidFill>
            <a:srgbClr val="464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82296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Yu Gothic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411480"/>
            <a:ext cx="100584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>
                <a:solidFill>
                  <a:srgbClr val="323130"/>
                </a:solidFill>
                <a:latin typeface="Yu Gothic"/>
              </a:rPr>
              <a:t>聞き方を変えてみた。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05840"/>
            <a:ext cx="1828800" cy="36576"/>
          </a:xfrm>
          <a:prstGeom prst="roundRect">
            <a:avLst>
              <a:gd name="adj" fmla="val 10000"/>
            </a:avLst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5577840" cy="4937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8C6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5577840" cy="457200"/>
          </a:xfrm>
          <a:prstGeom prst="roundRect">
            <a:avLst>
              <a:gd name="adj" fmla="val 10000"/>
            </a:avLst>
          </a:prstGeom>
          <a:solidFill>
            <a:srgbClr val="464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280160"/>
            <a:ext cx="5029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Yu Gothic"/>
              </a:rPr>
              <a:t>💬  Copilotとの会話 (やり直し)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1874519"/>
            <a:ext cx="5029200" cy="3908762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400" b="1">
                <a:solidFill>
                  <a:srgbClr val="323130"/>
                </a:solidFill>
                <a:latin typeface="Yu Gothic"/>
              </a:rPr>
              <a:t>自分:</a:t>
            </a:r>
          </a:p>
          <a:p>
            <a:pPr algn="l"/>
            <a:r>
              <a:rPr b="0">
                <a:solidFill>
                  <a:srgbClr val="323130"/>
                </a:solidFill>
                <a:latin typeface="Yu Gothic"/>
              </a:rPr>
              <a:t>「会議のコストを可視化したい」</a:t>
            </a:r>
          </a:p>
          <a:p>
            <a:pPr algn="l"/>
            <a:endParaRPr b="0">
              <a:solidFill>
                <a:srgbClr val="323130"/>
              </a:solidFill>
              <a:latin typeface="Yu Gothic"/>
            </a:endParaRPr>
          </a:p>
          <a:p>
            <a:pPr algn="l"/>
            <a:r>
              <a:rPr sz="1400" b="1">
                <a:solidFill>
                  <a:srgbClr val="323130"/>
                </a:solidFill>
                <a:latin typeface="Yu Gothic"/>
              </a:rPr>
              <a:t>Copilot:</a:t>
            </a:r>
          </a:p>
          <a:p>
            <a:pPr algn="l"/>
            <a:r>
              <a:rPr sz="1600" b="0">
                <a:solidFill>
                  <a:srgbClr val="323130"/>
                </a:solidFill>
                <a:latin typeface="Yu Gothic"/>
              </a:rPr>
              <a:t>「Power Automateで作れますよ」</a:t>
            </a:r>
          </a:p>
          <a:p>
            <a:pPr algn="l"/>
            <a:r>
              <a:rPr sz="1600" b="0">
                <a:solidFill>
                  <a:srgbClr val="323130"/>
                </a:solidFill>
                <a:latin typeface="Yu Gothic"/>
              </a:rPr>
              <a:t>「Outlookトリガー＋7アクションでOK」</a:t>
            </a:r>
          </a:p>
          <a:p>
            <a:pPr algn="l"/>
            <a:endParaRPr sz="1600" b="0">
              <a:solidFill>
                <a:srgbClr val="323130"/>
              </a:solidFill>
              <a:latin typeface="Yu Gothic"/>
            </a:endParaRPr>
          </a:p>
          <a:p>
            <a:pPr algn="l"/>
            <a:r>
              <a:rPr sz="1400" b="1">
                <a:solidFill>
                  <a:srgbClr val="323130"/>
                </a:solidFill>
                <a:latin typeface="Yu Gothic"/>
              </a:rPr>
              <a:t>自分:</a:t>
            </a:r>
          </a:p>
          <a:p>
            <a:pPr algn="l"/>
            <a:r>
              <a:rPr b="0">
                <a:solidFill>
                  <a:srgbClr val="323130"/>
                </a:solidFill>
                <a:latin typeface="Yu Gothic"/>
              </a:rPr>
              <a:t>「式どう書くの？」</a:t>
            </a:r>
          </a:p>
          <a:p>
            <a:pPr algn="l"/>
            <a:endParaRPr b="0">
              <a:solidFill>
                <a:srgbClr val="323130"/>
              </a:solidFill>
              <a:latin typeface="Yu Gothic"/>
            </a:endParaRPr>
          </a:p>
          <a:p>
            <a:pPr algn="l"/>
            <a:r>
              <a:rPr sz="1400" b="1">
                <a:solidFill>
                  <a:srgbClr val="323130"/>
                </a:solidFill>
                <a:latin typeface="Yu Gothic"/>
              </a:rPr>
              <a:t>Copilot:</a:t>
            </a:r>
          </a:p>
          <a:p>
            <a:pPr algn="l"/>
            <a:r>
              <a:rPr sz="1400" b="0">
                <a:solidFill>
                  <a:srgbClr val="323130"/>
                </a:solidFill>
                <a:latin typeface="Yu Gothic"/>
              </a:rPr>
              <a:t>div(sub(ticks(end),ticks(start)),</a:t>
            </a:r>
          </a:p>
          <a:p>
            <a:pPr algn="l"/>
            <a:r>
              <a:rPr sz="1400" b="0">
                <a:solidFill>
                  <a:srgbClr val="323130"/>
                </a:solidFill>
                <a:latin typeface="Yu Gothic"/>
              </a:rPr>
              <a:t>  600000000)</a:t>
            </a:r>
          </a:p>
          <a:p>
            <a:pPr algn="l"/>
            <a:endParaRPr sz="1400" b="0">
              <a:solidFill>
                <a:srgbClr val="323130"/>
              </a:solidFill>
              <a:latin typeface="Yu Gothic"/>
            </a:endParaRPr>
          </a:p>
          <a:p>
            <a:pPr algn="l"/>
            <a:r>
              <a:rPr sz="1400" b="1">
                <a:solidFill>
                  <a:srgbClr val="323130"/>
                </a:solidFill>
                <a:latin typeface="Yu Gothic"/>
              </a:rPr>
              <a:t>自分:</a:t>
            </a:r>
          </a:p>
          <a:p>
            <a:pPr algn="l"/>
            <a:r>
              <a:rPr b="0">
                <a:solidFill>
                  <a:srgbClr val="323130"/>
                </a:solidFill>
                <a:latin typeface="Yu Gothic"/>
              </a:rPr>
              <a:t>「（読めないけど動いた）」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280160"/>
            <a:ext cx="5577840" cy="49377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8C6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ed Rectangle 11"/>
          <p:cNvSpPr/>
          <p:nvPr/>
        </p:nvSpPr>
        <p:spPr>
          <a:xfrm>
            <a:off x="6309360" y="1280160"/>
            <a:ext cx="5577840" cy="457200"/>
          </a:xfrm>
          <a:prstGeom prst="roundRect">
            <a:avLst>
              <a:gd name="adj" fmla="val 10000"/>
            </a:avLst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37960" y="1280160"/>
            <a:ext cx="5029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Yu Gothic"/>
              </a:rPr>
              <a:t>✅  Copilotが提案したフロー(7アクション)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37960" y="1965960"/>
            <a:ext cx="384048" cy="384048"/>
          </a:xfrm>
          <a:prstGeom prst="roundRect">
            <a:avLst>
              <a:gd name="adj" fmla="val 10000"/>
            </a:avLst>
          </a:prstGeom>
          <a:solidFill>
            <a:srgbClr val="DEEC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37960" y="1965960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>
                <a:solidFill>
                  <a:srgbClr val="004E8C"/>
                </a:solidFill>
                <a:latin typeface="Yu Gothic"/>
              </a:rPr>
              <a:t>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86600" y="2070386"/>
            <a:ext cx="4572000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>
                <a:solidFill>
                  <a:srgbClr val="323130"/>
                </a:solidFill>
                <a:latin typeface="Yu Gothic"/>
              </a:rPr>
              <a:t>トリガー：新しいイベント (Outlook)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37960" y="2532888"/>
            <a:ext cx="384048" cy="384048"/>
          </a:xfrm>
          <a:prstGeom prst="roundRect">
            <a:avLst>
              <a:gd name="adj" fmla="val 10000"/>
            </a:avLst>
          </a:prstGeom>
          <a:solidFill>
            <a:srgbClr val="DEEC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537960" y="2532888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>
                <a:solidFill>
                  <a:srgbClr val="004E8C"/>
                </a:solidFill>
                <a:latin typeface="Yu Gothic"/>
              </a:rPr>
              <a:t>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86600" y="2637314"/>
            <a:ext cx="4572000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>
                <a:solidFill>
                  <a:srgbClr val="323130"/>
                </a:solidFill>
                <a:latin typeface="Yu Gothic"/>
              </a:rPr>
              <a:t>参加者数_必須 (split + length)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37960" y="3099815"/>
            <a:ext cx="384048" cy="384048"/>
          </a:xfrm>
          <a:prstGeom prst="roundRect">
            <a:avLst>
              <a:gd name="adj" fmla="val 10000"/>
            </a:avLst>
          </a:prstGeom>
          <a:solidFill>
            <a:srgbClr val="DEEC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537960" y="3099815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>
                <a:solidFill>
                  <a:srgbClr val="004E8C"/>
                </a:solidFill>
                <a:latin typeface="Yu Gothic"/>
              </a:rPr>
              <a:t>③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86600" y="3149378"/>
            <a:ext cx="4572000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>
                <a:solidFill>
                  <a:srgbClr val="323130"/>
                </a:solidFill>
                <a:latin typeface="Yu Gothic"/>
              </a:rPr>
              <a:t>参加者数_任意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537960" y="3666744"/>
            <a:ext cx="384048" cy="384048"/>
          </a:xfrm>
          <a:prstGeom prst="roundRect">
            <a:avLst>
              <a:gd name="adj" fmla="val 10000"/>
            </a:avLst>
          </a:prstGeom>
          <a:solidFill>
            <a:srgbClr val="DEEC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537960" y="3666744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>
                <a:solidFill>
                  <a:srgbClr val="004E8C"/>
                </a:solidFill>
                <a:latin typeface="Yu Gothic"/>
              </a:rPr>
              <a:t>④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86600" y="3716307"/>
            <a:ext cx="4572000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>
                <a:solidFill>
                  <a:srgbClr val="323130"/>
                </a:solidFill>
                <a:latin typeface="Yu Gothic"/>
              </a:rPr>
              <a:t>合計参加者数 (主催者+1)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37960" y="4233672"/>
            <a:ext cx="384048" cy="384048"/>
          </a:xfrm>
          <a:prstGeom prst="roundRect">
            <a:avLst>
              <a:gd name="adj" fmla="val 10000"/>
            </a:avLst>
          </a:prstGeom>
          <a:solidFill>
            <a:srgbClr val="DEEC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537960" y="4233672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>
                <a:solidFill>
                  <a:srgbClr val="004E8C"/>
                </a:solidFill>
                <a:latin typeface="Yu Gothic"/>
              </a:rPr>
              <a:t>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86600" y="4283235"/>
            <a:ext cx="4572000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>
                <a:solidFill>
                  <a:srgbClr val="323130"/>
                </a:solidFill>
                <a:latin typeface="Yu Gothic"/>
              </a:rPr>
              <a:t>会議時間_分 (ticks計算)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537960" y="4800600"/>
            <a:ext cx="384048" cy="384048"/>
          </a:xfrm>
          <a:prstGeom prst="roundRect">
            <a:avLst>
              <a:gd name="adj" fmla="val 10000"/>
            </a:avLst>
          </a:prstGeom>
          <a:solidFill>
            <a:srgbClr val="DEEC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537960" y="4800600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>
                <a:solidFill>
                  <a:srgbClr val="004E8C"/>
                </a:solidFill>
                <a:latin typeface="Yu Gothic"/>
              </a:rPr>
              <a:t>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86600" y="4850163"/>
            <a:ext cx="4572000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>
                <a:solidFill>
                  <a:srgbClr val="323130"/>
                </a:solidFill>
                <a:latin typeface="Yu Gothic"/>
              </a:rPr>
              <a:t>コスト = 人数×分×(時給÷60)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537960" y="5367527"/>
            <a:ext cx="384048" cy="384048"/>
          </a:xfrm>
          <a:prstGeom prst="roundRect">
            <a:avLst>
              <a:gd name="adj" fmla="val 10000"/>
            </a:avLst>
          </a:prstGeom>
          <a:solidFill>
            <a:srgbClr val="DEEC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537960" y="5367527"/>
            <a:ext cx="384048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200" b="1">
                <a:solidFill>
                  <a:srgbClr val="004E8C"/>
                </a:solidFill>
                <a:latin typeface="Yu Gothic"/>
              </a:rPr>
              <a:t>⑦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86600" y="5417090"/>
            <a:ext cx="4572000" cy="2462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600" b="0">
                <a:solidFill>
                  <a:srgbClr val="323130"/>
                </a:solidFill>
                <a:latin typeface="Yu Gothic"/>
              </a:rPr>
              <a:t>Teams投稿</a:t>
            </a:r>
            <a:r>
              <a:rPr lang="ja-JP" altLang="en-US" sz="1600" b="0">
                <a:solidFill>
                  <a:srgbClr val="323130"/>
                </a:solidFill>
                <a:latin typeface="Yu Gothic"/>
              </a:rPr>
              <a:t>ありがとうございました。 </a:t>
            </a:r>
            <a:r>
              <a:rPr sz="1600" b="0">
                <a:solidFill>
                  <a:srgbClr val="323130"/>
                </a:solidFill>
                <a:latin typeface="Yu Gothic"/>
              </a:rPr>
              <a:t>(Flowbot)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" y="644652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605E5C"/>
                </a:solidFill>
                <a:latin typeface="Yu Gothic"/>
              </a:rPr>
              <a:t>Power Automate 45 (PA45)  ×  Copilot Community LT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2776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605E5C"/>
                </a:solidFill>
                <a:latin typeface="Yu Gothic"/>
              </a:rPr>
              <a:t>6 / 10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57200" y="411480"/>
            <a:ext cx="822960" cy="502920"/>
          </a:xfrm>
          <a:prstGeom prst="roundRect">
            <a:avLst>
              <a:gd name="adj" fmla="val 10000"/>
            </a:avLst>
          </a:prstGeom>
          <a:solidFill>
            <a:srgbClr val="464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82296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Yu Gothic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411480"/>
            <a:ext cx="100584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>
                <a:solidFill>
                  <a:srgbClr val="323130"/>
                </a:solidFill>
                <a:latin typeface="Yu Gothic"/>
              </a:rPr>
              <a:t>実装してみた：Power Automateの全体像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05840"/>
            <a:ext cx="1828800" cy="36576"/>
          </a:xfrm>
          <a:prstGeom prst="roundRect">
            <a:avLst>
              <a:gd name="adj" fmla="val 10000"/>
            </a:avLst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365760" y="1316736"/>
            <a:ext cx="11430000" cy="4206240"/>
          </a:xfrm>
          <a:prstGeom prst="roundRect">
            <a:avLst>
              <a:gd name="adj" fmla="val 8000"/>
            </a:avLst>
          </a:prstGeom>
          <a:solidFill>
            <a:srgbClr val="F3F2F1"/>
          </a:solidFill>
          <a:ln w="19050">
            <a:solidFill>
              <a:srgbClr val="C8C6C4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457200" y="5760720"/>
            <a:ext cx="365760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8C6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57200" y="5760720"/>
            <a:ext cx="54864" cy="640080"/>
          </a:xfrm>
          <a:prstGeom prst="roundRect">
            <a:avLst>
              <a:gd name="adj" fmla="val 10000"/>
            </a:avLst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5779008"/>
            <a:ext cx="33832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373E99"/>
                </a:solidFill>
                <a:latin typeface="Yu Gothic"/>
              </a:rPr>
              <a:t>Outlook トリガー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053328"/>
            <a:ext cx="33832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605E5C"/>
                </a:solidFill>
                <a:latin typeface="Yu Gothic"/>
              </a:rPr>
              <a:t>新しい会議が作られた瞬間に発火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5760720"/>
            <a:ext cx="365760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8C6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ounded Rectangle 14"/>
          <p:cNvSpPr/>
          <p:nvPr/>
        </p:nvSpPr>
        <p:spPr>
          <a:xfrm>
            <a:off x="4297680" y="5760720"/>
            <a:ext cx="54864" cy="640080"/>
          </a:xfrm>
          <a:prstGeom prst="roundRect">
            <a:avLst>
              <a:gd name="adj" fmla="val 10000"/>
            </a:avLst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480560" y="5779008"/>
            <a:ext cx="33832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373E99"/>
                </a:solidFill>
                <a:latin typeface="Yu Gothic"/>
              </a:rPr>
              <a:t>ticks() 計算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6053328"/>
            <a:ext cx="33832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605E5C"/>
                </a:solidFill>
                <a:latin typeface="Yu Gothic"/>
              </a:rPr>
              <a:t>100ナノ秒単位の時間差を分に変換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60" y="5760720"/>
            <a:ext cx="3657600" cy="640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6350">
            <a:solidFill>
              <a:srgbClr val="C8C6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ed Rectangle 18"/>
          <p:cNvSpPr/>
          <p:nvPr/>
        </p:nvSpPr>
        <p:spPr>
          <a:xfrm>
            <a:off x="8138160" y="5760720"/>
            <a:ext cx="54864" cy="640080"/>
          </a:xfrm>
          <a:prstGeom prst="roundRect">
            <a:avLst>
              <a:gd name="adj" fmla="val 10000"/>
            </a:avLst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321040" y="5779008"/>
            <a:ext cx="33832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1">
                <a:solidFill>
                  <a:srgbClr val="373E99"/>
                </a:solidFill>
                <a:latin typeface="Yu Gothic"/>
              </a:rPr>
              <a:t>Teams投稿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6053328"/>
            <a:ext cx="338328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605E5C"/>
                </a:solidFill>
                <a:latin typeface="Yu Gothic"/>
              </a:rPr>
              <a:t>Flowbotから自分のチャットに通知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644652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605E5C"/>
                </a:solidFill>
                <a:latin typeface="Yu Gothic"/>
              </a:rPr>
              <a:t>Power Automate 45 (PA45)  ×  Copilot Community LT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776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605E5C"/>
                </a:solidFill>
                <a:latin typeface="Yu Gothic"/>
              </a:rPr>
              <a:t>7 / 10</a:t>
            </a:r>
          </a:p>
        </p:txBody>
      </p:sp>
      <p:pic>
        <p:nvPicPr>
          <p:cNvPr id="25" name="図 24" descr="The image displays a user interface with a flowchart that illustrates an event creation process, including steps for required and optional participant counts, and a calculation for total participants.&#10;&#10;AI 生成コンテンツは誤りを含む可能性があります。">
            <a:extLst>
              <a:ext uri="{FF2B5EF4-FFF2-40B4-BE49-F238E27FC236}">
                <a16:creationId xmlns:a16="http://schemas.microsoft.com/office/drawing/2014/main" id="{ECD95901-3818-AB98-430B-A0191FCCFA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" y="1680173"/>
            <a:ext cx="2162191" cy="3467125"/>
          </a:xfrm>
          <a:prstGeom prst="rect">
            <a:avLst/>
          </a:prstGeom>
        </p:spPr>
      </p:pic>
      <p:pic>
        <p:nvPicPr>
          <p:cNvPr id="27" name="図 26" descr="The image illustrates a workflow diagram in Japanese, showing a series of steps for initializing a variable, calculating costs, and notifying conference attendees via chat or email.&#10;&#10;AI 生成コンテンツは誤りを含む可能性があります。">
            <a:extLst>
              <a:ext uri="{FF2B5EF4-FFF2-40B4-BE49-F238E27FC236}">
                <a16:creationId xmlns:a16="http://schemas.microsoft.com/office/drawing/2014/main" id="{58B7430B-E5E7-D7F4-22F3-4D118C5C50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30838" y="1538273"/>
            <a:ext cx="2047890" cy="3781453"/>
          </a:xfrm>
          <a:prstGeom prst="rect">
            <a:avLst/>
          </a:prstGeom>
        </p:spPr>
      </p:pic>
      <p:pic>
        <p:nvPicPr>
          <p:cNvPr id="29" name="図 28" descr="The provided text appears to be a snippet of code, specifically a conditional statement in a programming language, likely JavaScript. It checks if an array called `triggerOutputs` has an element at the key `'body/requiredAttendees'` and is empty. If it is, it returns `0`. If it's not empty, it splits the array at the semicolon delimiter, then returns the length of the resulting array minus one.&#10;&#10;AI 生成コンテンツは誤りを含む可能性があります。">
            <a:extLst>
              <a:ext uri="{FF2B5EF4-FFF2-40B4-BE49-F238E27FC236}">
                <a16:creationId xmlns:a16="http://schemas.microsoft.com/office/drawing/2014/main" id="{038036A4-7789-1BD5-DF2D-59D757D0F7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29119" y="2684333"/>
            <a:ext cx="4514883" cy="657230"/>
          </a:xfrm>
          <a:prstGeom prst="rect">
            <a:avLst/>
          </a:prstGeom>
        </p:spPr>
      </p:pic>
      <p:pic>
        <p:nvPicPr>
          <p:cNvPr id="31" name="図 30" descr="body/optionalAttendees&#10;&#10;AI 生成コンテンツは誤りを含む可能性があります。">
            <a:extLst>
              <a:ext uri="{FF2B5EF4-FFF2-40B4-BE49-F238E27FC236}">
                <a16:creationId xmlns:a16="http://schemas.microsoft.com/office/drawing/2014/main" id="{8F64F2FC-8D13-BD47-FC04-95553988425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67219" y="3627853"/>
            <a:ext cx="4476783" cy="685805"/>
          </a:xfrm>
          <a:prstGeom prst="rect">
            <a:avLst/>
          </a:prstGeom>
        </p:spPr>
      </p:pic>
      <p:pic>
        <p:nvPicPr>
          <p:cNvPr id="33" name="図 32" descr="The image shows a snippet of code with a function call in a programming language, specifically adding two outputs with given strings and an integer.&#10;&#10;AI 生成コンテンツは誤りを含む可能性があります。">
            <a:extLst>
              <a:ext uri="{FF2B5EF4-FFF2-40B4-BE49-F238E27FC236}">
                <a16:creationId xmlns:a16="http://schemas.microsoft.com/office/drawing/2014/main" id="{5B4ED5E9-2204-DFCF-0FF4-DAA225B1A49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816019" y="4587978"/>
            <a:ext cx="4514883" cy="53340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0" y="0"/>
            <a:ext cx="12192000" cy="6858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57200" y="411480"/>
            <a:ext cx="822960" cy="502920"/>
          </a:xfrm>
          <a:prstGeom prst="roundRect">
            <a:avLst>
              <a:gd name="adj" fmla="val 10000"/>
            </a:avLst>
          </a:prstGeom>
          <a:solidFill>
            <a:srgbClr val="464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82296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Yu Gothic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411480"/>
            <a:ext cx="10058400" cy="5029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>
                <a:solidFill>
                  <a:srgbClr val="323130"/>
                </a:solidFill>
                <a:latin typeface="Yu Gothic"/>
              </a:rPr>
              <a:t>結果：空気が変わった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05840"/>
            <a:ext cx="1828800" cy="36576"/>
          </a:xfrm>
          <a:prstGeom prst="roundRect">
            <a:avLst>
              <a:gd name="adj" fmla="val 10000"/>
            </a:avLst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5577840" cy="320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8C6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457200" y="1280160"/>
            <a:ext cx="5577840" cy="457200"/>
          </a:xfrm>
          <a:prstGeom prst="roundRect">
            <a:avLst>
              <a:gd name="adj" fmla="val 10000"/>
            </a:avLst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1280160"/>
            <a:ext cx="50292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Yu Gothic"/>
              </a:rPr>
              <a:t>🚨  Teams通知 (Flowbot)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280160"/>
            <a:ext cx="5577840" cy="1554480"/>
          </a:xfrm>
          <a:prstGeom prst="roundRect">
            <a:avLst>
              <a:gd name="adj" fmla="val 10000"/>
            </a:avLst>
          </a:prstGeom>
          <a:solidFill>
            <a:srgbClr val="373E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537960" y="1371600"/>
            <a:ext cx="50292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Yu Gothic"/>
              </a:rPr>
              <a:t>会議は減らなかった。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2011680"/>
            <a:ext cx="502920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200" b="1">
                <a:solidFill>
                  <a:srgbClr val="FFB900"/>
                </a:solidFill>
                <a:latin typeface="Yu Gothic"/>
              </a:rPr>
              <a:t>でも、空気が変わった。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3017520"/>
            <a:ext cx="5303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>
                <a:solidFill>
                  <a:srgbClr val="373E99"/>
                </a:solidFill>
                <a:latin typeface="Yu Gothic"/>
              </a:rPr>
              <a:t>💡 今日の学び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3566160"/>
            <a:ext cx="292608" cy="292608"/>
          </a:xfrm>
          <a:prstGeom prst="roundRect">
            <a:avLst>
              <a:gd name="adj" fmla="val 10000"/>
            </a:avLst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309360" y="3566160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Yu Gothic"/>
              </a:rPr>
              <a:t>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0" y="3520440"/>
            <a:ext cx="50292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323130"/>
                </a:solidFill>
                <a:latin typeface="Yu Gothic"/>
              </a:rPr>
              <a:t>Copilotは"何を作るか"も提案してくれる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60" y="4069080"/>
            <a:ext cx="292608" cy="292608"/>
          </a:xfrm>
          <a:prstGeom prst="roundRect">
            <a:avLst>
              <a:gd name="adj" fmla="val 10000"/>
            </a:avLst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309360" y="4069080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Yu Gothic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66560" y="4023360"/>
            <a:ext cx="50292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323130"/>
                </a:solidFill>
                <a:latin typeface="Yu Gothic"/>
              </a:rPr>
              <a:t>式が読めなくても動く（理解は後で追いつく）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309360" y="4572000"/>
            <a:ext cx="292608" cy="292608"/>
          </a:xfrm>
          <a:prstGeom prst="roundRect">
            <a:avLst>
              <a:gd name="adj" fmla="val 10000"/>
            </a:avLst>
          </a:prstGeom>
          <a:solidFill>
            <a:srgbClr val="0078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309360" y="4572000"/>
            <a:ext cx="292608" cy="29260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Yu Gothic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66560" y="4526280"/>
            <a:ext cx="5029200" cy="4114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1300" b="0">
                <a:solidFill>
                  <a:srgbClr val="323130"/>
                </a:solidFill>
                <a:latin typeface="Yu Gothic"/>
              </a:rPr>
              <a:t>数字を見せると、人は動く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5029200"/>
            <a:ext cx="11430000" cy="1280160"/>
          </a:xfrm>
          <a:prstGeom prst="roundRect">
            <a:avLst>
              <a:gd name="adj" fmla="val 10000"/>
            </a:avLst>
          </a:prstGeom>
          <a:solidFill>
            <a:srgbClr val="464E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ounded Rectangle 27"/>
          <p:cNvSpPr/>
          <p:nvPr/>
        </p:nvSpPr>
        <p:spPr>
          <a:xfrm>
            <a:off x="457200" y="5029200"/>
            <a:ext cx="137160" cy="1280160"/>
          </a:xfrm>
          <a:prstGeom prst="roundRect">
            <a:avLst>
              <a:gd name="adj" fmla="val 10000"/>
            </a:avLst>
          </a:prstGeom>
          <a:solidFill>
            <a:srgbClr val="7460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868680" y="516636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>
                <a:solidFill>
                  <a:srgbClr val="FFB900"/>
                </a:solidFill>
                <a:latin typeface="Yu Gothic"/>
              </a:rPr>
              <a:t>🎁  Power Automate 45 (PA45)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" y="562356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>
                <a:solidFill>
                  <a:srgbClr val="FFFFFF"/>
                </a:solidFill>
                <a:latin typeface="Yu Gothic"/>
              </a:rPr>
              <a:t>毎週木曜 20:15〜  /  45分の "1粒ハンズオン"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" y="5989320"/>
            <a:ext cx="109728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>
                <a:solidFill>
                  <a:srgbClr val="E8E9F7"/>
                </a:solidFill>
                <a:latin typeface="Yu Gothic"/>
              </a:rPr>
              <a:t>powerautomate-create.connpass.com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5760" y="6446520"/>
            <a:ext cx="64008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>
                <a:solidFill>
                  <a:srgbClr val="605E5C"/>
                </a:solidFill>
                <a:latin typeface="Yu Gothic"/>
              </a:rPr>
              <a:t>Power Automate 45 (PA45)  ×  Copilot Community 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77600" y="6446520"/>
            <a:ext cx="548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00" b="0">
                <a:solidFill>
                  <a:srgbClr val="605E5C"/>
                </a:solidFill>
                <a:latin typeface="Yu Gothic"/>
              </a:rPr>
              <a:t>9 / 10</a:t>
            </a:r>
          </a:p>
        </p:txBody>
      </p:sp>
      <p:pic>
        <p:nvPicPr>
          <p:cNvPr id="35" name="図 34" descr="PA45,&#10;&#10;AI 生成コンテンツは誤りを含む可能性があります。">
            <a:extLst>
              <a:ext uri="{FF2B5EF4-FFF2-40B4-BE49-F238E27FC236}">
                <a16:creationId xmlns:a16="http://schemas.microsoft.com/office/drawing/2014/main" id="{B134EC95-E660-EC78-DEE9-EC24ACCDF7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1889760"/>
            <a:ext cx="2957109" cy="2407931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2164</TotalTime>
  <Words>530</Words>
  <Application>Microsoft Office PowerPoint</Application>
  <PresentationFormat>ワイド画面</PresentationFormat>
  <Paragraphs>128</Paragraphs>
  <Slides>8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2" baseType="lpstr">
      <vt:lpstr>BIZ UDGothic</vt:lpstr>
      <vt:lpstr>Yu Gothic</vt:lpstr>
      <vt:lpstr>Arial</vt:lpstr>
      <vt:lpstr>Office Theme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>Generated by Gen-Spark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Multi-page HTML Content</dc:title>
  <dc:subject>PptxGenJS Presentation</dc:subject>
  <dc:creator>Visual Extract to PPTX Converter</dc:creator>
  <cp:lastModifiedBy>Ueda Isamu</cp:lastModifiedBy>
  <cp:revision>19</cp:revision>
  <dcterms:created xsi:type="dcterms:W3CDTF">2026-03-02T01:22:39Z</dcterms:created>
  <dcterms:modified xsi:type="dcterms:W3CDTF">2026-04-28T04:53:51Z</dcterms:modified>
</cp:coreProperties>
</file>