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6E51F21-E202-78C2-9001-1A764E263E35}"/>
              </a:ext>
            </a:extLst>
          </p:cNvPr>
          <p:cNvSpPr txBox="1"/>
          <p:nvPr/>
        </p:nvSpPr>
        <p:spPr>
          <a:xfrm>
            <a:off x="45134" y="1682276"/>
            <a:ext cx="658980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①　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『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開発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』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タブクリック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(Word)</a:t>
            </a: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②　 変数を代入したい文字列を選択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③　テキストコンテンツコントロールを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　クリック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④　プロパティをクリック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⑤　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PA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で側と同じ変数名を入力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8359A0-9539-2139-88EF-853FF011F9A2}"/>
              </a:ext>
            </a:extLst>
          </p:cNvPr>
          <p:cNvSpPr txBox="1"/>
          <p:nvPr/>
        </p:nvSpPr>
        <p:spPr>
          <a:xfrm>
            <a:off x="201885" y="141018"/>
            <a:ext cx="5894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Tips</a:t>
            </a:r>
            <a:endParaRPr lang="ja-JP" altLang="en-US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02705C2-00A1-8A4A-D9CE-9AAE466B371C}"/>
              </a:ext>
            </a:extLst>
          </p:cNvPr>
          <p:cNvSpPr/>
          <p:nvPr/>
        </p:nvSpPr>
        <p:spPr>
          <a:xfrm>
            <a:off x="16883" y="0"/>
            <a:ext cx="12175117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E678DE0-634C-5BA4-1EE1-A97412886D30}"/>
              </a:ext>
            </a:extLst>
          </p:cNvPr>
          <p:cNvSpPr txBox="1"/>
          <p:nvPr/>
        </p:nvSpPr>
        <p:spPr>
          <a:xfrm>
            <a:off x="555823" y="774519"/>
            <a:ext cx="81881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Word</a:t>
            </a:r>
            <a:r>
              <a:rPr lang="ja-JP" altLang="en-US" sz="28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への変数受け渡し手順</a:t>
            </a:r>
          </a:p>
        </p:txBody>
      </p:sp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E28A576-B931-F558-247B-A3E7E14D00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80" r="3723"/>
          <a:stretch>
            <a:fillRect/>
          </a:stretch>
        </p:blipFill>
        <p:spPr>
          <a:xfrm>
            <a:off x="6634940" y="1346465"/>
            <a:ext cx="5239197" cy="49989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CE76246-861A-B51D-64AB-3F347928C87D}"/>
              </a:ext>
            </a:extLst>
          </p:cNvPr>
          <p:cNvSpPr/>
          <p:nvPr/>
        </p:nvSpPr>
        <p:spPr>
          <a:xfrm>
            <a:off x="8234340" y="1363227"/>
            <a:ext cx="452460" cy="335811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3149B03-6F87-DCE4-8F6E-7531658F0CF9}"/>
              </a:ext>
            </a:extLst>
          </p:cNvPr>
          <p:cNvSpPr/>
          <p:nvPr/>
        </p:nvSpPr>
        <p:spPr>
          <a:xfrm>
            <a:off x="7781879" y="4406872"/>
            <a:ext cx="1629909" cy="413322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6558144-812A-C0A1-21F4-9D30E5C2B20E}"/>
              </a:ext>
            </a:extLst>
          </p:cNvPr>
          <p:cNvSpPr/>
          <p:nvPr/>
        </p:nvSpPr>
        <p:spPr>
          <a:xfrm>
            <a:off x="7114090" y="1658936"/>
            <a:ext cx="331739" cy="202521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11B6D41-9943-D743-5C66-BD9D6BFFD813}"/>
              </a:ext>
            </a:extLst>
          </p:cNvPr>
          <p:cNvSpPr/>
          <p:nvPr/>
        </p:nvSpPr>
        <p:spPr>
          <a:xfrm>
            <a:off x="9633857" y="5410274"/>
            <a:ext cx="1809206" cy="409229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DB70E01F-1681-3F00-0C6C-FCD6ADEA4FDD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16200000" flipH="1">
            <a:off x="7174785" y="2984823"/>
            <a:ext cx="2707834" cy="136264"/>
          </a:xfrm>
          <a:prstGeom prst="bentConnector3">
            <a:avLst>
              <a:gd name="adj1" fmla="val 50000"/>
            </a:avLst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E84A8EBA-4611-3CED-D3C6-2F39C3CF3701}"/>
              </a:ext>
            </a:extLst>
          </p:cNvPr>
          <p:cNvCxnSpPr>
            <a:cxnSpLocks/>
            <a:stCxn id="7" idx="1"/>
            <a:endCxn id="9" idx="2"/>
          </p:cNvCxnSpPr>
          <p:nvPr/>
        </p:nvCxnSpPr>
        <p:spPr>
          <a:xfrm rot="10800000">
            <a:off x="7279961" y="1861457"/>
            <a:ext cx="501919" cy="2752076"/>
          </a:xfrm>
          <a:prstGeom prst="bentConnector2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DA0E5398-E958-8C7B-66CE-458CAA0007FD}"/>
              </a:ext>
            </a:extLst>
          </p:cNvPr>
          <p:cNvCxnSpPr>
            <a:cxnSpLocks/>
            <a:stCxn id="9" idx="3"/>
            <a:endCxn id="31" idx="2"/>
          </p:cNvCxnSpPr>
          <p:nvPr/>
        </p:nvCxnSpPr>
        <p:spPr>
          <a:xfrm>
            <a:off x="7445829" y="1760197"/>
            <a:ext cx="608427" cy="312061"/>
          </a:xfrm>
          <a:prstGeom prst="bentConnector4">
            <a:avLst>
              <a:gd name="adj1" fmla="val 28512"/>
              <a:gd name="adj2" fmla="val 173255"/>
            </a:avLst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39475D9D-34D3-156E-F6EF-9B153DA0363F}"/>
              </a:ext>
            </a:extLst>
          </p:cNvPr>
          <p:cNvSpPr/>
          <p:nvPr/>
        </p:nvSpPr>
        <p:spPr>
          <a:xfrm>
            <a:off x="7792780" y="1817150"/>
            <a:ext cx="522951" cy="255108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3" name="コネクタ: カギ線 32">
            <a:extLst>
              <a:ext uri="{FF2B5EF4-FFF2-40B4-BE49-F238E27FC236}">
                <a16:creationId xmlns:a16="http://schemas.microsoft.com/office/drawing/2014/main" id="{3B0713D5-076F-E5BE-A825-4BE2D1E15930}"/>
              </a:ext>
            </a:extLst>
          </p:cNvPr>
          <p:cNvCxnSpPr>
            <a:cxnSpLocks/>
            <a:stCxn id="31" idx="0"/>
            <a:endCxn id="13" idx="0"/>
          </p:cNvCxnSpPr>
          <p:nvPr/>
        </p:nvCxnSpPr>
        <p:spPr>
          <a:xfrm rot="16200000" flipH="1">
            <a:off x="7499796" y="2371610"/>
            <a:ext cx="3593124" cy="2484204"/>
          </a:xfrm>
          <a:prstGeom prst="bentConnector3">
            <a:avLst>
              <a:gd name="adj1" fmla="val -19268"/>
            </a:avLst>
          </a:prstGeom>
          <a:ln w="476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2680A44-1A21-138A-641F-45DDF8987E7A}"/>
              </a:ext>
            </a:extLst>
          </p:cNvPr>
          <p:cNvSpPr txBox="1"/>
          <p:nvPr/>
        </p:nvSpPr>
        <p:spPr>
          <a:xfrm>
            <a:off x="8636556" y="1583758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①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90E1F678-C064-3D59-BC81-3FF413F73648}"/>
              </a:ext>
            </a:extLst>
          </p:cNvPr>
          <p:cNvSpPr txBox="1"/>
          <p:nvPr/>
        </p:nvSpPr>
        <p:spPr>
          <a:xfrm>
            <a:off x="9201196" y="4105808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②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842F88F6-0AFD-9B63-804B-8FF695D67C3E}"/>
              </a:ext>
            </a:extLst>
          </p:cNvPr>
          <p:cNvSpPr txBox="1"/>
          <p:nvPr/>
        </p:nvSpPr>
        <p:spPr>
          <a:xfrm>
            <a:off x="6601272" y="1500332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③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B096B926-174F-2B5C-33C9-52AEB6EA9DC2}"/>
              </a:ext>
            </a:extLst>
          </p:cNvPr>
          <p:cNvSpPr txBox="1"/>
          <p:nvPr/>
        </p:nvSpPr>
        <p:spPr>
          <a:xfrm>
            <a:off x="7672059" y="1423455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④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5E75C4B-FC86-6A3F-266D-35FFDF624466}"/>
              </a:ext>
            </a:extLst>
          </p:cNvPr>
          <p:cNvSpPr txBox="1"/>
          <p:nvPr/>
        </p:nvSpPr>
        <p:spPr>
          <a:xfrm>
            <a:off x="10992762" y="5016579"/>
            <a:ext cx="450301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/>
              <a:t>⑤</a:t>
            </a:r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3092BA29-25C4-A882-E194-F87D30770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092" y="3882878"/>
            <a:ext cx="609057" cy="4872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3A0D4C26-390E-0374-6A11-561A4DC0B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378" y="4846283"/>
            <a:ext cx="1206849" cy="4763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6E478FB4-090F-9C52-E592-E415FFB0CDE2}"/>
              </a:ext>
            </a:extLst>
          </p:cNvPr>
          <p:cNvCxnSpPr/>
          <p:nvPr/>
        </p:nvCxnSpPr>
        <p:spPr>
          <a:xfrm>
            <a:off x="3151311" y="3990703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81C11C33-214E-16E1-02B0-4952E7434250}"/>
              </a:ext>
            </a:extLst>
          </p:cNvPr>
          <p:cNvCxnSpPr/>
          <p:nvPr/>
        </p:nvCxnSpPr>
        <p:spPr>
          <a:xfrm>
            <a:off x="4405178" y="5016579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F9016D99-1397-4D1C-1D18-89F962B80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7609" y="2008290"/>
            <a:ext cx="656781" cy="3997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F46351AF-CFA4-B8E4-8413-63C98307632A}"/>
              </a:ext>
            </a:extLst>
          </p:cNvPr>
          <p:cNvCxnSpPr/>
          <p:nvPr/>
        </p:nvCxnSpPr>
        <p:spPr>
          <a:xfrm>
            <a:off x="5325266" y="2140280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6F7C3AEE-F77C-4092-B04C-3CED6C8814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97713" y="59482"/>
            <a:ext cx="915820" cy="962146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53" name="図 52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4ED2844D-EDDA-D485-5E26-3592A5FD38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00" b="90000" l="9583" r="90000">
                        <a14:foregroundMark x1="16500" y1="58750" x2="19667" y2="73083"/>
                        <a14:foregroundMark x1="19667" y1="73083" x2="26500" y2="65333"/>
                        <a14:foregroundMark x1="26500" y1="65333" x2="31417" y2="72417"/>
                        <a14:foregroundMark x1="31417" y1="72417" x2="36583" y2="60250"/>
                        <a14:foregroundMark x1="36583" y1="60250" x2="36167" y2="56750"/>
                        <a14:foregroundMark x1="24833" y1="60583" x2="28250" y2="65750"/>
                        <a14:foregroundMark x1="40750" y1="9500" x2="40750" y2="9500"/>
                        <a14:foregroundMark x1="26083" y1="58500" x2="26083" y2="58500"/>
                        <a14:foregroundMark x1="9583" y1="62500" x2="9583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55" t="7524" r="13105" b="8763"/>
          <a:stretch>
            <a:fillRect/>
          </a:stretch>
        </p:blipFill>
        <p:spPr>
          <a:xfrm>
            <a:off x="10822249" y="468146"/>
            <a:ext cx="1219914" cy="1292050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54" name="図 53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A5FF61A7-E829-3CEF-B989-EE1E3228BE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t="14837" r="5317" b="13305"/>
          <a:stretch>
            <a:fillRect/>
          </a:stretch>
        </p:blipFill>
        <p:spPr>
          <a:xfrm>
            <a:off x="8861706" y="217054"/>
            <a:ext cx="915820" cy="720182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B5261EAC-669F-909A-6A7C-687399F0F165}"/>
              </a:ext>
            </a:extLst>
          </p:cNvPr>
          <p:cNvCxnSpPr>
            <a:cxnSpLocks/>
          </p:cNvCxnSpPr>
          <p:nvPr/>
        </p:nvCxnSpPr>
        <p:spPr>
          <a:xfrm>
            <a:off x="7792780" y="500445"/>
            <a:ext cx="951219" cy="0"/>
          </a:xfrm>
          <a:prstGeom prst="straightConnector1">
            <a:avLst/>
          </a:prstGeom>
          <a:ln w="889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9AF8CF39-434E-61A8-5631-E1CD5982BBC6}"/>
              </a:ext>
            </a:extLst>
          </p:cNvPr>
          <p:cNvCxnSpPr>
            <a:cxnSpLocks/>
          </p:cNvCxnSpPr>
          <p:nvPr/>
        </p:nvCxnSpPr>
        <p:spPr>
          <a:xfrm>
            <a:off x="9964480" y="533102"/>
            <a:ext cx="951219" cy="0"/>
          </a:xfrm>
          <a:prstGeom prst="straightConnector1">
            <a:avLst/>
          </a:prstGeom>
          <a:ln w="889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図 58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81EAB06E-BEF3-59D7-FEE1-3F81F2553A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21513" y="6144161"/>
            <a:ext cx="3095564" cy="5306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2D2EAF25-9774-80A1-C2A3-96638EC46064}"/>
              </a:ext>
            </a:extLst>
          </p:cNvPr>
          <p:cNvCxnSpPr/>
          <p:nvPr/>
        </p:nvCxnSpPr>
        <p:spPr>
          <a:xfrm>
            <a:off x="2691743" y="6277509"/>
            <a:ext cx="457200" cy="13579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