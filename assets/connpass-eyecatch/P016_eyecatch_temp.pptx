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Vol.16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【Power Automate × Copilot】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第16回：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Copilotと作る Power Automate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AIとフロー作りを加速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トリガー出力やJSONをCopilotに読ませて、式もエラー解決もサクッと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式やJSONで手が止まりがちな方／Copilotをもっと活用したい方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