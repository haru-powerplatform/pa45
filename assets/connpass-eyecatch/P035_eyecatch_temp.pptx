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Vol.35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【Power Automate×Outlook編】</a:t>
            </a:r>
            <a:r>
              <a:rPr lang="en-US" sz="4000" b="1" kern="0" spc="-112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「資料どこ？」と探さなくていい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会議が始まる少し前に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資料のリンクがTeamsに届く</a:t>
            </a:r>
            <a:r>
              <a:rPr lang="en-US" sz="4500" b="1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Outlookの予定が始まる前に、件名と資料をTeamsへ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会議の直前に資料を探している方・初参加の方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