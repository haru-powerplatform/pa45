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図 12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C27299AA-CEF5-62BE-79BF-2802DEE07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22" y="1164734"/>
            <a:ext cx="8739402" cy="51067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E7C2D9-7C7D-DB3C-EF00-0850C1347A81}"/>
              </a:ext>
            </a:extLst>
          </p:cNvPr>
          <p:cNvSpPr txBox="1"/>
          <p:nvPr/>
        </p:nvSpPr>
        <p:spPr>
          <a:xfrm>
            <a:off x="364029" y="197292"/>
            <a:ext cx="11077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は「この形」だけ覚えれば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OK</a:t>
            </a:r>
            <a:endParaRPr lang="en-US" altLang="ja-JP" sz="24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7D5C4CC-3391-6766-DCEA-FDE0EB449C60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15433E-28F3-85E1-E3D2-954D9345C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593" y="2995372"/>
            <a:ext cx="2306069" cy="230606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F13F99-10FF-7DE4-5650-2E0FBE990B48}"/>
              </a:ext>
            </a:extLst>
          </p:cNvPr>
          <p:cNvSpPr txBox="1"/>
          <p:nvPr/>
        </p:nvSpPr>
        <p:spPr>
          <a:xfrm rot="352564">
            <a:off x="9244238" y="1929520"/>
            <a:ext cx="2866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トリガーはひとつだけ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0A90206-507F-E992-012C-B560C7BEF05A}"/>
              </a:ext>
            </a:extLst>
          </p:cNvPr>
          <p:cNvCxnSpPr>
            <a:cxnSpLocks/>
          </p:cNvCxnSpPr>
          <p:nvPr/>
        </p:nvCxnSpPr>
        <p:spPr>
          <a:xfrm flipH="1">
            <a:off x="11480135" y="2513665"/>
            <a:ext cx="185126" cy="235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9B9A4B1-7969-2F3A-E09F-7C3D2B351CEC}"/>
              </a:ext>
            </a:extLst>
          </p:cNvPr>
          <p:cNvCxnSpPr/>
          <p:nvPr/>
        </p:nvCxnSpPr>
        <p:spPr>
          <a:xfrm>
            <a:off x="10212993" y="2396386"/>
            <a:ext cx="212436" cy="266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5B79FCF-29B0-0156-5BF6-6CF4F1ED2D6C}"/>
              </a:ext>
            </a:extLst>
          </p:cNvPr>
          <p:cNvSpPr txBox="1"/>
          <p:nvPr/>
        </p:nvSpPr>
        <p:spPr>
          <a:xfrm>
            <a:off x="7060509" y="2469351"/>
            <a:ext cx="36171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トリガー</a:t>
            </a:r>
            <a:endParaRPr lang="en-US" altLang="ja-JP" sz="4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4023B13-2CBE-76CD-1C58-E43DB8CCFD1D}"/>
              </a:ext>
            </a:extLst>
          </p:cNvPr>
          <p:cNvSpPr txBox="1"/>
          <p:nvPr/>
        </p:nvSpPr>
        <p:spPr>
          <a:xfrm>
            <a:off x="7223433" y="4226534"/>
            <a:ext cx="36171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アクション</a:t>
            </a:r>
            <a:endParaRPr lang="en-US" altLang="ja-JP" sz="4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EB4C271C-A495-7744-007C-B59D6429195B}"/>
              </a:ext>
            </a:extLst>
          </p:cNvPr>
          <p:cNvSpPr/>
          <p:nvPr/>
        </p:nvSpPr>
        <p:spPr>
          <a:xfrm rot="10800000">
            <a:off x="6544542" y="4399770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0698C8DE-4262-EFD8-A375-1577DE5932A3}"/>
              </a:ext>
            </a:extLst>
          </p:cNvPr>
          <p:cNvSpPr/>
          <p:nvPr/>
        </p:nvSpPr>
        <p:spPr>
          <a:xfrm rot="10800000">
            <a:off x="6543971" y="2603069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BCC512C6-45CD-97BC-42C5-338725006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493" y="145291"/>
            <a:ext cx="1058098" cy="10580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