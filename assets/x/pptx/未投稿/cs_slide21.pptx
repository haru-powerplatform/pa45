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" name="図 8" descr="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411B4C8-66AC-220A-504B-696BA291C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111" y="4961707"/>
            <a:ext cx="5891196" cy="8058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AB0CCCF-3836-7418-4E47-87F452E85532}"/>
              </a:ext>
            </a:extLst>
          </p:cNvPr>
          <p:cNvSpPr/>
          <p:nvPr/>
        </p:nvSpPr>
        <p:spPr>
          <a:xfrm>
            <a:off x="1253706" y="845389"/>
            <a:ext cx="10163594" cy="2294251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76200">
              <a:schemeClr val="tx1">
                <a:lumMod val="65000"/>
                <a:lumOff val="35000"/>
                <a:alpha val="69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0262E2D-6861-30B3-5C7F-DE9A9FA6E2E3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8】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「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Filter array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」アクションについて</a:t>
            </a:r>
            <a:endParaRPr lang="en-US" altLang="ja-JP" sz="3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AB3CB13-5F9F-A0D3-97E6-70AD7DD8ECEE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7645EB1-7E58-3F64-9018-FA57ACEF4385}"/>
              </a:ext>
            </a:extLst>
          </p:cNvPr>
          <p:cNvSpPr txBox="1"/>
          <p:nvPr/>
        </p:nvSpPr>
        <p:spPr>
          <a:xfrm>
            <a:off x="2203902" y="698617"/>
            <a:ext cx="8619659" cy="844205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89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必要な行だけを残す “</a:t>
            </a: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仕分けのプロ</a:t>
            </a: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”</a:t>
            </a:r>
            <a:endParaRPr lang="en-US" altLang="ja-JP" sz="3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763DF99F-6DB7-5146-9EC6-BA6A87F1B5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714" y="71519"/>
            <a:ext cx="1348575" cy="1348575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CFEF50B-A690-35D8-2B9F-168C2CD2B0CE}"/>
              </a:ext>
            </a:extLst>
          </p:cNvPr>
          <p:cNvCxnSpPr>
            <a:cxnSpLocks/>
          </p:cNvCxnSpPr>
          <p:nvPr/>
        </p:nvCxnSpPr>
        <p:spPr>
          <a:xfrm>
            <a:off x="5906307" y="3940462"/>
            <a:ext cx="0" cy="2624148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CCD167B-6527-BBF6-5C5D-91DF8E412A4E}"/>
              </a:ext>
            </a:extLst>
          </p:cNvPr>
          <p:cNvSpPr txBox="1"/>
          <p:nvPr/>
        </p:nvSpPr>
        <p:spPr>
          <a:xfrm>
            <a:off x="5273948" y="1462425"/>
            <a:ext cx="62619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✅どの行を残すか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✅条件に一致するものだけ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✅配列を「減らす」アクション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8734C39-F8D5-90C6-B4A2-8F7C176D35B2}"/>
              </a:ext>
            </a:extLst>
          </p:cNvPr>
          <p:cNvSpPr txBox="1"/>
          <p:nvPr/>
        </p:nvSpPr>
        <p:spPr>
          <a:xfrm>
            <a:off x="333452" y="3294131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Before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AEEBF0E-C857-2B88-BA24-33424F491889}"/>
              </a:ext>
            </a:extLst>
          </p:cNvPr>
          <p:cNvSpPr txBox="1"/>
          <p:nvPr/>
        </p:nvSpPr>
        <p:spPr>
          <a:xfrm>
            <a:off x="6053467" y="3259372"/>
            <a:ext cx="25914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8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after</a:t>
            </a:r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59E8E7D5-81B2-6E88-3274-DAE35CC21735}"/>
              </a:ext>
            </a:extLst>
          </p:cNvPr>
          <p:cNvSpPr/>
          <p:nvPr/>
        </p:nvSpPr>
        <p:spPr>
          <a:xfrm>
            <a:off x="5199755" y="3524094"/>
            <a:ext cx="706552" cy="353323"/>
          </a:xfrm>
          <a:prstGeom prst="rightArrow">
            <a:avLst/>
          </a:prstGeom>
          <a:solidFill>
            <a:srgbClr val="FFFF00"/>
          </a:solidFill>
          <a:ln w="476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947BD19-1DEC-E0FA-5E10-2C9287A0576C}"/>
              </a:ext>
            </a:extLst>
          </p:cNvPr>
          <p:cNvSpPr txBox="1"/>
          <p:nvPr/>
        </p:nvSpPr>
        <p:spPr>
          <a:xfrm>
            <a:off x="138909" y="3901347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[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太郎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25,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営業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},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花子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30,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総務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</a:t>
            </a:r>
          </a:p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5" name="図 34" descr="おもちゃ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9FF1117-F797-A223-8346-67573F8374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7" y="5346909"/>
            <a:ext cx="1361344" cy="1516818"/>
          </a:xfrm>
          <a:prstGeom prst="rect">
            <a:avLst/>
          </a:prstGeom>
          <a:effectLst>
            <a:glow rad="88900">
              <a:schemeClr val="bg1">
                <a:alpha val="91000"/>
              </a:schemeClr>
            </a:glow>
          </a:effec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1BA9388-7466-FBDA-C544-C6DEEF94EE9C}"/>
              </a:ext>
            </a:extLst>
          </p:cNvPr>
          <p:cNvSpPr txBox="1"/>
          <p:nvPr/>
        </p:nvSpPr>
        <p:spPr>
          <a:xfrm rot="186675">
            <a:off x="1383112" y="5576548"/>
            <a:ext cx="41939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「“営業だけ”後続で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　　使いたい</a:t>
            </a:r>
            <a:r>
              <a:rPr lang="en-US" altLang="ja-JP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…</a:t>
            </a:r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」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60C2F02-5127-7A18-E88C-64409736FD26}"/>
              </a:ext>
            </a:extLst>
          </p:cNvPr>
          <p:cNvSpPr txBox="1"/>
          <p:nvPr/>
        </p:nvSpPr>
        <p:spPr>
          <a:xfrm rot="159197">
            <a:off x="7761603" y="3338527"/>
            <a:ext cx="45964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Filter array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（部署 </a:t>
            </a:r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= 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営業）で絞り込み！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F77780AB-6AA4-30A6-1B09-16668288FA41}"/>
              </a:ext>
            </a:extLst>
          </p:cNvPr>
          <p:cNvSpPr txBox="1"/>
          <p:nvPr/>
        </p:nvSpPr>
        <p:spPr>
          <a:xfrm>
            <a:off x="6095999" y="42754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[  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太郎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25,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営業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}]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" name="図 60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06B38F8-EB97-D0FD-882E-EF11BAD4BA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0654" y="5740077"/>
            <a:ext cx="889469" cy="1052626"/>
          </a:xfrm>
          <a:prstGeom prst="rect">
            <a:avLst/>
          </a:prstGeom>
          <a:effectLst>
            <a:glow rad="88900">
              <a:schemeClr val="bg1">
                <a:alpha val="83000"/>
              </a:schemeClr>
            </a:glow>
          </a:effectLst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AA89CB5-D477-EC28-038C-24E245D11600}"/>
              </a:ext>
            </a:extLst>
          </p:cNvPr>
          <p:cNvSpPr txBox="1"/>
          <p:nvPr/>
        </p:nvSpPr>
        <p:spPr>
          <a:xfrm>
            <a:off x="5977355" y="5855309"/>
            <a:ext cx="62788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「必要な行だけになって、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　後続フローがラクになった！」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6C3E5A7B-F65A-0BBF-7D3A-CC1E63D7F36E}"/>
              </a:ext>
            </a:extLst>
          </p:cNvPr>
          <p:cNvSpPr/>
          <p:nvPr/>
        </p:nvSpPr>
        <p:spPr>
          <a:xfrm>
            <a:off x="11102997" y="5263467"/>
            <a:ext cx="950094" cy="516554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50800">
              <a:srgbClr val="0000CC">
                <a:alpha val="91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部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7CF2BB7-9FF4-B6EC-215B-11AFC25AE6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8" y="945016"/>
            <a:ext cx="2169522" cy="212613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66AABC3-2DBE-76CA-9AE5-66C6D38539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2650" y="1774426"/>
            <a:ext cx="3167963" cy="8175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