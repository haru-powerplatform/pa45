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Vol.27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【AIと作る編】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第27回：Copilotに作らせる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AIの手順どおりに組む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引っかかる所を自分で直す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Copilotに手順を聞いて組み、読み替えと空欄を自分で直す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非IT・フローを一から組むのが不安な方・初参加の方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（プログラミング知識ゼロでOK・見るだけの参加も歓迎）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夜45分ハンズオン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