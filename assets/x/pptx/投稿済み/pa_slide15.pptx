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3" name="Shape 26">
            <a:extLst>
              <a:ext uri="{FF2B5EF4-FFF2-40B4-BE49-F238E27FC236}">
                <a16:creationId xmlns:a16="http://schemas.microsoft.com/office/drawing/2014/main" id="{2D9D4541-F573-5B90-A0A8-CE4FC696D99A}"/>
              </a:ext>
            </a:extLst>
          </p:cNvPr>
          <p:cNvSpPr/>
          <p:nvPr/>
        </p:nvSpPr>
        <p:spPr>
          <a:xfrm>
            <a:off x="6193892" y="3596101"/>
            <a:ext cx="5910888" cy="805465"/>
          </a:xfrm>
          <a:prstGeom prst="roundRect">
            <a:avLst>
              <a:gd name="adj" fmla="val 17840"/>
            </a:avLst>
          </a:prstGeom>
          <a:solidFill>
            <a:srgbClr val="FFFFFF"/>
          </a:solidFill>
          <a:ln w="38100">
            <a:solidFill>
              <a:srgbClr val="4B5563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 sz="5400"/>
          </a:p>
        </p:txBody>
      </p:sp>
      <p:sp>
        <p:nvSpPr>
          <p:cNvPr id="42" name="Shape 26">
            <a:extLst>
              <a:ext uri="{FF2B5EF4-FFF2-40B4-BE49-F238E27FC236}">
                <a16:creationId xmlns:a16="http://schemas.microsoft.com/office/drawing/2014/main" id="{6D8A77DC-BE3F-4480-84BD-40FAE63B71FB}"/>
              </a:ext>
            </a:extLst>
          </p:cNvPr>
          <p:cNvSpPr/>
          <p:nvPr/>
        </p:nvSpPr>
        <p:spPr>
          <a:xfrm>
            <a:off x="223822" y="3601443"/>
            <a:ext cx="5910888" cy="805465"/>
          </a:xfrm>
          <a:prstGeom prst="roundRect">
            <a:avLst>
              <a:gd name="adj" fmla="val 17840"/>
            </a:avLst>
          </a:prstGeom>
          <a:solidFill>
            <a:srgbClr val="FFFFFF"/>
          </a:solidFill>
          <a:ln w="38100">
            <a:solidFill>
              <a:srgbClr val="4B5563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 sz="540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48FD9B31-404F-C67B-4627-CF7F68535426}"/>
              </a:ext>
            </a:extLst>
          </p:cNvPr>
          <p:cNvSpPr/>
          <p:nvPr/>
        </p:nvSpPr>
        <p:spPr>
          <a:xfrm>
            <a:off x="44269" y="-96796"/>
            <a:ext cx="11869945" cy="639483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71" name="グループ化 70">
            <a:extLst>
              <a:ext uri="{FF2B5EF4-FFF2-40B4-BE49-F238E27FC236}">
                <a16:creationId xmlns:a16="http://schemas.microsoft.com/office/drawing/2014/main" id="{9C6FA8B5-7C60-8905-DD11-B31986828321}"/>
              </a:ext>
            </a:extLst>
          </p:cNvPr>
          <p:cNvGrpSpPr/>
          <p:nvPr/>
        </p:nvGrpSpPr>
        <p:grpSpPr>
          <a:xfrm>
            <a:off x="188332" y="78173"/>
            <a:ext cx="1543203" cy="464514"/>
            <a:chOff x="188332" y="78173"/>
            <a:chExt cx="1543203" cy="464514"/>
          </a:xfrm>
        </p:grpSpPr>
        <p:sp>
          <p:nvSpPr>
            <p:cNvPr id="6" name="Shape 2">
              <a:extLst>
                <a:ext uri="{FF2B5EF4-FFF2-40B4-BE49-F238E27FC236}">
                  <a16:creationId xmlns:a16="http://schemas.microsoft.com/office/drawing/2014/main" id="{CD3CECAA-703F-9129-6A94-16AAA84C1BED}"/>
                </a:ext>
              </a:extLst>
            </p:cNvPr>
            <p:cNvSpPr/>
            <p:nvPr/>
          </p:nvSpPr>
          <p:spPr>
            <a:xfrm>
              <a:off x="188332" y="78173"/>
              <a:ext cx="1543203" cy="464514"/>
            </a:xfrm>
            <a:prstGeom prst="roundRect">
              <a:avLst>
                <a:gd name="adj" fmla="val 266667"/>
              </a:avLst>
            </a:pr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F35FD8F8-34FB-C79E-A12E-80641924B14B}"/>
                </a:ext>
              </a:extLst>
            </p:cNvPr>
            <p:cNvSpPr txBox="1"/>
            <p:nvPr/>
          </p:nvSpPr>
          <p:spPr>
            <a:xfrm>
              <a:off x="348708" y="184194"/>
              <a:ext cx="1317625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kern="0" spc="38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Vol.24</a:t>
              </a:r>
              <a:endParaRPr lang="en-US" sz="3200" dirty="0"/>
            </a:p>
          </p:txBody>
        </p:sp>
      </p:grpSp>
      <p:sp>
        <p:nvSpPr>
          <p:cNvPr id="8" name="Text 4">
            <a:extLst>
              <a:ext uri="{FF2B5EF4-FFF2-40B4-BE49-F238E27FC236}">
                <a16:creationId xmlns:a16="http://schemas.microsoft.com/office/drawing/2014/main" id="{D314F2E2-5DCC-2BFD-4D02-B613BAD27983}"/>
              </a:ext>
            </a:extLst>
          </p:cNvPr>
          <p:cNvSpPr txBox="1"/>
          <p:nvPr/>
        </p:nvSpPr>
        <p:spPr>
          <a:xfrm>
            <a:off x="1802227" y="56054"/>
            <a:ext cx="107888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Condition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（条件）は</a:t>
            </a:r>
            <a:r>
              <a:rPr lang="en-US" altLang="ja-JP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『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質問をつくるアクション</a:t>
            </a:r>
            <a:r>
              <a:rPr lang="en-US" altLang="ja-JP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』</a:t>
            </a:r>
            <a:endParaRPr lang="ja-JP" altLang="en-US" sz="3200" b="1" kern="0" spc="68">
              <a:solidFill>
                <a:srgbClr val="FFFFFF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sp>
        <p:nvSpPr>
          <p:cNvPr id="99" name="四角形: 角を丸くする 98">
            <a:extLst>
              <a:ext uri="{FF2B5EF4-FFF2-40B4-BE49-F238E27FC236}">
                <a16:creationId xmlns:a16="http://schemas.microsoft.com/office/drawing/2014/main" id="{CC63D302-17EF-2665-66E3-CDD3C3E99C5D}"/>
              </a:ext>
            </a:extLst>
          </p:cNvPr>
          <p:cNvSpPr/>
          <p:nvPr/>
        </p:nvSpPr>
        <p:spPr>
          <a:xfrm>
            <a:off x="44269" y="-50800"/>
            <a:ext cx="12103265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CFFBAFD6-B971-F7C5-E4A9-3D9978885719}"/>
              </a:ext>
            </a:extLst>
          </p:cNvPr>
          <p:cNvSpPr/>
          <p:nvPr/>
        </p:nvSpPr>
        <p:spPr>
          <a:xfrm>
            <a:off x="478905" y="694073"/>
            <a:ext cx="11473471" cy="506326"/>
          </a:xfrm>
          <a:prstGeom prst="roundRect">
            <a:avLst>
              <a:gd name="adj" fmla="val 5262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pic>
        <p:nvPicPr>
          <p:cNvPr id="9" name="図 8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18FC20A0-88E2-6F94-C1DD-0B184F7E9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91" y="581266"/>
            <a:ext cx="754462" cy="7544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 8">
            <a:extLst>
              <a:ext uri="{FF2B5EF4-FFF2-40B4-BE49-F238E27FC236}">
                <a16:creationId xmlns:a16="http://schemas.microsoft.com/office/drawing/2014/main" id="{6CE74D3D-1200-CDFA-8E3D-22750961F5F1}"/>
              </a:ext>
            </a:extLst>
          </p:cNvPr>
          <p:cNvSpPr txBox="1"/>
          <p:nvPr/>
        </p:nvSpPr>
        <p:spPr>
          <a:xfrm>
            <a:off x="1083185" y="727235"/>
            <a:ext cx="6754410" cy="462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▼ 3つの並びをイメージで覚える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FC0F3BB8-3F9B-C3BD-80E0-0CF6D74BD5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4163873" y="5707684"/>
            <a:ext cx="105156" cy="133502"/>
          </a:xfrm>
          <a:prstGeom prst="rect">
            <a:avLst/>
          </a:prstGeom>
        </p:spPr>
      </p:pic>
      <p:sp>
        <p:nvSpPr>
          <p:cNvPr id="17" name="Shape 21">
            <a:extLst>
              <a:ext uri="{FF2B5EF4-FFF2-40B4-BE49-F238E27FC236}">
                <a16:creationId xmlns:a16="http://schemas.microsoft.com/office/drawing/2014/main" id="{23FF919F-0C37-FB2E-A58C-42FF2E8C586E}"/>
              </a:ext>
            </a:extLst>
          </p:cNvPr>
          <p:cNvSpPr/>
          <p:nvPr/>
        </p:nvSpPr>
        <p:spPr>
          <a:xfrm>
            <a:off x="203115" y="2181837"/>
            <a:ext cx="3773196" cy="1203270"/>
          </a:xfrm>
          <a:prstGeom prst="roundRect">
            <a:avLst>
              <a:gd name="adj" fmla="val 24483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2563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 sz="5400"/>
          </a:p>
        </p:txBody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F11FA4CF-0A9C-5756-C8FF-AAF3DD94C19E}"/>
              </a:ext>
            </a:extLst>
          </p:cNvPr>
          <p:cNvSpPr txBox="1"/>
          <p:nvPr/>
        </p:nvSpPr>
        <p:spPr>
          <a:xfrm>
            <a:off x="1285213" y="2464555"/>
            <a:ext cx="2434931" cy="336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今の値</a:t>
            </a:r>
            <a:endParaRPr lang="en-US" sz="4000" dirty="0"/>
          </a:p>
        </p:txBody>
      </p:sp>
      <p:sp>
        <p:nvSpPr>
          <p:cNvPr id="20" name="Shape 24">
            <a:extLst>
              <a:ext uri="{FF2B5EF4-FFF2-40B4-BE49-F238E27FC236}">
                <a16:creationId xmlns:a16="http://schemas.microsoft.com/office/drawing/2014/main" id="{2A4EE8A9-F617-BF3A-B327-EFD28A952CA2}"/>
              </a:ext>
            </a:extLst>
          </p:cNvPr>
          <p:cNvSpPr/>
          <p:nvPr/>
        </p:nvSpPr>
        <p:spPr>
          <a:xfrm>
            <a:off x="872946" y="2916293"/>
            <a:ext cx="2386467" cy="411031"/>
          </a:xfrm>
          <a:prstGeom prst="roundRect">
            <a:avLst>
              <a:gd name="adj" fmla="val 15879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 sz="5400"/>
          </a:p>
        </p:txBody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8EF1FF00-CD31-0D7E-5C01-0CED8C3149BC}"/>
              </a:ext>
            </a:extLst>
          </p:cNvPr>
          <p:cNvSpPr txBox="1"/>
          <p:nvPr/>
        </p:nvSpPr>
        <p:spPr>
          <a:xfrm>
            <a:off x="1197823" y="3001750"/>
            <a:ext cx="2287227" cy="24780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例：タイトル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Shape 26">
            <a:extLst>
              <a:ext uri="{FF2B5EF4-FFF2-40B4-BE49-F238E27FC236}">
                <a16:creationId xmlns:a16="http://schemas.microsoft.com/office/drawing/2014/main" id="{F34AFF47-1077-7DA0-F729-08364BE4DB90}"/>
              </a:ext>
            </a:extLst>
          </p:cNvPr>
          <p:cNvSpPr/>
          <p:nvPr/>
        </p:nvSpPr>
        <p:spPr>
          <a:xfrm>
            <a:off x="4462838" y="2151859"/>
            <a:ext cx="3390624" cy="1252749"/>
          </a:xfrm>
          <a:prstGeom prst="roundRect">
            <a:avLst>
              <a:gd name="adj" fmla="val 17840"/>
            </a:avLst>
          </a:prstGeom>
          <a:solidFill>
            <a:srgbClr val="FFFFFF"/>
          </a:solidFill>
          <a:ln w="38100">
            <a:solidFill>
              <a:srgbClr val="4B5563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 sz="5400"/>
          </a:p>
        </p:txBody>
      </p:sp>
      <p:sp>
        <p:nvSpPr>
          <p:cNvPr id="24" name="Text 28">
            <a:extLst>
              <a:ext uri="{FF2B5EF4-FFF2-40B4-BE49-F238E27FC236}">
                <a16:creationId xmlns:a16="http://schemas.microsoft.com/office/drawing/2014/main" id="{2E1AA54E-0B63-D7FD-BBD6-1DDCBD608B7B}"/>
              </a:ext>
            </a:extLst>
          </p:cNvPr>
          <p:cNvSpPr txBox="1"/>
          <p:nvPr/>
        </p:nvSpPr>
        <p:spPr>
          <a:xfrm>
            <a:off x="4981176" y="2544814"/>
            <a:ext cx="2800410" cy="25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質問（比較）</a:t>
            </a:r>
            <a:endParaRPr lang="en-US" sz="3600" dirty="0"/>
          </a:p>
        </p:txBody>
      </p:sp>
      <p:sp>
        <p:nvSpPr>
          <p:cNvPr id="25" name="Shape 29">
            <a:extLst>
              <a:ext uri="{FF2B5EF4-FFF2-40B4-BE49-F238E27FC236}">
                <a16:creationId xmlns:a16="http://schemas.microsoft.com/office/drawing/2014/main" id="{00318437-EAA5-CF4F-FD35-396FF3A3285C}"/>
              </a:ext>
            </a:extLst>
          </p:cNvPr>
          <p:cNvSpPr/>
          <p:nvPr/>
        </p:nvSpPr>
        <p:spPr>
          <a:xfrm>
            <a:off x="4851234" y="2953259"/>
            <a:ext cx="2697210" cy="382310"/>
          </a:xfrm>
          <a:prstGeom prst="roundRect">
            <a:avLst>
              <a:gd name="adj" fmla="val 158793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 sz="54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73DFBE0F-ECA6-3C57-0CB7-0ED2EB4F491A}"/>
              </a:ext>
            </a:extLst>
          </p:cNvPr>
          <p:cNvSpPr txBox="1"/>
          <p:nvPr/>
        </p:nvSpPr>
        <p:spPr>
          <a:xfrm>
            <a:off x="5260082" y="2913273"/>
            <a:ext cx="2361895" cy="5046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例：『を含む』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AEB76A51-DD27-1935-97D7-EB1596B05D72}"/>
              </a:ext>
            </a:extLst>
          </p:cNvPr>
          <p:cNvSpPr/>
          <p:nvPr/>
        </p:nvSpPr>
        <p:spPr>
          <a:xfrm>
            <a:off x="8460588" y="2136427"/>
            <a:ext cx="3524422" cy="1295224"/>
          </a:xfrm>
          <a:prstGeom prst="roundRect">
            <a:avLst>
              <a:gd name="adj" fmla="val 17600"/>
            </a:avLst>
          </a:prstGeom>
          <a:solidFill>
            <a:srgbClr val="FFFFFF"/>
          </a:solidFill>
          <a:ln w="38100">
            <a:solidFill>
              <a:srgbClr val="2563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 sz="5400"/>
          </a:p>
        </p:txBody>
      </p:sp>
      <p:sp>
        <p:nvSpPr>
          <p:cNvPr id="29" name="Text 33">
            <a:extLst>
              <a:ext uri="{FF2B5EF4-FFF2-40B4-BE49-F238E27FC236}">
                <a16:creationId xmlns:a16="http://schemas.microsoft.com/office/drawing/2014/main" id="{5FAA645A-DFE0-B2C5-CD24-FFD0D3296EA6}"/>
              </a:ext>
            </a:extLst>
          </p:cNvPr>
          <p:cNvSpPr txBox="1"/>
          <p:nvPr/>
        </p:nvSpPr>
        <p:spPr>
          <a:xfrm>
            <a:off x="9085002" y="2517216"/>
            <a:ext cx="299009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基準の値</a:t>
            </a:r>
            <a:endParaRPr lang="en-US" sz="4000" dirty="0"/>
          </a:p>
        </p:txBody>
      </p:sp>
      <p:sp>
        <p:nvSpPr>
          <p:cNvPr id="30" name="Shape 34">
            <a:extLst>
              <a:ext uri="{FF2B5EF4-FFF2-40B4-BE49-F238E27FC236}">
                <a16:creationId xmlns:a16="http://schemas.microsoft.com/office/drawing/2014/main" id="{4DED4E4F-B800-E15B-0FD1-11F283F69710}"/>
              </a:ext>
            </a:extLst>
          </p:cNvPr>
          <p:cNvSpPr/>
          <p:nvPr/>
        </p:nvSpPr>
        <p:spPr>
          <a:xfrm>
            <a:off x="8932070" y="2982623"/>
            <a:ext cx="2434169" cy="352010"/>
          </a:xfrm>
          <a:prstGeom prst="roundRect">
            <a:avLst>
              <a:gd name="adj" fmla="val 15879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 sz="5400"/>
          </a:p>
        </p:txBody>
      </p:sp>
      <p:sp>
        <p:nvSpPr>
          <p:cNvPr id="31" name="Text 35">
            <a:extLst>
              <a:ext uri="{FF2B5EF4-FFF2-40B4-BE49-F238E27FC236}">
                <a16:creationId xmlns:a16="http://schemas.microsoft.com/office/drawing/2014/main" id="{C8DE0200-93BE-A898-FC6D-53B68CA9391B}"/>
              </a:ext>
            </a:extLst>
          </p:cNvPr>
          <p:cNvSpPr txBox="1"/>
          <p:nvPr/>
        </p:nvSpPr>
        <p:spPr>
          <a:xfrm>
            <a:off x="9280984" y="2966293"/>
            <a:ext cx="2361895" cy="34472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例：『会議』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Text 37">
            <a:extLst>
              <a:ext uri="{FF2B5EF4-FFF2-40B4-BE49-F238E27FC236}">
                <a16:creationId xmlns:a16="http://schemas.microsoft.com/office/drawing/2014/main" id="{F101AEC5-9F39-D8D3-B390-245EF1B6CCC4}"/>
              </a:ext>
            </a:extLst>
          </p:cNvPr>
          <p:cNvSpPr txBox="1"/>
          <p:nvPr/>
        </p:nvSpPr>
        <p:spPr>
          <a:xfrm>
            <a:off x="6586053" y="5097538"/>
            <a:ext cx="3154302" cy="292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それ以外の処理</a:t>
            </a:r>
            <a:endParaRPr lang="en-US" sz="2800" dirty="0"/>
          </a:p>
        </p:txBody>
      </p:sp>
      <p:sp>
        <p:nvSpPr>
          <p:cNvPr id="36" name="Text 38">
            <a:extLst>
              <a:ext uri="{FF2B5EF4-FFF2-40B4-BE49-F238E27FC236}">
                <a16:creationId xmlns:a16="http://schemas.microsoft.com/office/drawing/2014/main" id="{D26E51F7-7497-5F3C-6C6D-C77BCD414630}"/>
              </a:ext>
            </a:extLst>
          </p:cNvPr>
          <p:cNvSpPr txBox="1"/>
          <p:nvPr/>
        </p:nvSpPr>
        <p:spPr>
          <a:xfrm>
            <a:off x="396269" y="3832431"/>
            <a:ext cx="1276966" cy="349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6A3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Yes</a:t>
            </a:r>
            <a:endParaRPr lang="en-US" sz="4800" dirty="0"/>
          </a:p>
        </p:txBody>
      </p:sp>
      <p:sp>
        <p:nvSpPr>
          <p:cNvPr id="38" name="Text 39">
            <a:extLst>
              <a:ext uri="{FF2B5EF4-FFF2-40B4-BE49-F238E27FC236}">
                <a16:creationId xmlns:a16="http://schemas.microsoft.com/office/drawing/2014/main" id="{CAF07F6C-7A16-8142-AF34-74C574939FCE}"/>
              </a:ext>
            </a:extLst>
          </p:cNvPr>
          <p:cNvSpPr txBox="1"/>
          <p:nvPr/>
        </p:nvSpPr>
        <p:spPr>
          <a:xfrm>
            <a:off x="1491277" y="3972737"/>
            <a:ext cx="4044449" cy="26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6A3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当て</a:t>
            </a:r>
            <a:r>
              <a:rPr lang="ja-JP" altLang="en-US" sz="2400" b="1">
                <a:solidFill>
                  <a:srgbClr val="16A3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はまったらコッチ！！</a:t>
            </a:r>
            <a:endParaRPr lang="en-US" sz="2400" dirty="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7E21867B-2A8B-7F21-7126-3E277BB5ADF4}"/>
              </a:ext>
            </a:extLst>
          </p:cNvPr>
          <p:cNvSpPr txBox="1"/>
          <p:nvPr/>
        </p:nvSpPr>
        <p:spPr>
          <a:xfrm>
            <a:off x="6499417" y="3886024"/>
            <a:ext cx="139450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</a:t>
            </a:r>
            <a:endParaRPr lang="en-US" sz="4800" dirty="0"/>
          </a:p>
        </p:txBody>
      </p:sp>
      <p:sp>
        <p:nvSpPr>
          <p:cNvPr id="41" name="Text 41">
            <a:extLst>
              <a:ext uri="{FF2B5EF4-FFF2-40B4-BE49-F238E27FC236}">
                <a16:creationId xmlns:a16="http://schemas.microsoft.com/office/drawing/2014/main" id="{5B50FE3D-5EA5-BCB9-845B-201C54C37EC4}"/>
              </a:ext>
            </a:extLst>
          </p:cNvPr>
          <p:cNvSpPr txBox="1"/>
          <p:nvPr/>
        </p:nvSpPr>
        <p:spPr>
          <a:xfrm>
            <a:off x="7402165" y="3997942"/>
            <a:ext cx="3446248" cy="23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それ以外</a:t>
            </a:r>
            <a:r>
              <a:rPr lang="ja-JP" alt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はコッチ！！</a:t>
            </a:r>
            <a:endParaRPr lang="en-US" sz="2400" dirty="0"/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1536E34E-B6A8-5114-CD4E-9DF0B19ACF7F}"/>
              </a:ext>
            </a:extLst>
          </p:cNvPr>
          <p:cNvSpPr txBox="1"/>
          <p:nvPr/>
        </p:nvSpPr>
        <p:spPr>
          <a:xfrm>
            <a:off x="606613" y="1988681"/>
            <a:ext cx="2434931" cy="382218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0" rIns="76200" bIns="0" rtlCol="0" anchor="ctr"/>
          <a:lstStyle/>
          <a:p>
            <a:pPr marL="0" indent="0" algn="ctr">
              <a:buNone/>
            </a:pPr>
            <a:r>
              <a:rPr lang="ja-JP" altLang="en-US" sz="2800" b="1">
                <a:solidFill>
                  <a:srgbClr val="2563EB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sz="28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左</a:t>
            </a:r>
            <a:r>
              <a:rPr lang="en-US" sz="2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：今の値</a:t>
            </a:r>
            <a:endParaRPr lang="en-US" sz="2800" dirty="0"/>
          </a:p>
        </p:txBody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8BB02A60-B4CA-8ED3-718C-DE2484F3A45A}"/>
              </a:ext>
            </a:extLst>
          </p:cNvPr>
          <p:cNvSpPr txBox="1"/>
          <p:nvPr/>
        </p:nvSpPr>
        <p:spPr>
          <a:xfrm>
            <a:off x="4175743" y="2057573"/>
            <a:ext cx="4135216" cy="248528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0" rIns="76200" bIns="0" rtlCol="0" anchor="ctr"/>
          <a:lstStyle/>
          <a:p>
            <a:pPr marL="0" indent="0" algn="ctr">
              <a:buNone/>
            </a:pPr>
            <a:r>
              <a:rPr lang="ja-JP" altLang="en-US" sz="2800" b="1">
                <a:solidFill>
                  <a:srgbClr val="4B5563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</a:t>
            </a:r>
            <a:r>
              <a:rPr lang="en-US" sz="28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真ん中</a:t>
            </a:r>
            <a:r>
              <a:rPr lang="en-US" sz="28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：聞きたい質問</a:t>
            </a:r>
            <a:endParaRPr lang="en-US" sz="2800" dirty="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B572DC49-51C2-ED65-680C-9EA519DE2DEE}"/>
              </a:ext>
            </a:extLst>
          </p:cNvPr>
          <p:cNvSpPr txBox="1"/>
          <p:nvPr/>
        </p:nvSpPr>
        <p:spPr>
          <a:xfrm>
            <a:off x="8731444" y="2068075"/>
            <a:ext cx="2679316" cy="19019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0" rIns="76200" bIns="0" rtlCol="0" anchor="ctr"/>
          <a:lstStyle/>
          <a:p>
            <a:pPr marL="0" indent="0" algn="ctr">
              <a:buNone/>
            </a:pPr>
            <a:r>
              <a:rPr lang="ja-JP" altLang="en-US" sz="2800" b="1">
                <a:solidFill>
                  <a:srgbClr val="2563EB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</a:t>
            </a:r>
            <a:r>
              <a:rPr lang="en-US" sz="28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右</a:t>
            </a:r>
            <a:r>
              <a:rPr lang="en-US" sz="2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：基準の値</a:t>
            </a:r>
            <a:endParaRPr lang="en-US" sz="2800" dirty="0"/>
          </a:p>
        </p:txBody>
      </p: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54E00EC9-6FAC-8D08-77DA-05BB13B332BF}"/>
              </a:ext>
            </a:extLst>
          </p:cNvPr>
          <p:cNvGrpSpPr/>
          <p:nvPr/>
        </p:nvGrpSpPr>
        <p:grpSpPr>
          <a:xfrm>
            <a:off x="95991" y="4443585"/>
            <a:ext cx="11979103" cy="2278014"/>
            <a:chOff x="95991" y="5037550"/>
            <a:chExt cx="11979103" cy="1699414"/>
          </a:xfrm>
        </p:grpSpPr>
        <p:sp>
          <p:nvSpPr>
            <p:cNvPr id="78" name="Shape 10">
              <a:extLst>
                <a:ext uri="{FF2B5EF4-FFF2-40B4-BE49-F238E27FC236}">
                  <a16:creationId xmlns:a16="http://schemas.microsoft.com/office/drawing/2014/main" id="{3D3A8348-8411-F564-3C91-20E9C66FD92C}"/>
                </a:ext>
              </a:extLst>
            </p:cNvPr>
            <p:cNvSpPr/>
            <p:nvPr/>
          </p:nvSpPr>
          <p:spPr>
            <a:xfrm>
              <a:off x="95991" y="5297998"/>
              <a:ext cx="5713474" cy="1427755"/>
            </a:xfrm>
            <a:prstGeom prst="roundRect">
              <a:avLst>
                <a:gd name="adj" fmla="val 8163"/>
              </a:avLst>
            </a:prstGeom>
            <a:solidFill>
              <a:srgbClr val="FEF2F2"/>
            </a:solidFill>
            <a:ln w="38100">
              <a:solidFill>
                <a:srgbClr val="C0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ja-JP" altLang="en-US" sz="4800"/>
            </a:p>
          </p:txBody>
        </p:sp>
        <p:pic>
          <p:nvPicPr>
            <p:cNvPr id="79" name="Image 4" descr="preencoded.png">
              <a:extLst>
                <a:ext uri="{FF2B5EF4-FFF2-40B4-BE49-F238E27FC236}">
                  <a16:creationId xmlns:a16="http://schemas.microsoft.com/office/drawing/2014/main" id="{EF286211-74EC-5617-787C-696A61EC3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-12" r="-12"/>
            <a:stretch/>
          </p:blipFill>
          <p:spPr>
            <a:xfrm>
              <a:off x="306837" y="5100296"/>
              <a:ext cx="3021343" cy="381118"/>
            </a:xfrm>
            <a:prstGeom prst="rect">
              <a:avLst/>
            </a:prstGeom>
            <a:ln>
              <a:noFill/>
            </a:ln>
          </p:spPr>
        </p:pic>
        <p:sp>
          <p:nvSpPr>
            <p:cNvPr id="80" name="Text 11">
              <a:extLst>
                <a:ext uri="{FF2B5EF4-FFF2-40B4-BE49-F238E27FC236}">
                  <a16:creationId xmlns:a16="http://schemas.microsoft.com/office/drawing/2014/main" id="{65A367F5-2008-F2D3-4561-E7BCA79A6C04}"/>
                </a:ext>
              </a:extLst>
            </p:cNvPr>
            <p:cNvSpPr txBox="1"/>
            <p:nvPr/>
          </p:nvSpPr>
          <p:spPr>
            <a:xfrm>
              <a:off x="502671" y="5114006"/>
              <a:ext cx="2712534" cy="325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ここで迷いがち…</a:t>
              </a:r>
              <a:endParaRPr lang="en-US" sz="2400" dirty="0"/>
            </a:p>
          </p:txBody>
        </p:sp>
        <p:pic>
          <p:nvPicPr>
            <p:cNvPr id="81" name="Image 5" descr="preencoded.png">
              <a:extLst>
                <a:ext uri="{FF2B5EF4-FFF2-40B4-BE49-F238E27FC236}">
                  <a16:creationId xmlns:a16="http://schemas.microsoft.com/office/drawing/2014/main" id="{88BA5C0A-6762-0F95-8B5E-A64345E00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-26256" r="-26256"/>
            <a:stretch/>
          </p:blipFill>
          <p:spPr>
            <a:xfrm>
              <a:off x="110912" y="5473935"/>
              <a:ext cx="735985" cy="492253"/>
            </a:xfrm>
            <a:prstGeom prst="rect">
              <a:avLst/>
            </a:prstGeom>
          </p:spPr>
        </p:pic>
        <p:sp>
          <p:nvSpPr>
            <p:cNvPr id="83" name="Text 12">
              <a:extLst>
                <a:ext uri="{FF2B5EF4-FFF2-40B4-BE49-F238E27FC236}">
                  <a16:creationId xmlns:a16="http://schemas.microsoft.com/office/drawing/2014/main" id="{C9D84EE1-7399-8B8C-1495-38889482BBF1}"/>
                </a:ext>
              </a:extLst>
            </p:cNvPr>
            <p:cNvSpPr txBox="1"/>
            <p:nvPr/>
          </p:nvSpPr>
          <p:spPr>
            <a:xfrm>
              <a:off x="738363" y="5525403"/>
              <a:ext cx="5485306" cy="3921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どれを選べばいいか分からない</a:t>
              </a:r>
              <a:endParaRPr lang="en-US" sz="2000" b="1" dirty="0"/>
            </a:p>
          </p:txBody>
        </p:sp>
        <p:sp>
          <p:nvSpPr>
            <p:cNvPr id="85" name="Text 13">
              <a:extLst>
                <a:ext uri="{FF2B5EF4-FFF2-40B4-BE49-F238E27FC236}">
                  <a16:creationId xmlns:a16="http://schemas.microsoft.com/office/drawing/2014/main" id="{02454480-58D6-1B3A-39CC-22100AA61298}"/>
                </a:ext>
              </a:extLst>
            </p:cNvPr>
            <p:cNvSpPr txBox="1"/>
            <p:nvPr/>
          </p:nvSpPr>
          <p:spPr>
            <a:xfrm>
              <a:off x="762114" y="5850235"/>
              <a:ext cx="5752490" cy="3631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左と右、どっちに何を入れるか毎回悩む</a:t>
              </a:r>
              <a:endParaRPr lang="en-US" sz="2000" b="1" dirty="0"/>
            </a:p>
          </p:txBody>
        </p:sp>
        <p:sp>
          <p:nvSpPr>
            <p:cNvPr id="88" name="Text 14">
              <a:extLst>
                <a:ext uri="{FF2B5EF4-FFF2-40B4-BE49-F238E27FC236}">
                  <a16:creationId xmlns:a16="http://schemas.microsoft.com/office/drawing/2014/main" id="{DAB2586E-0912-40E8-3F07-FCA7508F2841}"/>
                </a:ext>
              </a:extLst>
            </p:cNvPr>
            <p:cNvSpPr txBox="1"/>
            <p:nvPr/>
          </p:nvSpPr>
          <p:spPr>
            <a:xfrm>
              <a:off x="762114" y="6192386"/>
              <a:ext cx="6000975" cy="5078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Yes／No が「</a:t>
              </a:r>
              <a:r>
                <a:rPr lang="en-US" sz="2000" b="1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どんな意味の分かれ方か」</a:t>
              </a:r>
            </a:p>
            <a:p>
              <a:pPr marL="0" indent="0" algn="l">
                <a:buNone/>
              </a:pPr>
              <a:r>
                <a:rPr lang="en-US" sz="2000" b="1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イメージしづらい</a:t>
              </a:r>
              <a:endParaRPr lang="en-US" sz="2000" b="1" dirty="0"/>
            </a:p>
          </p:txBody>
        </p:sp>
        <p:sp>
          <p:nvSpPr>
            <p:cNvPr id="89" name="Shape 15">
              <a:extLst>
                <a:ext uri="{FF2B5EF4-FFF2-40B4-BE49-F238E27FC236}">
                  <a16:creationId xmlns:a16="http://schemas.microsoft.com/office/drawing/2014/main" id="{CA33A101-BEB9-C19B-5A83-DAEF502D2EBE}"/>
                </a:ext>
              </a:extLst>
            </p:cNvPr>
            <p:cNvSpPr/>
            <p:nvPr/>
          </p:nvSpPr>
          <p:spPr>
            <a:xfrm>
              <a:off x="6195541" y="5260941"/>
              <a:ext cx="5774405" cy="1476023"/>
            </a:xfrm>
            <a:prstGeom prst="roundRect">
              <a:avLst>
                <a:gd name="adj" fmla="val 8163"/>
              </a:avLst>
            </a:prstGeom>
            <a:solidFill>
              <a:srgbClr val="ECFDF5"/>
            </a:solidFill>
            <a:ln w="41275">
              <a:solidFill>
                <a:srgbClr val="166534"/>
              </a:solidFill>
              <a:prstDash val="solid"/>
            </a:ln>
          </p:spPr>
          <p:txBody>
            <a:bodyPr/>
            <a:lstStyle/>
            <a:p>
              <a:endParaRPr lang="ja-JP" altLang="en-US" sz="4800"/>
            </a:p>
          </p:txBody>
        </p:sp>
        <p:pic>
          <p:nvPicPr>
            <p:cNvPr id="90" name="Image 8" descr="preencoded.png">
              <a:extLst>
                <a:ext uri="{FF2B5EF4-FFF2-40B4-BE49-F238E27FC236}">
                  <a16:creationId xmlns:a16="http://schemas.microsoft.com/office/drawing/2014/main" id="{797E9FA9-2F10-DC95-6212-9C0354AA6F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-4" b="-4"/>
            <a:stretch/>
          </p:blipFill>
          <p:spPr>
            <a:xfrm>
              <a:off x="6259903" y="5037550"/>
              <a:ext cx="4187823" cy="322257"/>
            </a:xfrm>
            <a:prstGeom prst="rect">
              <a:avLst/>
            </a:prstGeom>
          </p:spPr>
        </p:pic>
        <p:sp>
          <p:nvSpPr>
            <p:cNvPr id="91" name="Text 16">
              <a:extLst>
                <a:ext uri="{FF2B5EF4-FFF2-40B4-BE49-F238E27FC236}">
                  <a16:creationId xmlns:a16="http://schemas.microsoft.com/office/drawing/2014/main" id="{D077E456-6059-5774-4991-E90D2DBF032B}"/>
                </a:ext>
              </a:extLst>
            </p:cNvPr>
            <p:cNvSpPr txBox="1"/>
            <p:nvPr/>
          </p:nvSpPr>
          <p:spPr>
            <a:xfrm>
              <a:off x="6607759" y="5071142"/>
              <a:ext cx="391930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分かるとこうラクになる</a:t>
              </a:r>
              <a:endParaRPr lang="en-US" sz="2400" dirty="0"/>
            </a:p>
          </p:txBody>
        </p:sp>
        <p:pic>
          <p:nvPicPr>
            <p:cNvPr id="92" name="Image 9" descr="preencoded.png">
              <a:extLst>
                <a:ext uri="{FF2B5EF4-FFF2-40B4-BE49-F238E27FC236}">
                  <a16:creationId xmlns:a16="http://schemas.microsoft.com/office/drawing/2014/main" id="{16D6DAF8-1AF4-2457-77BB-0990E340E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-15362" r="-15362"/>
            <a:stretch/>
          </p:blipFill>
          <p:spPr>
            <a:xfrm>
              <a:off x="6202589" y="5427336"/>
              <a:ext cx="410630" cy="358991"/>
            </a:xfrm>
            <a:prstGeom prst="rect">
              <a:avLst/>
            </a:prstGeom>
          </p:spPr>
        </p:pic>
        <p:sp>
          <p:nvSpPr>
            <p:cNvPr id="94" name="Text 17">
              <a:extLst>
                <a:ext uri="{FF2B5EF4-FFF2-40B4-BE49-F238E27FC236}">
                  <a16:creationId xmlns:a16="http://schemas.microsoft.com/office/drawing/2014/main" id="{D8AEFAB1-F3BC-9671-5BF0-98D44404BF7F}"/>
                </a:ext>
              </a:extLst>
            </p:cNvPr>
            <p:cNvSpPr txBox="1"/>
            <p:nvPr/>
          </p:nvSpPr>
          <p:spPr>
            <a:xfrm>
              <a:off x="6622210" y="5479262"/>
              <a:ext cx="5436551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画面で</a:t>
              </a:r>
              <a:r>
                <a:rPr lang="en-US" sz="2000" b="1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「</a:t>
              </a:r>
              <a:r>
                <a:rPr lang="en-US" sz="2000" b="1" dirty="0">
                  <a:solidFill>
                    <a:srgbClr val="16A34A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何を聞いている条件か</a:t>
              </a:r>
              <a:r>
                <a:rPr lang="en-US" sz="2000" b="1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」読み取れる</a:t>
              </a:r>
              <a:endParaRPr lang="en-US" sz="2000" b="1" dirty="0"/>
            </a:p>
          </p:txBody>
        </p:sp>
        <p:sp>
          <p:nvSpPr>
            <p:cNvPr id="96" name="Text 18">
              <a:extLst>
                <a:ext uri="{FF2B5EF4-FFF2-40B4-BE49-F238E27FC236}">
                  <a16:creationId xmlns:a16="http://schemas.microsoft.com/office/drawing/2014/main" id="{C63C6081-E79F-63B7-FFB0-7104B82754AB}"/>
                </a:ext>
              </a:extLst>
            </p:cNvPr>
            <p:cNvSpPr txBox="1"/>
            <p:nvPr/>
          </p:nvSpPr>
          <p:spPr>
            <a:xfrm>
              <a:off x="6511181" y="5907277"/>
              <a:ext cx="5074485" cy="3092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「担当者｜等しい｜自分の名前」</a:t>
              </a:r>
              <a:r>
                <a:rPr lang="en-US" sz="2000" b="1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など、</a:t>
              </a:r>
            </a:p>
            <a:p>
              <a:pPr marL="0" indent="0" algn="l">
                <a:buNone/>
              </a:pPr>
              <a:r>
                <a:rPr lang="ja-JP" altLang="en-US" sz="2000" b="1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　</a:t>
              </a:r>
              <a:r>
                <a:rPr lang="en-US" sz="2000" b="1">
                  <a:solidFill>
                    <a:srgbClr val="16A34A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シンプルな条件</a:t>
              </a:r>
              <a:r>
                <a:rPr lang="en-US" sz="2000" b="1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を自分で作れる</a:t>
              </a:r>
              <a:endParaRPr lang="en-US" sz="2000" b="1" dirty="0"/>
            </a:p>
          </p:txBody>
        </p:sp>
        <p:sp>
          <p:nvSpPr>
            <p:cNvPr id="101" name="Text 19">
              <a:extLst>
                <a:ext uri="{FF2B5EF4-FFF2-40B4-BE49-F238E27FC236}">
                  <a16:creationId xmlns:a16="http://schemas.microsoft.com/office/drawing/2014/main" id="{387FEDC0-D54B-142F-12B6-555DD915D64B}"/>
                </a:ext>
              </a:extLst>
            </p:cNvPr>
            <p:cNvSpPr txBox="1"/>
            <p:nvPr/>
          </p:nvSpPr>
          <p:spPr>
            <a:xfrm>
              <a:off x="6589608" y="6339617"/>
              <a:ext cx="5485486" cy="3128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「</a:t>
              </a:r>
              <a:r>
                <a:rPr lang="en-US" sz="2000" b="1" dirty="0">
                  <a:solidFill>
                    <a:srgbClr val="16A34A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どんな処理を分けたいか</a:t>
              </a:r>
              <a:r>
                <a:rPr lang="en-US" sz="2000" b="1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」考えやすくなる</a:t>
              </a:r>
              <a:endParaRPr lang="en-US" sz="2000" b="1" dirty="0"/>
            </a:p>
          </p:txBody>
        </p:sp>
        <p:pic>
          <p:nvPicPr>
            <p:cNvPr id="116" name="Image 5" descr="preencoded.png">
              <a:extLst>
                <a:ext uri="{FF2B5EF4-FFF2-40B4-BE49-F238E27FC236}">
                  <a16:creationId xmlns:a16="http://schemas.microsoft.com/office/drawing/2014/main" id="{FA0CA480-01D6-9C83-A25B-10862BF2F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-26256" r="-26256"/>
            <a:stretch/>
          </p:blipFill>
          <p:spPr>
            <a:xfrm>
              <a:off x="110912" y="5803213"/>
              <a:ext cx="735985" cy="492253"/>
            </a:xfrm>
            <a:prstGeom prst="rect">
              <a:avLst/>
            </a:prstGeom>
          </p:spPr>
        </p:pic>
        <p:pic>
          <p:nvPicPr>
            <p:cNvPr id="117" name="Image 5" descr="preencoded.png">
              <a:extLst>
                <a:ext uri="{FF2B5EF4-FFF2-40B4-BE49-F238E27FC236}">
                  <a16:creationId xmlns:a16="http://schemas.microsoft.com/office/drawing/2014/main" id="{55B5C425-9CC6-4027-1804-0233618271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-26256" r="-26256"/>
            <a:stretch/>
          </p:blipFill>
          <p:spPr>
            <a:xfrm>
              <a:off x="110912" y="6142005"/>
              <a:ext cx="735985" cy="492253"/>
            </a:xfrm>
            <a:prstGeom prst="rect">
              <a:avLst/>
            </a:prstGeom>
          </p:spPr>
        </p:pic>
      </p:grpSp>
      <p:pic>
        <p:nvPicPr>
          <p:cNvPr id="119" name="Image 9" descr="preencoded.png">
            <a:extLst>
              <a:ext uri="{FF2B5EF4-FFF2-40B4-BE49-F238E27FC236}">
                <a16:creationId xmlns:a16="http://schemas.microsoft.com/office/drawing/2014/main" id="{7D6DC578-8F3A-4D30-ED40-60C1CB7AA91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5362" r="-15362"/>
          <a:stretch/>
        </p:blipFill>
        <p:spPr>
          <a:xfrm>
            <a:off x="6209140" y="5477393"/>
            <a:ext cx="437092" cy="512228"/>
          </a:xfrm>
          <a:prstGeom prst="rect">
            <a:avLst/>
          </a:prstGeom>
        </p:spPr>
      </p:pic>
      <p:pic>
        <p:nvPicPr>
          <p:cNvPr id="120" name="Image 9" descr="preencoded.png">
            <a:extLst>
              <a:ext uri="{FF2B5EF4-FFF2-40B4-BE49-F238E27FC236}">
                <a16:creationId xmlns:a16="http://schemas.microsoft.com/office/drawing/2014/main" id="{4FCC10F0-36A2-D525-70EB-64E09D27336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5362" r="-15362"/>
          <a:stretch/>
        </p:blipFill>
        <p:spPr>
          <a:xfrm>
            <a:off x="6210576" y="6081795"/>
            <a:ext cx="437092" cy="512228"/>
          </a:xfrm>
          <a:prstGeom prst="rect">
            <a:avLst/>
          </a:prstGeom>
        </p:spPr>
      </p:pic>
      <p:pic>
        <p:nvPicPr>
          <p:cNvPr id="124" name="図 123">
            <a:extLst>
              <a:ext uri="{FF2B5EF4-FFF2-40B4-BE49-F238E27FC236}">
                <a16:creationId xmlns:a16="http://schemas.microsoft.com/office/drawing/2014/main" id="{37E2F724-A857-6172-E2EE-73566F0F52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2735" y="1208911"/>
            <a:ext cx="8884241" cy="659376"/>
          </a:xfrm>
          <a:prstGeom prst="rect">
            <a:avLst/>
          </a:prstGeom>
          <a:ln w="31750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122" name="図 121">
            <a:extLst>
              <a:ext uri="{FF2B5EF4-FFF2-40B4-BE49-F238E27FC236}">
                <a16:creationId xmlns:a16="http://schemas.microsoft.com/office/drawing/2014/main" id="{3BFF6F5F-41E7-CFCD-B4AB-06E18C5E77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7676" y="761100"/>
            <a:ext cx="1752389" cy="744764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3" name="Text 23">
            <a:extLst>
              <a:ext uri="{FF2B5EF4-FFF2-40B4-BE49-F238E27FC236}">
                <a16:creationId xmlns:a16="http://schemas.microsoft.com/office/drawing/2014/main" id="{142BCBE0-05B8-D28D-E59A-D8F0D104DB57}"/>
              </a:ext>
            </a:extLst>
          </p:cNvPr>
          <p:cNvSpPr txBox="1"/>
          <p:nvPr/>
        </p:nvSpPr>
        <p:spPr>
          <a:xfrm>
            <a:off x="1666333" y="1221268"/>
            <a:ext cx="520132" cy="42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400" b="1">
                <a:highlight>
                  <a:srgbClr val="FFFF00"/>
                </a:highlight>
              </a:rPr>
              <a:t>①</a:t>
            </a:r>
            <a:endParaRPr lang="en-US" sz="2400" b="1" dirty="0">
              <a:highlight>
                <a:srgbClr val="FFFF00"/>
              </a:highlight>
            </a:endParaRPr>
          </a:p>
        </p:txBody>
      </p:sp>
      <p:sp>
        <p:nvSpPr>
          <p:cNvPr id="4" name="Text 23">
            <a:extLst>
              <a:ext uri="{FF2B5EF4-FFF2-40B4-BE49-F238E27FC236}">
                <a16:creationId xmlns:a16="http://schemas.microsoft.com/office/drawing/2014/main" id="{64C2950A-B5CF-A56B-6AD0-0A710254E0D6}"/>
              </a:ext>
            </a:extLst>
          </p:cNvPr>
          <p:cNvSpPr txBox="1"/>
          <p:nvPr/>
        </p:nvSpPr>
        <p:spPr>
          <a:xfrm>
            <a:off x="4852509" y="1258071"/>
            <a:ext cx="520132" cy="42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400" b="1">
                <a:highlight>
                  <a:srgbClr val="FFFF00"/>
                </a:highlight>
              </a:rPr>
              <a:t>②</a:t>
            </a:r>
            <a:endParaRPr lang="en-US" sz="2400" b="1" dirty="0">
              <a:highlight>
                <a:srgbClr val="FFFF00"/>
              </a:highlight>
            </a:endParaRPr>
          </a:p>
        </p:txBody>
      </p:sp>
      <p:sp>
        <p:nvSpPr>
          <p:cNvPr id="11" name="Text 23">
            <a:extLst>
              <a:ext uri="{FF2B5EF4-FFF2-40B4-BE49-F238E27FC236}">
                <a16:creationId xmlns:a16="http://schemas.microsoft.com/office/drawing/2014/main" id="{AC84C1D8-C8BA-BD07-DED6-9D56F613B911}"/>
              </a:ext>
            </a:extLst>
          </p:cNvPr>
          <p:cNvSpPr txBox="1"/>
          <p:nvPr/>
        </p:nvSpPr>
        <p:spPr>
          <a:xfrm>
            <a:off x="7073341" y="1258071"/>
            <a:ext cx="520132" cy="42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400" b="1">
                <a:highlight>
                  <a:srgbClr val="FFFF00"/>
                </a:highlight>
              </a:rPr>
              <a:t>③</a:t>
            </a:r>
            <a:endParaRPr lang="en-US" sz="2400" b="1" dirty="0">
              <a:highlight>
                <a:srgbClr val="FFFF00"/>
              </a:highlight>
            </a:endParaRP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51AF52BB-819F-B63B-0C50-D8A296317CCB}"/>
              </a:ext>
            </a:extLst>
          </p:cNvPr>
          <p:cNvCxnSpPr>
            <a:cxnSpLocks/>
          </p:cNvCxnSpPr>
          <p:nvPr/>
        </p:nvCxnSpPr>
        <p:spPr>
          <a:xfrm>
            <a:off x="4269029" y="3311022"/>
            <a:ext cx="0" cy="432741"/>
          </a:xfrm>
          <a:prstGeom prst="straightConnector1">
            <a:avLst/>
          </a:prstGeom>
          <a:ln w="98425">
            <a:solidFill>
              <a:srgbClr val="FFFF00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C2977302-EDBB-4925-B07D-1148F9D95750}"/>
              </a:ext>
            </a:extLst>
          </p:cNvPr>
          <p:cNvCxnSpPr>
            <a:cxnSpLocks/>
          </p:cNvCxnSpPr>
          <p:nvPr/>
        </p:nvCxnSpPr>
        <p:spPr>
          <a:xfrm>
            <a:off x="8253200" y="3365759"/>
            <a:ext cx="0" cy="432741"/>
          </a:xfrm>
          <a:prstGeom prst="straightConnector1">
            <a:avLst/>
          </a:prstGeom>
          <a:ln w="98425">
            <a:solidFill>
              <a:srgbClr val="FFFF00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図 44" descr="The image depicts a cartoon character dressed in a business suit, holding a pointer.&#10;&#10;AI 生成コンテンツは誤りを含む可能性があります。">
            <a:extLst>
              <a:ext uri="{FF2B5EF4-FFF2-40B4-BE49-F238E27FC236}">
                <a16:creationId xmlns:a16="http://schemas.microsoft.com/office/drawing/2014/main" id="{88A5CA6D-C5B2-5F87-59A7-65277DA3368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41092"/>
          <a:stretch>
            <a:fillRect/>
          </a:stretch>
        </p:blipFill>
        <p:spPr>
          <a:xfrm>
            <a:off x="3070866" y="2672170"/>
            <a:ext cx="1350148" cy="7953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FBDAF667-7E2C-DED3-4264-952DBEC4E8C1}"/>
              </a:ext>
            </a:extLst>
          </p:cNvPr>
          <p:cNvCxnSpPr>
            <a:cxnSpLocks/>
          </p:cNvCxnSpPr>
          <p:nvPr/>
        </p:nvCxnSpPr>
        <p:spPr>
          <a:xfrm>
            <a:off x="4233716" y="1362878"/>
            <a:ext cx="458244" cy="5002"/>
          </a:xfrm>
          <a:prstGeom prst="straightConnector1">
            <a:avLst/>
          </a:prstGeom>
          <a:ln w="82550">
            <a:solidFill>
              <a:schemeClr val="bg1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C37EDC65-5EA0-743F-922C-AF8C7C3B4CEF}"/>
              </a:ext>
            </a:extLst>
          </p:cNvPr>
          <p:cNvCxnSpPr>
            <a:cxnSpLocks/>
          </p:cNvCxnSpPr>
          <p:nvPr/>
        </p:nvCxnSpPr>
        <p:spPr>
          <a:xfrm>
            <a:off x="6591538" y="1367880"/>
            <a:ext cx="458244" cy="5002"/>
          </a:xfrm>
          <a:prstGeom prst="straightConnector1">
            <a:avLst/>
          </a:prstGeom>
          <a:ln w="82550">
            <a:solidFill>
              <a:schemeClr val="bg1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08C255E0-48F1-8002-4A9D-F53DFB094545}"/>
              </a:ext>
            </a:extLst>
          </p:cNvPr>
          <p:cNvCxnSpPr>
            <a:cxnSpLocks/>
          </p:cNvCxnSpPr>
          <p:nvPr/>
        </p:nvCxnSpPr>
        <p:spPr>
          <a:xfrm flipV="1">
            <a:off x="3623669" y="2166875"/>
            <a:ext cx="596482" cy="1987"/>
          </a:xfrm>
          <a:prstGeom prst="straightConnector1">
            <a:avLst/>
          </a:prstGeom>
          <a:ln w="98425">
            <a:solidFill>
              <a:schemeClr val="bg1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87F81A33-3041-DABF-351A-AED42A1E6B30}"/>
              </a:ext>
            </a:extLst>
          </p:cNvPr>
          <p:cNvCxnSpPr>
            <a:cxnSpLocks/>
          </p:cNvCxnSpPr>
          <p:nvPr/>
        </p:nvCxnSpPr>
        <p:spPr>
          <a:xfrm flipV="1">
            <a:off x="8297775" y="2134440"/>
            <a:ext cx="596482" cy="1987"/>
          </a:xfrm>
          <a:prstGeom prst="straightConnector1">
            <a:avLst/>
          </a:prstGeom>
          <a:ln w="98425">
            <a:solidFill>
              <a:schemeClr val="bg1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図 61" descr="The image depicts a cartoon character with a blue shirt, blue eyes, and a patterned face with tears and a mischievous smile.&#10;&#10;AI 生成コンテンツは誤りを含む可能性があります。">
            <a:extLst>
              <a:ext uri="{FF2B5EF4-FFF2-40B4-BE49-F238E27FC236}">
                <a16:creationId xmlns:a16="http://schemas.microsoft.com/office/drawing/2014/main" id="{DC8BBEB3-9F1B-D793-3D3A-9A7B107ECC9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86582" y="5785105"/>
            <a:ext cx="764738" cy="1033430"/>
          </a:xfrm>
          <a:prstGeom prst="rect">
            <a:avLst/>
          </a:prstGeom>
        </p:spPr>
      </p:pic>
      <p:pic>
        <p:nvPicPr>
          <p:cNvPr id="64" name="図 63" descr="The image depicts a simple, cartoon-style character with a blue shirt and dark hair, presenting a friendly, cartoon face.&#10;&#10;AI 生成コンテンツは誤りを含む可能性があります。">
            <a:extLst>
              <a:ext uri="{FF2B5EF4-FFF2-40B4-BE49-F238E27FC236}">
                <a16:creationId xmlns:a16="http://schemas.microsoft.com/office/drawing/2014/main" id="{D8F53748-D978-DCC6-FC97-A076C41AD58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10552" y="5753517"/>
            <a:ext cx="691490" cy="934446"/>
          </a:xfrm>
          <a:prstGeom prst="rect">
            <a:avLst/>
          </a:prstGeom>
        </p:spPr>
      </p:pic>
      <p:pic>
        <p:nvPicPr>
          <p:cNvPr id="66" name="図 65" descr="The image depicts a cute, cartoonish cat holding a target with a cheerful expression.&#10;&#10;AI 生成コンテンツは誤りを含む可能性があります。">
            <a:extLst>
              <a:ext uri="{FF2B5EF4-FFF2-40B4-BE49-F238E27FC236}">
                <a16:creationId xmlns:a16="http://schemas.microsoft.com/office/drawing/2014/main" id="{C6E36640-663B-C0F4-9C26-63948D0FA4C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57037" y="3421099"/>
            <a:ext cx="965216" cy="1016016"/>
          </a:xfrm>
          <a:prstGeom prst="rect">
            <a:avLst/>
          </a:prstGeom>
        </p:spPr>
      </p:pic>
      <p:pic>
        <p:nvPicPr>
          <p:cNvPr id="70" name="図 69" descr="The image depicts a gray cartoon cat with a red circle and cross, holding a magnifying glass.&#10;&#10;AI 生成コンテンツは誤りを含む可能性があります。">
            <a:extLst>
              <a:ext uri="{FF2B5EF4-FFF2-40B4-BE49-F238E27FC236}">
                <a16:creationId xmlns:a16="http://schemas.microsoft.com/office/drawing/2014/main" id="{2B623C0A-21C5-80D0-5777-24769035356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59898" y="3378200"/>
            <a:ext cx="1051536" cy="1106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