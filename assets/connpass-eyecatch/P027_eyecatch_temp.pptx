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Vol.27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【Copilot活用編】</a:t>
            </a:r>
            <a:r>
              <a:rPr lang="ja-JP" altLang="en-US" sz="32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第27回：</a:t>
            </a:r>
            <a:r>
              <a:rPr lang="en-US" sz="4500" b="1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の頼み方5選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頼み方を変えるだけで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返ってくる答えが変わる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フロー作りが速くなるCopilotの頼み方5つ＋貼れるプロンプト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非IT・Copilotをうまく使えていない方・初参加の方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