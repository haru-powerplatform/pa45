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2"/>
    <p:sldId id="256" r:id="rId3"/>
    <p:sldId id="271" r:id="rId4"/>
    <p:sldId id="259" r:id="rId5"/>
    <p:sldId id="261" r:id="rId6"/>
    <p:sldId id="262" r:id="rId7"/>
    <p:sldId id="264" r:id="rId8"/>
    <p:sldId id="272" r:id="rId9"/>
    <p:sldId id="268" r:id="rId10"/>
    <p:sldId id="258" r:id="rId11"/>
    <p:sldId id="269" r:id="rId12"/>
    <p:sldId id="273"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E3632E-FE63-4BBD-9645-A4ADC8EE0CD7}" v="23" dt="2026-04-03T12:36:34.3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83" d="100"/>
          <a:sy n="83" d="100"/>
        </p:scale>
        <p:origin x="2181" y="2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 Id="rId20" Type="http://schemas.openxmlformats.org/officeDocument/2006/relationships/slide" Target="slides/slide1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eda Isamu" userId="35289799e0376f2e" providerId="LiveId" clId="{DD31E282-B62B-4911-91B6-43B1B98908F9}"/>
    <pc:docChg chg="undo custSel addSld modSld">
      <pc:chgData name="Ueda Isamu" userId="35289799e0376f2e" providerId="LiveId" clId="{DD31E282-B62B-4911-91B6-43B1B98908F9}" dt="2026-04-03T12:39:30.685" v="588" actId="1076"/>
      <pc:docMkLst>
        <pc:docMk/>
      </pc:docMkLst>
      <pc:sldChg chg="modSp mod">
        <pc:chgData name="Ueda Isamu" userId="35289799e0376f2e" providerId="LiveId" clId="{DD31E282-B62B-4911-91B6-43B1B98908F9}" dt="2026-03-26T07:58:17.751" v="6" actId="1076"/>
        <pc:sldMkLst>
          <pc:docMk/>
          <pc:sldMk cId="0" sldId="258"/>
        </pc:sldMkLst>
        <pc:spChg chg="mod">
          <ac:chgData name="Ueda Isamu" userId="35289799e0376f2e" providerId="LiveId" clId="{DD31E282-B62B-4911-91B6-43B1B98908F9}" dt="2026-03-26T07:58:12.736" v="4" actId="1076"/>
          <ac:spMkLst>
            <pc:docMk/>
            <pc:sldMk cId="0" sldId="258"/>
            <ac:spMk id="20" creationId="{00000000-0000-0000-0000-000000000000}"/>
          </ac:spMkLst>
        </pc:spChg>
        <pc:spChg chg="mod">
          <ac:chgData name="Ueda Isamu" userId="35289799e0376f2e" providerId="LiveId" clId="{DD31E282-B62B-4911-91B6-43B1B98908F9}" dt="2026-03-26T07:58:08.126" v="2" actId="1076"/>
          <ac:spMkLst>
            <pc:docMk/>
            <pc:sldMk cId="0" sldId="258"/>
            <ac:spMk id="21" creationId="{00000000-0000-0000-0000-000000000000}"/>
          </ac:spMkLst>
        </pc:spChg>
        <pc:spChg chg="mod">
          <ac:chgData name="Ueda Isamu" userId="35289799e0376f2e" providerId="LiveId" clId="{DD31E282-B62B-4911-91B6-43B1B98908F9}" dt="2026-03-26T07:58:15.960" v="5" actId="14100"/>
          <ac:spMkLst>
            <pc:docMk/>
            <pc:sldMk cId="0" sldId="258"/>
            <ac:spMk id="37" creationId="{00000000-0000-0000-0000-000000000000}"/>
          </ac:spMkLst>
        </pc:spChg>
        <pc:spChg chg="mod">
          <ac:chgData name="Ueda Isamu" userId="35289799e0376f2e" providerId="LiveId" clId="{DD31E282-B62B-4911-91B6-43B1B98908F9}" dt="2026-03-26T07:58:17.751" v="6" actId="1076"/>
          <ac:spMkLst>
            <pc:docMk/>
            <pc:sldMk cId="0" sldId="258"/>
            <ac:spMk id="38" creationId="{00000000-0000-0000-0000-000000000000}"/>
          </ac:spMkLst>
        </pc:spChg>
        <pc:picChg chg="mod">
          <ac:chgData name="Ueda Isamu" userId="35289799e0376f2e" providerId="LiveId" clId="{DD31E282-B62B-4911-91B6-43B1B98908F9}" dt="2026-03-26T07:58:10.125" v="3" actId="1076"/>
          <ac:picMkLst>
            <pc:docMk/>
            <pc:sldMk cId="0" sldId="258"/>
            <ac:picMk id="19" creationId="{00000000-0000-0000-0000-000000000000}"/>
          </ac:picMkLst>
        </pc:picChg>
      </pc:sldChg>
      <pc:sldChg chg="addSp delSp modSp mod">
        <pc:chgData name="Ueda Isamu" userId="35289799e0376f2e" providerId="LiveId" clId="{DD31E282-B62B-4911-91B6-43B1B98908F9}" dt="2026-04-03T12:39:30.685" v="588" actId="1076"/>
        <pc:sldMkLst>
          <pc:docMk/>
          <pc:sldMk cId="0" sldId="259"/>
        </pc:sldMkLst>
        <pc:spChg chg="mod">
          <ac:chgData name="Ueda Isamu" userId="35289799e0376f2e" providerId="LiveId" clId="{DD31E282-B62B-4911-91B6-43B1B98908F9}" dt="2026-04-03T12:39:23.880" v="587" actId="1076"/>
          <ac:spMkLst>
            <pc:docMk/>
            <pc:sldMk cId="0" sldId="259"/>
            <ac:spMk id="4" creationId="{00000000-0000-0000-0000-000000000000}"/>
          </ac:spMkLst>
        </pc:spChg>
        <pc:spChg chg="add del mod">
          <ac:chgData name="Ueda Isamu" userId="35289799e0376f2e" providerId="LiveId" clId="{DD31E282-B62B-4911-91B6-43B1B98908F9}" dt="2026-04-03T12:37:57.340" v="562" actId="1076"/>
          <ac:spMkLst>
            <pc:docMk/>
            <pc:sldMk cId="0" sldId="259"/>
            <ac:spMk id="5" creationId="{00000000-0000-0000-0000-000000000000}"/>
          </ac:spMkLst>
        </pc:spChg>
        <pc:spChg chg="mod">
          <ac:chgData name="Ueda Isamu" userId="35289799e0376f2e" providerId="LiveId" clId="{DD31E282-B62B-4911-91B6-43B1B98908F9}" dt="2026-04-03T12:38:07.987" v="572" actId="1036"/>
          <ac:spMkLst>
            <pc:docMk/>
            <pc:sldMk cId="0" sldId="259"/>
            <ac:spMk id="7" creationId="{00000000-0000-0000-0000-000000000000}"/>
          </ac:spMkLst>
        </pc:spChg>
        <pc:spChg chg="mod">
          <ac:chgData name="Ueda Isamu" userId="35289799e0376f2e" providerId="LiveId" clId="{DD31E282-B62B-4911-91B6-43B1B98908F9}" dt="2026-04-03T12:39:13.506" v="585" actId="14100"/>
          <ac:spMkLst>
            <pc:docMk/>
            <pc:sldMk cId="0" sldId="259"/>
            <ac:spMk id="8" creationId="{00000000-0000-0000-0000-000000000000}"/>
          </ac:spMkLst>
        </pc:spChg>
        <pc:spChg chg="mod">
          <ac:chgData name="Ueda Isamu" userId="35289799e0376f2e" providerId="LiveId" clId="{DD31E282-B62B-4911-91B6-43B1B98908F9}" dt="2026-04-03T12:39:17.956" v="586" actId="1076"/>
          <ac:spMkLst>
            <pc:docMk/>
            <pc:sldMk cId="0" sldId="259"/>
            <ac:spMk id="9" creationId="{00000000-0000-0000-0000-000000000000}"/>
          </ac:spMkLst>
        </pc:spChg>
        <pc:spChg chg="mod">
          <ac:chgData name="Ueda Isamu" userId="35289799e0376f2e" providerId="LiveId" clId="{DD31E282-B62B-4911-91B6-43B1B98908F9}" dt="2026-04-03T12:37:35.518" v="542" actId="1076"/>
          <ac:spMkLst>
            <pc:docMk/>
            <pc:sldMk cId="0" sldId="259"/>
            <ac:spMk id="10" creationId="{00000000-0000-0000-0000-000000000000}"/>
          </ac:spMkLst>
        </pc:spChg>
        <pc:spChg chg="mod">
          <ac:chgData name="Ueda Isamu" userId="35289799e0376f2e" providerId="LiveId" clId="{DD31E282-B62B-4911-91B6-43B1B98908F9}" dt="2026-04-03T12:37:40.613" v="543" actId="1076"/>
          <ac:spMkLst>
            <pc:docMk/>
            <pc:sldMk cId="0" sldId="259"/>
            <ac:spMk id="11" creationId="{00000000-0000-0000-0000-000000000000}"/>
          </ac:spMkLst>
        </pc:spChg>
        <pc:spChg chg="mod">
          <ac:chgData name="Ueda Isamu" userId="35289799e0376f2e" providerId="LiveId" clId="{DD31E282-B62B-4911-91B6-43B1B98908F9}" dt="2026-04-03T12:39:01.740" v="582" actId="1076"/>
          <ac:spMkLst>
            <pc:docMk/>
            <pc:sldMk cId="0" sldId="259"/>
            <ac:spMk id="12" creationId="{00000000-0000-0000-0000-000000000000}"/>
          </ac:spMkLst>
        </pc:spChg>
        <pc:spChg chg="mod">
          <ac:chgData name="Ueda Isamu" userId="35289799e0376f2e" providerId="LiveId" clId="{DD31E282-B62B-4911-91B6-43B1B98908F9}" dt="2026-04-03T12:39:30.685" v="588" actId="1076"/>
          <ac:spMkLst>
            <pc:docMk/>
            <pc:sldMk cId="0" sldId="259"/>
            <ac:spMk id="13" creationId="{00000000-0000-0000-0000-000000000000}"/>
          </ac:spMkLst>
        </pc:spChg>
        <pc:spChg chg="mod">
          <ac:chgData name="Ueda Isamu" userId="35289799e0376f2e" providerId="LiveId" clId="{DD31E282-B62B-4911-91B6-43B1B98908F9}" dt="2026-04-03T12:36:46.314" v="517" actId="1076"/>
          <ac:spMkLst>
            <pc:docMk/>
            <pc:sldMk cId="0" sldId="259"/>
            <ac:spMk id="14" creationId="{00000000-0000-0000-0000-000000000000}"/>
          </ac:spMkLst>
        </pc:spChg>
        <pc:spChg chg="mod">
          <ac:chgData name="Ueda Isamu" userId="35289799e0376f2e" providerId="LiveId" clId="{DD31E282-B62B-4911-91B6-43B1B98908F9}" dt="2026-04-03T12:34:36.249" v="462" actId="1076"/>
          <ac:spMkLst>
            <pc:docMk/>
            <pc:sldMk cId="0" sldId="259"/>
            <ac:spMk id="15" creationId="{00000000-0000-0000-0000-000000000000}"/>
          </ac:spMkLst>
        </pc:spChg>
        <pc:spChg chg="mod">
          <ac:chgData name="Ueda Isamu" userId="35289799e0376f2e" providerId="LiveId" clId="{DD31E282-B62B-4911-91B6-43B1B98908F9}" dt="2026-04-03T12:34:36.249" v="462" actId="1076"/>
          <ac:spMkLst>
            <pc:docMk/>
            <pc:sldMk cId="0" sldId="259"/>
            <ac:spMk id="16" creationId="{00000000-0000-0000-0000-000000000000}"/>
          </ac:spMkLst>
        </pc:spChg>
        <pc:spChg chg="mod">
          <ac:chgData name="Ueda Isamu" userId="35289799e0376f2e" providerId="LiveId" clId="{DD31E282-B62B-4911-91B6-43B1B98908F9}" dt="2026-04-03T12:34:36.249" v="462" actId="1076"/>
          <ac:spMkLst>
            <pc:docMk/>
            <pc:sldMk cId="0" sldId="259"/>
            <ac:spMk id="17" creationId="{00000000-0000-0000-0000-000000000000}"/>
          </ac:spMkLst>
        </pc:spChg>
        <pc:spChg chg="mod">
          <ac:chgData name="Ueda Isamu" userId="35289799e0376f2e" providerId="LiveId" clId="{DD31E282-B62B-4911-91B6-43B1B98908F9}" dt="2026-04-03T12:34:36.249" v="462" actId="1076"/>
          <ac:spMkLst>
            <pc:docMk/>
            <pc:sldMk cId="0" sldId="259"/>
            <ac:spMk id="18" creationId="{00000000-0000-0000-0000-000000000000}"/>
          </ac:spMkLst>
        </pc:spChg>
        <pc:spChg chg="del">
          <ac:chgData name="Ueda Isamu" userId="35289799e0376f2e" providerId="LiveId" clId="{DD31E282-B62B-4911-91B6-43B1B98908F9}" dt="2026-04-03T12:34:39.442" v="463" actId="478"/>
          <ac:spMkLst>
            <pc:docMk/>
            <pc:sldMk cId="0" sldId="259"/>
            <ac:spMk id="21" creationId="{00000000-0000-0000-0000-000000000000}"/>
          </ac:spMkLst>
        </pc:spChg>
        <pc:spChg chg="del">
          <ac:chgData name="Ueda Isamu" userId="35289799e0376f2e" providerId="LiveId" clId="{DD31E282-B62B-4911-91B6-43B1B98908F9}" dt="2026-04-03T12:34:11.269" v="435" actId="478"/>
          <ac:spMkLst>
            <pc:docMk/>
            <pc:sldMk cId="0" sldId="259"/>
            <ac:spMk id="23" creationId="{00000000-0000-0000-0000-000000000000}"/>
          </ac:spMkLst>
        </pc:spChg>
        <pc:spChg chg="add mod">
          <ac:chgData name="Ueda Isamu" userId="35289799e0376f2e" providerId="LiveId" clId="{DD31E282-B62B-4911-91B6-43B1B98908F9}" dt="2026-04-03T12:36:34.309" v="509" actId="571"/>
          <ac:spMkLst>
            <pc:docMk/>
            <pc:sldMk cId="0" sldId="259"/>
            <ac:spMk id="30" creationId="{47D4B9ED-4605-400D-36E8-7FF543493D42}"/>
          </ac:spMkLst>
        </pc:spChg>
        <pc:picChg chg="del">
          <ac:chgData name="Ueda Isamu" userId="35289799e0376f2e" providerId="LiveId" clId="{DD31E282-B62B-4911-91B6-43B1B98908F9}" dt="2026-04-03T12:33:52.257" v="432" actId="478"/>
          <ac:picMkLst>
            <pc:docMk/>
            <pc:sldMk cId="0" sldId="259"/>
            <ac:picMk id="20" creationId="{00000000-0000-0000-0000-000000000000}"/>
          </ac:picMkLst>
        </pc:picChg>
        <pc:picChg chg="del">
          <ac:chgData name="Ueda Isamu" userId="35289799e0376f2e" providerId="LiveId" clId="{DD31E282-B62B-4911-91B6-43B1B98908F9}" dt="2026-04-03T12:33:47.258" v="429" actId="478"/>
          <ac:picMkLst>
            <pc:docMk/>
            <pc:sldMk cId="0" sldId="259"/>
            <ac:picMk id="22" creationId="{00000000-0000-0000-0000-000000000000}"/>
          </ac:picMkLst>
        </pc:picChg>
        <pc:picChg chg="del">
          <ac:chgData name="Ueda Isamu" userId="35289799e0376f2e" providerId="LiveId" clId="{DD31E282-B62B-4911-91B6-43B1B98908F9}" dt="2026-04-03T12:33:45.890" v="428" actId="478"/>
          <ac:picMkLst>
            <pc:docMk/>
            <pc:sldMk cId="0" sldId="259"/>
            <ac:picMk id="24" creationId="{00000000-0000-0000-0000-000000000000}"/>
          </ac:picMkLst>
        </pc:picChg>
        <pc:picChg chg="mod">
          <ac:chgData name="Ueda Isamu" userId="35289799e0376f2e" providerId="LiveId" clId="{DD31E282-B62B-4911-91B6-43B1B98908F9}" dt="2026-04-03T12:34:45.699" v="464" actId="1076"/>
          <ac:picMkLst>
            <pc:docMk/>
            <pc:sldMk cId="0" sldId="259"/>
            <ac:picMk id="27" creationId="{00000000-0000-0000-0000-000000000000}"/>
          </ac:picMkLst>
        </pc:picChg>
        <pc:picChg chg="mod">
          <ac:chgData name="Ueda Isamu" userId="35289799e0376f2e" providerId="LiveId" clId="{DD31E282-B62B-4911-91B6-43B1B98908F9}" dt="2026-04-03T12:34:45.699" v="464" actId="1076"/>
          <ac:picMkLst>
            <pc:docMk/>
            <pc:sldMk cId="0" sldId="259"/>
            <ac:picMk id="28" creationId="{00000000-0000-0000-0000-000000000000}"/>
          </ac:picMkLst>
        </pc:picChg>
        <pc:picChg chg="add mod">
          <ac:chgData name="Ueda Isamu" userId="35289799e0376f2e" providerId="LiveId" clId="{DD31E282-B62B-4911-91B6-43B1B98908F9}" dt="2026-04-03T12:36:11.874" v="492" actId="1076"/>
          <ac:picMkLst>
            <pc:docMk/>
            <pc:sldMk cId="0" sldId="259"/>
            <ac:picMk id="29" creationId="{0A5D2121-E3AD-8CFB-9A1D-21A7BE0B1923}"/>
          </ac:picMkLst>
        </pc:picChg>
      </pc:sldChg>
      <pc:sldChg chg="modSp mod">
        <pc:chgData name="Ueda Isamu" userId="35289799e0376f2e" providerId="LiveId" clId="{DD31E282-B62B-4911-91B6-43B1B98908F9}" dt="2026-03-26T10:43:32.263" v="301" actId="20577"/>
        <pc:sldMkLst>
          <pc:docMk/>
          <pc:sldMk cId="0" sldId="262"/>
        </pc:sldMkLst>
        <pc:spChg chg="mod">
          <ac:chgData name="Ueda Isamu" userId="35289799e0376f2e" providerId="LiveId" clId="{DD31E282-B62B-4911-91B6-43B1B98908F9}" dt="2026-03-26T07:59:38.220" v="50" actId="1076"/>
          <ac:spMkLst>
            <pc:docMk/>
            <pc:sldMk cId="0" sldId="262"/>
            <ac:spMk id="3" creationId="{00000000-0000-0000-0000-000000000000}"/>
          </ac:spMkLst>
        </pc:spChg>
        <pc:spChg chg="mod">
          <ac:chgData name="Ueda Isamu" userId="35289799e0376f2e" providerId="LiveId" clId="{DD31E282-B62B-4911-91B6-43B1B98908F9}" dt="2026-03-26T08:01:01.008" v="98" actId="1076"/>
          <ac:spMkLst>
            <pc:docMk/>
            <pc:sldMk cId="0" sldId="262"/>
            <ac:spMk id="6" creationId="{00000000-0000-0000-0000-000000000000}"/>
          </ac:spMkLst>
        </pc:spChg>
        <pc:spChg chg="mod">
          <ac:chgData name="Ueda Isamu" userId="35289799e0376f2e" providerId="LiveId" clId="{DD31E282-B62B-4911-91B6-43B1B98908F9}" dt="2026-03-26T07:59:54.751" v="59" actId="14100"/>
          <ac:spMkLst>
            <pc:docMk/>
            <pc:sldMk cId="0" sldId="262"/>
            <ac:spMk id="13" creationId="{00000000-0000-0000-0000-000000000000}"/>
          </ac:spMkLst>
        </pc:spChg>
        <pc:spChg chg="mod">
          <ac:chgData name="Ueda Isamu" userId="35289799e0376f2e" providerId="LiveId" clId="{DD31E282-B62B-4911-91B6-43B1B98908F9}" dt="2026-03-26T10:43:32.263" v="301" actId="20577"/>
          <ac:spMkLst>
            <pc:docMk/>
            <pc:sldMk cId="0" sldId="262"/>
            <ac:spMk id="14" creationId="{00000000-0000-0000-0000-000000000000}"/>
          </ac:spMkLst>
        </pc:spChg>
        <pc:spChg chg="mod">
          <ac:chgData name="Ueda Isamu" userId="35289799e0376f2e" providerId="LiveId" clId="{DD31E282-B62B-4911-91B6-43B1B98908F9}" dt="2026-03-26T10:43:30.174" v="300" actId="14100"/>
          <ac:spMkLst>
            <pc:docMk/>
            <pc:sldMk cId="0" sldId="262"/>
            <ac:spMk id="18" creationId="{00000000-0000-0000-0000-000000000000}"/>
          </ac:spMkLst>
        </pc:spChg>
        <pc:spChg chg="mod">
          <ac:chgData name="Ueda Isamu" userId="35289799e0376f2e" providerId="LiveId" clId="{DD31E282-B62B-4911-91B6-43B1B98908F9}" dt="2026-03-26T07:59:59.685" v="61" actId="1076"/>
          <ac:spMkLst>
            <pc:docMk/>
            <pc:sldMk cId="0" sldId="262"/>
            <ac:spMk id="20" creationId="{00000000-0000-0000-0000-000000000000}"/>
          </ac:spMkLst>
        </pc:spChg>
        <pc:spChg chg="mod">
          <ac:chgData name="Ueda Isamu" userId="35289799e0376f2e" providerId="LiveId" clId="{DD31E282-B62B-4911-91B6-43B1B98908F9}" dt="2026-03-26T08:00:03.630" v="63" actId="1076"/>
          <ac:spMkLst>
            <pc:docMk/>
            <pc:sldMk cId="0" sldId="262"/>
            <ac:spMk id="21" creationId="{00000000-0000-0000-0000-000000000000}"/>
          </ac:spMkLst>
        </pc:spChg>
        <pc:spChg chg="mod">
          <ac:chgData name="Ueda Isamu" userId="35289799e0376f2e" providerId="LiveId" clId="{DD31E282-B62B-4911-91B6-43B1B98908F9}" dt="2026-03-26T08:01:53.050" v="111" actId="1076"/>
          <ac:spMkLst>
            <pc:docMk/>
            <pc:sldMk cId="0" sldId="262"/>
            <ac:spMk id="22" creationId="{00000000-0000-0000-0000-000000000000}"/>
          </ac:spMkLst>
        </pc:spChg>
        <pc:spChg chg="mod">
          <ac:chgData name="Ueda Isamu" userId="35289799e0376f2e" providerId="LiveId" clId="{DD31E282-B62B-4911-91B6-43B1B98908F9}" dt="2026-03-26T10:43:08.648" v="294" actId="1076"/>
          <ac:spMkLst>
            <pc:docMk/>
            <pc:sldMk cId="0" sldId="262"/>
            <ac:spMk id="26" creationId="{00000000-0000-0000-0000-000000000000}"/>
          </ac:spMkLst>
        </pc:spChg>
        <pc:spChg chg="mod">
          <ac:chgData name="Ueda Isamu" userId="35289799e0376f2e" providerId="LiveId" clId="{DD31E282-B62B-4911-91B6-43B1B98908F9}" dt="2026-03-26T10:43:08.648" v="294" actId="1076"/>
          <ac:spMkLst>
            <pc:docMk/>
            <pc:sldMk cId="0" sldId="262"/>
            <ac:spMk id="28" creationId="{00000000-0000-0000-0000-000000000000}"/>
          </ac:spMkLst>
        </pc:spChg>
        <pc:spChg chg="mod">
          <ac:chgData name="Ueda Isamu" userId="35289799e0376f2e" providerId="LiveId" clId="{DD31E282-B62B-4911-91B6-43B1B98908F9}" dt="2026-03-26T10:43:08.648" v="294" actId="1076"/>
          <ac:spMkLst>
            <pc:docMk/>
            <pc:sldMk cId="0" sldId="262"/>
            <ac:spMk id="29" creationId="{00000000-0000-0000-0000-000000000000}"/>
          </ac:spMkLst>
        </pc:spChg>
        <pc:spChg chg="mod">
          <ac:chgData name="Ueda Isamu" userId="35289799e0376f2e" providerId="LiveId" clId="{DD31E282-B62B-4911-91B6-43B1B98908F9}" dt="2026-03-26T10:43:08.648" v="294" actId="1076"/>
          <ac:spMkLst>
            <pc:docMk/>
            <pc:sldMk cId="0" sldId="262"/>
            <ac:spMk id="30" creationId="{00000000-0000-0000-0000-000000000000}"/>
          </ac:spMkLst>
        </pc:spChg>
        <pc:spChg chg="mod">
          <ac:chgData name="Ueda Isamu" userId="35289799e0376f2e" providerId="LiveId" clId="{DD31E282-B62B-4911-91B6-43B1B98908F9}" dt="2026-03-26T10:43:08.648" v="294" actId="1076"/>
          <ac:spMkLst>
            <pc:docMk/>
            <pc:sldMk cId="0" sldId="262"/>
            <ac:spMk id="31" creationId="{00000000-0000-0000-0000-000000000000}"/>
          </ac:spMkLst>
        </pc:spChg>
        <pc:spChg chg="mod">
          <ac:chgData name="Ueda Isamu" userId="35289799e0376f2e" providerId="LiveId" clId="{DD31E282-B62B-4911-91B6-43B1B98908F9}" dt="2026-03-26T10:43:14.131" v="295" actId="1076"/>
          <ac:spMkLst>
            <pc:docMk/>
            <pc:sldMk cId="0" sldId="262"/>
            <ac:spMk id="33" creationId="{00000000-0000-0000-0000-000000000000}"/>
          </ac:spMkLst>
        </pc:spChg>
        <pc:spChg chg="mod">
          <ac:chgData name="Ueda Isamu" userId="35289799e0376f2e" providerId="LiveId" clId="{DD31E282-B62B-4911-91B6-43B1B98908F9}" dt="2026-03-26T10:43:14.131" v="295" actId="1076"/>
          <ac:spMkLst>
            <pc:docMk/>
            <pc:sldMk cId="0" sldId="262"/>
            <ac:spMk id="35" creationId="{00000000-0000-0000-0000-000000000000}"/>
          </ac:spMkLst>
        </pc:spChg>
        <pc:spChg chg="mod">
          <ac:chgData name="Ueda Isamu" userId="35289799e0376f2e" providerId="LiveId" clId="{DD31E282-B62B-4911-91B6-43B1B98908F9}" dt="2026-03-26T10:43:14.131" v="295" actId="1076"/>
          <ac:spMkLst>
            <pc:docMk/>
            <pc:sldMk cId="0" sldId="262"/>
            <ac:spMk id="36" creationId="{00000000-0000-0000-0000-000000000000}"/>
          </ac:spMkLst>
        </pc:spChg>
        <pc:spChg chg="mod">
          <ac:chgData name="Ueda Isamu" userId="35289799e0376f2e" providerId="LiveId" clId="{DD31E282-B62B-4911-91B6-43B1B98908F9}" dt="2026-03-26T10:43:23.248" v="298" actId="1076"/>
          <ac:spMkLst>
            <pc:docMk/>
            <pc:sldMk cId="0" sldId="262"/>
            <ac:spMk id="37" creationId="{00000000-0000-0000-0000-000000000000}"/>
          </ac:spMkLst>
        </pc:spChg>
        <pc:spChg chg="mod">
          <ac:chgData name="Ueda Isamu" userId="35289799e0376f2e" providerId="LiveId" clId="{DD31E282-B62B-4911-91B6-43B1B98908F9}" dt="2026-03-26T10:43:14.131" v="295" actId="1076"/>
          <ac:spMkLst>
            <pc:docMk/>
            <pc:sldMk cId="0" sldId="262"/>
            <ac:spMk id="38" creationId="{00000000-0000-0000-0000-000000000000}"/>
          </ac:spMkLst>
        </pc:spChg>
        <pc:spChg chg="mod">
          <ac:chgData name="Ueda Isamu" userId="35289799e0376f2e" providerId="LiveId" clId="{DD31E282-B62B-4911-91B6-43B1B98908F9}" dt="2026-03-26T08:01:49.170" v="109" actId="1076"/>
          <ac:spMkLst>
            <pc:docMk/>
            <pc:sldMk cId="0" sldId="262"/>
            <ac:spMk id="40" creationId="{00000000-0000-0000-0000-000000000000}"/>
          </ac:spMkLst>
        </pc:spChg>
        <pc:spChg chg="mod">
          <ac:chgData name="Ueda Isamu" userId="35289799e0376f2e" providerId="LiveId" clId="{DD31E282-B62B-4911-91B6-43B1B98908F9}" dt="2026-03-26T08:01:54.884" v="112" actId="1076"/>
          <ac:spMkLst>
            <pc:docMk/>
            <pc:sldMk cId="0" sldId="262"/>
            <ac:spMk id="42" creationId="{00000000-0000-0000-0000-000000000000}"/>
          </ac:spMkLst>
        </pc:spChg>
        <pc:spChg chg="mod">
          <ac:chgData name="Ueda Isamu" userId="35289799e0376f2e" providerId="LiveId" clId="{DD31E282-B62B-4911-91B6-43B1B98908F9}" dt="2026-03-26T08:01:28.400" v="102" actId="1076"/>
          <ac:spMkLst>
            <pc:docMk/>
            <pc:sldMk cId="0" sldId="262"/>
            <ac:spMk id="43" creationId="{00000000-0000-0000-0000-000000000000}"/>
          </ac:spMkLst>
        </pc:spChg>
        <pc:spChg chg="mod">
          <ac:chgData name="Ueda Isamu" userId="35289799e0376f2e" providerId="LiveId" clId="{DD31E282-B62B-4911-91B6-43B1B98908F9}" dt="2026-03-26T10:43:25.231" v="299" actId="1076"/>
          <ac:spMkLst>
            <pc:docMk/>
            <pc:sldMk cId="0" sldId="262"/>
            <ac:spMk id="44" creationId="{00000000-0000-0000-0000-000000000000}"/>
          </ac:spMkLst>
        </pc:spChg>
        <pc:spChg chg="mod">
          <ac:chgData name="Ueda Isamu" userId="35289799e0376f2e" providerId="LiveId" clId="{DD31E282-B62B-4911-91B6-43B1B98908F9}" dt="2026-03-26T08:01:45.283" v="108" actId="1076"/>
          <ac:spMkLst>
            <pc:docMk/>
            <pc:sldMk cId="0" sldId="262"/>
            <ac:spMk id="45" creationId="{00000000-0000-0000-0000-000000000000}"/>
          </ac:spMkLst>
        </pc:spChg>
        <pc:spChg chg="mod">
          <ac:chgData name="Ueda Isamu" userId="35289799e0376f2e" providerId="LiveId" clId="{DD31E282-B62B-4911-91B6-43B1B98908F9}" dt="2026-03-26T10:43:08.648" v="294" actId="1076"/>
          <ac:spMkLst>
            <pc:docMk/>
            <pc:sldMk cId="0" sldId="262"/>
            <ac:spMk id="49" creationId="{00000000-0000-0000-0000-000000000000}"/>
          </ac:spMkLst>
        </pc:spChg>
        <pc:spChg chg="mod">
          <ac:chgData name="Ueda Isamu" userId="35289799e0376f2e" providerId="LiveId" clId="{DD31E282-B62B-4911-91B6-43B1B98908F9}" dt="2026-03-26T10:43:08.648" v="294" actId="1076"/>
          <ac:spMkLst>
            <pc:docMk/>
            <pc:sldMk cId="0" sldId="262"/>
            <ac:spMk id="50" creationId="{00000000-0000-0000-0000-000000000000}"/>
          </ac:spMkLst>
        </pc:spChg>
        <pc:spChg chg="mod">
          <ac:chgData name="Ueda Isamu" userId="35289799e0376f2e" providerId="LiveId" clId="{DD31E282-B62B-4911-91B6-43B1B98908F9}" dt="2026-03-26T10:43:18.273" v="296" actId="1076"/>
          <ac:spMkLst>
            <pc:docMk/>
            <pc:sldMk cId="0" sldId="262"/>
            <ac:spMk id="51" creationId="{00000000-0000-0000-0000-000000000000}"/>
          </ac:spMkLst>
        </pc:spChg>
        <pc:spChg chg="mod">
          <ac:chgData name="Ueda Isamu" userId="35289799e0376f2e" providerId="LiveId" clId="{DD31E282-B62B-4911-91B6-43B1B98908F9}" dt="2026-03-26T10:43:14.131" v="295" actId="1076"/>
          <ac:spMkLst>
            <pc:docMk/>
            <pc:sldMk cId="0" sldId="262"/>
            <ac:spMk id="52" creationId="{00000000-0000-0000-0000-000000000000}"/>
          </ac:spMkLst>
        </pc:spChg>
        <pc:spChg chg="mod">
          <ac:chgData name="Ueda Isamu" userId="35289799e0376f2e" providerId="LiveId" clId="{DD31E282-B62B-4911-91B6-43B1B98908F9}" dt="2026-03-26T08:01:41.752" v="106" actId="1076"/>
          <ac:spMkLst>
            <pc:docMk/>
            <pc:sldMk cId="0" sldId="262"/>
            <ac:spMk id="53" creationId="{00000000-0000-0000-0000-000000000000}"/>
          </ac:spMkLst>
        </pc:spChg>
        <pc:spChg chg="mod">
          <ac:chgData name="Ueda Isamu" userId="35289799e0376f2e" providerId="LiveId" clId="{DD31E282-B62B-4911-91B6-43B1B98908F9}" dt="2026-03-26T08:01:43.598" v="107" actId="1076"/>
          <ac:spMkLst>
            <pc:docMk/>
            <pc:sldMk cId="0" sldId="262"/>
            <ac:spMk id="54" creationId="{00000000-0000-0000-0000-000000000000}"/>
          </ac:spMkLst>
        </pc:spChg>
        <pc:spChg chg="mod">
          <ac:chgData name="Ueda Isamu" userId="35289799e0376f2e" providerId="LiveId" clId="{DD31E282-B62B-4911-91B6-43B1B98908F9}" dt="2026-03-26T07:59:17.850" v="44" actId="14100"/>
          <ac:spMkLst>
            <pc:docMk/>
            <pc:sldMk cId="0" sldId="262"/>
            <ac:spMk id="62" creationId="{00000000-0000-0000-0000-000000000000}"/>
          </ac:spMkLst>
        </pc:spChg>
        <pc:spChg chg="mod">
          <ac:chgData name="Ueda Isamu" userId="35289799e0376f2e" providerId="LiveId" clId="{DD31E282-B62B-4911-91B6-43B1B98908F9}" dt="2026-03-26T07:59:15.392" v="43" actId="1076"/>
          <ac:spMkLst>
            <pc:docMk/>
            <pc:sldMk cId="0" sldId="262"/>
            <ac:spMk id="65" creationId="{00000000-0000-0000-0000-000000000000}"/>
          </ac:spMkLst>
        </pc:spChg>
        <pc:spChg chg="mod">
          <ac:chgData name="Ueda Isamu" userId="35289799e0376f2e" providerId="LiveId" clId="{DD31E282-B62B-4911-91B6-43B1B98908F9}" dt="2026-03-26T07:59:35.834" v="48" actId="1076"/>
          <ac:spMkLst>
            <pc:docMk/>
            <pc:sldMk cId="0" sldId="262"/>
            <ac:spMk id="71" creationId="{00000000-0000-0000-0000-000000000000}"/>
          </ac:spMkLst>
        </pc:spChg>
        <pc:spChg chg="mod">
          <ac:chgData name="Ueda Isamu" userId="35289799e0376f2e" providerId="LiveId" clId="{DD31E282-B62B-4911-91B6-43B1B98908F9}" dt="2026-03-26T07:59:37.834" v="49" actId="1076"/>
          <ac:spMkLst>
            <pc:docMk/>
            <pc:sldMk cId="0" sldId="262"/>
            <ac:spMk id="72" creationId="{00000000-0000-0000-0000-000000000000}"/>
          </ac:spMkLst>
        </pc:spChg>
        <pc:spChg chg="mod">
          <ac:chgData name="Ueda Isamu" userId="35289799e0376f2e" providerId="LiveId" clId="{DD31E282-B62B-4911-91B6-43B1B98908F9}" dt="2026-03-26T07:59:27.797" v="46" actId="14100"/>
          <ac:spMkLst>
            <pc:docMk/>
            <pc:sldMk cId="0" sldId="262"/>
            <ac:spMk id="76" creationId="{00000000-0000-0000-0000-000000000000}"/>
          </ac:spMkLst>
        </pc:spChg>
        <pc:grpChg chg="mod">
          <ac:chgData name="Ueda Isamu" userId="35289799e0376f2e" providerId="LiveId" clId="{DD31E282-B62B-4911-91B6-43B1B98908F9}" dt="2026-03-26T07:59:09.616" v="41" actId="14100"/>
          <ac:grpSpMkLst>
            <pc:docMk/>
            <pc:sldMk cId="0" sldId="262"/>
            <ac:grpSpMk id="95" creationId="{AC9D6A09-CDC7-7A9A-2157-83B23DB879BC}"/>
          </ac:grpSpMkLst>
        </pc:grpChg>
        <pc:picChg chg="mod">
          <ac:chgData name="Ueda Isamu" userId="35289799e0376f2e" providerId="LiveId" clId="{DD31E282-B62B-4911-91B6-43B1B98908F9}" dt="2026-03-26T10:43:08.648" v="294" actId="1076"/>
          <ac:picMkLst>
            <pc:docMk/>
            <pc:sldMk cId="0" sldId="262"/>
            <ac:picMk id="25" creationId="{00000000-0000-0000-0000-000000000000}"/>
          </ac:picMkLst>
        </pc:picChg>
        <pc:picChg chg="mod">
          <ac:chgData name="Ueda Isamu" userId="35289799e0376f2e" providerId="LiveId" clId="{DD31E282-B62B-4911-91B6-43B1B98908F9}" dt="2026-03-26T10:43:08.648" v="294" actId="1076"/>
          <ac:picMkLst>
            <pc:docMk/>
            <pc:sldMk cId="0" sldId="262"/>
            <ac:picMk id="27" creationId="{00000000-0000-0000-0000-000000000000}"/>
          </ac:picMkLst>
        </pc:picChg>
        <pc:picChg chg="mod">
          <ac:chgData name="Ueda Isamu" userId="35289799e0376f2e" providerId="LiveId" clId="{DD31E282-B62B-4911-91B6-43B1B98908F9}" dt="2026-03-26T10:43:14.131" v="295" actId="1076"/>
          <ac:picMkLst>
            <pc:docMk/>
            <pc:sldMk cId="0" sldId="262"/>
            <ac:picMk id="32" creationId="{00000000-0000-0000-0000-000000000000}"/>
          </ac:picMkLst>
        </pc:picChg>
        <pc:picChg chg="mod">
          <ac:chgData name="Ueda Isamu" userId="35289799e0376f2e" providerId="LiveId" clId="{DD31E282-B62B-4911-91B6-43B1B98908F9}" dt="2026-03-26T10:43:14.131" v="295" actId="1076"/>
          <ac:picMkLst>
            <pc:docMk/>
            <pc:sldMk cId="0" sldId="262"/>
            <ac:picMk id="34" creationId="{00000000-0000-0000-0000-000000000000}"/>
          </ac:picMkLst>
        </pc:picChg>
        <pc:picChg chg="mod">
          <ac:chgData name="Ueda Isamu" userId="35289799e0376f2e" providerId="LiveId" clId="{DD31E282-B62B-4911-91B6-43B1B98908F9}" dt="2026-03-26T08:01:52.073" v="110" actId="1076"/>
          <ac:picMkLst>
            <pc:docMk/>
            <pc:sldMk cId="0" sldId="262"/>
            <ac:picMk id="39" creationId="{00000000-0000-0000-0000-000000000000}"/>
          </ac:picMkLst>
        </pc:picChg>
        <pc:picChg chg="mod">
          <ac:chgData name="Ueda Isamu" userId="35289799e0376f2e" providerId="LiveId" clId="{DD31E282-B62B-4911-91B6-43B1B98908F9}" dt="2026-03-26T08:01:49.170" v="109" actId="1076"/>
          <ac:picMkLst>
            <pc:docMk/>
            <pc:sldMk cId="0" sldId="262"/>
            <ac:picMk id="41" creationId="{00000000-0000-0000-0000-000000000000}"/>
          </ac:picMkLst>
        </pc:picChg>
        <pc:picChg chg="mod">
          <ac:chgData name="Ueda Isamu" userId="35289799e0376f2e" providerId="LiveId" clId="{DD31E282-B62B-4911-91B6-43B1B98908F9}" dt="2026-03-26T07:59:22.667" v="45" actId="14100"/>
          <ac:picMkLst>
            <pc:docMk/>
            <pc:sldMk cId="0" sldId="262"/>
            <ac:picMk id="57" creationId="{00000000-0000-0000-0000-000000000000}"/>
          </ac:picMkLst>
        </pc:picChg>
      </pc:sldChg>
      <pc:sldChg chg="addSp delSp modSp mod">
        <pc:chgData name="Ueda Isamu" userId="35289799e0376f2e" providerId="LiveId" clId="{DD31E282-B62B-4911-91B6-43B1B98908F9}" dt="2026-04-03T12:36:34.349" v="515" actId="27636"/>
        <pc:sldMkLst>
          <pc:docMk/>
          <pc:sldMk cId="0" sldId="264"/>
        </pc:sldMkLst>
        <pc:spChg chg="mod">
          <ac:chgData name="Ueda Isamu" userId="35289799e0376f2e" providerId="LiveId" clId="{DD31E282-B62B-4911-91B6-43B1B98908F9}" dt="2026-03-26T10:39:50.087" v="128" actId="1076"/>
          <ac:spMkLst>
            <pc:docMk/>
            <pc:sldMk cId="0" sldId="264"/>
            <ac:spMk id="5" creationId="{00000000-0000-0000-0000-000000000000}"/>
          </ac:spMkLst>
        </pc:spChg>
        <pc:spChg chg="mod">
          <ac:chgData name="Ueda Isamu" userId="35289799e0376f2e" providerId="LiveId" clId="{DD31E282-B62B-4911-91B6-43B1B98908F9}" dt="2026-03-26T10:34:47.727" v="119" actId="14100"/>
          <ac:spMkLst>
            <pc:docMk/>
            <pc:sldMk cId="0" sldId="264"/>
            <ac:spMk id="9" creationId="{00000000-0000-0000-0000-000000000000}"/>
          </ac:spMkLst>
        </pc:spChg>
        <pc:spChg chg="mod">
          <ac:chgData name="Ueda Isamu" userId="35289799e0376f2e" providerId="LiveId" clId="{DD31E282-B62B-4911-91B6-43B1B98908F9}" dt="2026-03-26T10:53:31.568" v="355" actId="27636"/>
          <ac:spMkLst>
            <pc:docMk/>
            <pc:sldMk cId="0" sldId="264"/>
            <ac:spMk id="13" creationId="{00000000-0000-0000-0000-000000000000}"/>
          </ac:spMkLst>
        </pc:spChg>
        <pc:spChg chg="mod">
          <ac:chgData name="Ueda Isamu" userId="35289799e0376f2e" providerId="LiveId" clId="{DD31E282-B62B-4911-91B6-43B1B98908F9}" dt="2026-03-26T10:53:31.528" v="345" actId="27636"/>
          <ac:spMkLst>
            <pc:docMk/>
            <pc:sldMk cId="0" sldId="264"/>
            <ac:spMk id="15" creationId="{00000000-0000-0000-0000-000000000000}"/>
          </ac:spMkLst>
        </pc:spChg>
        <pc:spChg chg="mod">
          <ac:chgData name="Ueda Isamu" userId="35289799e0376f2e" providerId="LiveId" clId="{DD31E282-B62B-4911-91B6-43B1B98908F9}" dt="2026-04-03T12:36:34.349" v="515" actId="27636"/>
          <ac:spMkLst>
            <pc:docMk/>
            <pc:sldMk cId="0" sldId="264"/>
            <ac:spMk id="17" creationId="{00000000-0000-0000-0000-000000000000}"/>
          </ac:spMkLst>
        </pc:spChg>
        <pc:spChg chg="mod">
          <ac:chgData name="Ueda Isamu" userId="35289799e0376f2e" providerId="LiveId" clId="{DD31E282-B62B-4911-91B6-43B1B98908F9}" dt="2026-03-26T10:39:57.984" v="133" actId="14100"/>
          <ac:spMkLst>
            <pc:docMk/>
            <pc:sldMk cId="0" sldId="264"/>
            <ac:spMk id="21" creationId="{00000000-0000-0000-0000-000000000000}"/>
          </ac:spMkLst>
        </pc:spChg>
        <pc:spChg chg="mod">
          <ac:chgData name="Ueda Isamu" userId="35289799e0376f2e" providerId="LiveId" clId="{DD31E282-B62B-4911-91B6-43B1B98908F9}" dt="2026-03-26T10:53:31.538" v="348" actId="27636"/>
          <ac:spMkLst>
            <pc:docMk/>
            <pc:sldMk cId="0" sldId="264"/>
            <ac:spMk id="22" creationId="{00000000-0000-0000-0000-000000000000}"/>
          </ac:spMkLst>
        </pc:spChg>
        <pc:spChg chg="mod">
          <ac:chgData name="Ueda Isamu" userId="35289799e0376f2e" providerId="LiveId" clId="{DD31E282-B62B-4911-91B6-43B1B98908F9}" dt="2026-03-26T10:53:31.536" v="347" actId="27636"/>
          <ac:spMkLst>
            <pc:docMk/>
            <pc:sldMk cId="0" sldId="264"/>
            <ac:spMk id="24" creationId="{00000000-0000-0000-0000-000000000000}"/>
          </ac:spMkLst>
        </pc:spChg>
        <pc:spChg chg="mod">
          <ac:chgData name="Ueda Isamu" userId="35289799e0376f2e" providerId="LiveId" clId="{DD31E282-B62B-4911-91B6-43B1B98908F9}" dt="2026-04-03T12:36:34.349" v="514" actId="27636"/>
          <ac:spMkLst>
            <pc:docMk/>
            <pc:sldMk cId="0" sldId="264"/>
            <ac:spMk id="25" creationId="{00000000-0000-0000-0000-000000000000}"/>
          </ac:spMkLst>
        </pc:spChg>
        <pc:spChg chg="mod">
          <ac:chgData name="Ueda Isamu" userId="35289799e0376f2e" providerId="LiveId" clId="{DD31E282-B62B-4911-91B6-43B1B98908F9}" dt="2026-03-26T10:44:06.848" v="302" actId="20577"/>
          <ac:spMkLst>
            <pc:docMk/>
            <pc:sldMk cId="0" sldId="264"/>
            <ac:spMk id="31" creationId="{00000000-0000-0000-0000-000000000000}"/>
          </ac:spMkLst>
        </pc:spChg>
        <pc:spChg chg="mod">
          <ac:chgData name="Ueda Isamu" userId="35289799e0376f2e" providerId="LiveId" clId="{DD31E282-B62B-4911-91B6-43B1B98908F9}" dt="2026-03-26T10:53:31.543" v="349" actId="27636"/>
          <ac:spMkLst>
            <pc:docMk/>
            <pc:sldMk cId="0" sldId="264"/>
            <ac:spMk id="32" creationId="{00000000-0000-0000-0000-000000000000}"/>
          </ac:spMkLst>
        </pc:spChg>
        <pc:spChg chg="mod">
          <ac:chgData name="Ueda Isamu" userId="35289799e0376f2e" providerId="LiveId" clId="{DD31E282-B62B-4911-91B6-43B1B98908F9}" dt="2026-03-26T10:53:31.532" v="346" actId="27636"/>
          <ac:spMkLst>
            <pc:docMk/>
            <pc:sldMk cId="0" sldId="264"/>
            <ac:spMk id="37" creationId="{00000000-0000-0000-0000-000000000000}"/>
          </ac:spMkLst>
        </pc:spChg>
        <pc:spChg chg="mod">
          <ac:chgData name="Ueda Isamu" userId="35289799e0376f2e" providerId="LiveId" clId="{DD31E282-B62B-4911-91B6-43B1B98908F9}" dt="2026-03-26T10:53:31.551" v="351" actId="27636"/>
          <ac:spMkLst>
            <pc:docMk/>
            <pc:sldMk cId="0" sldId="264"/>
            <ac:spMk id="39" creationId="{00000000-0000-0000-0000-000000000000}"/>
          </ac:spMkLst>
        </pc:spChg>
        <pc:spChg chg="mod">
          <ac:chgData name="Ueda Isamu" userId="35289799e0376f2e" providerId="LiveId" clId="{DD31E282-B62B-4911-91B6-43B1B98908F9}" dt="2026-03-26T10:45:05.313" v="337" actId="27636"/>
          <ac:spMkLst>
            <pc:docMk/>
            <pc:sldMk cId="0" sldId="264"/>
            <ac:spMk id="41" creationId="{00000000-0000-0000-0000-000000000000}"/>
          </ac:spMkLst>
        </pc:spChg>
        <pc:spChg chg="mod">
          <ac:chgData name="Ueda Isamu" userId="35289799e0376f2e" providerId="LiveId" clId="{DD31E282-B62B-4911-91B6-43B1B98908F9}" dt="2026-03-26T10:45:03.300" v="335" actId="14100"/>
          <ac:spMkLst>
            <pc:docMk/>
            <pc:sldMk cId="0" sldId="264"/>
            <ac:spMk id="43" creationId="{00000000-0000-0000-0000-000000000000}"/>
          </ac:spMkLst>
        </pc:spChg>
        <pc:spChg chg="mod">
          <ac:chgData name="Ueda Isamu" userId="35289799e0376f2e" providerId="LiveId" clId="{DD31E282-B62B-4911-91B6-43B1B98908F9}" dt="2026-04-03T12:36:34.344" v="511" actId="27636"/>
          <ac:spMkLst>
            <pc:docMk/>
            <pc:sldMk cId="0" sldId="264"/>
            <ac:spMk id="44" creationId="{00000000-0000-0000-0000-000000000000}"/>
          </ac:spMkLst>
        </pc:spChg>
        <pc:spChg chg="mod">
          <ac:chgData name="Ueda Isamu" userId="35289799e0376f2e" providerId="LiveId" clId="{DD31E282-B62B-4911-91B6-43B1B98908F9}" dt="2026-03-26T10:53:31.597" v="362" actId="27636"/>
          <ac:spMkLst>
            <pc:docMk/>
            <pc:sldMk cId="0" sldId="264"/>
            <ac:spMk id="45" creationId="{00000000-0000-0000-0000-000000000000}"/>
          </ac:spMkLst>
        </pc:spChg>
        <pc:spChg chg="mod">
          <ac:chgData name="Ueda Isamu" userId="35289799e0376f2e" providerId="LiveId" clId="{DD31E282-B62B-4911-91B6-43B1B98908F9}" dt="2026-03-26T10:44:51.202" v="317" actId="27636"/>
          <ac:spMkLst>
            <pc:docMk/>
            <pc:sldMk cId="0" sldId="264"/>
            <ac:spMk id="46" creationId="{00000000-0000-0000-0000-000000000000}"/>
          </ac:spMkLst>
        </pc:spChg>
        <pc:spChg chg="mod">
          <ac:chgData name="Ueda Isamu" userId="35289799e0376f2e" providerId="LiveId" clId="{DD31E282-B62B-4911-91B6-43B1B98908F9}" dt="2026-04-03T12:36:34.349" v="512" actId="27636"/>
          <ac:spMkLst>
            <pc:docMk/>
            <pc:sldMk cId="0" sldId="264"/>
            <ac:spMk id="47" creationId="{00000000-0000-0000-0000-000000000000}"/>
          </ac:spMkLst>
        </pc:spChg>
        <pc:spChg chg="mod">
          <ac:chgData name="Ueda Isamu" userId="35289799e0376f2e" providerId="LiveId" clId="{DD31E282-B62B-4911-91B6-43B1B98908F9}" dt="2026-04-03T12:36:34.349" v="513" actId="27636"/>
          <ac:spMkLst>
            <pc:docMk/>
            <pc:sldMk cId="0" sldId="264"/>
            <ac:spMk id="49" creationId="{00000000-0000-0000-0000-000000000000}"/>
          </ac:spMkLst>
        </pc:spChg>
        <pc:spChg chg="mod">
          <ac:chgData name="Ueda Isamu" userId="35289799e0376f2e" providerId="LiveId" clId="{DD31E282-B62B-4911-91B6-43B1B98908F9}" dt="2026-03-26T10:53:31.553" v="352" actId="27636"/>
          <ac:spMkLst>
            <pc:docMk/>
            <pc:sldMk cId="0" sldId="264"/>
            <ac:spMk id="50" creationId="{00000000-0000-0000-0000-000000000000}"/>
          </ac:spMkLst>
        </pc:spChg>
        <pc:spChg chg="mod">
          <ac:chgData name="Ueda Isamu" userId="35289799e0376f2e" providerId="LiveId" clId="{DD31E282-B62B-4911-91B6-43B1B98908F9}" dt="2026-03-26T10:53:31.559" v="353" actId="27636"/>
          <ac:spMkLst>
            <pc:docMk/>
            <pc:sldMk cId="0" sldId="264"/>
            <ac:spMk id="52" creationId="{00000000-0000-0000-0000-000000000000}"/>
          </ac:spMkLst>
        </pc:spChg>
        <pc:spChg chg="mod">
          <ac:chgData name="Ueda Isamu" userId="35289799e0376f2e" providerId="LiveId" clId="{DD31E282-B62B-4911-91B6-43B1B98908F9}" dt="2026-04-03T12:36:34.344" v="510" actId="27636"/>
          <ac:spMkLst>
            <pc:docMk/>
            <pc:sldMk cId="0" sldId="264"/>
            <ac:spMk id="53" creationId="{00000000-0000-0000-0000-000000000000}"/>
          </ac:spMkLst>
        </pc:spChg>
        <pc:spChg chg="mod">
          <ac:chgData name="Ueda Isamu" userId="35289799e0376f2e" providerId="LiveId" clId="{DD31E282-B62B-4911-91B6-43B1B98908F9}" dt="2026-03-26T10:53:31.585" v="359" actId="27636"/>
          <ac:spMkLst>
            <pc:docMk/>
            <pc:sldMk cId="0" sldId="264"/>
            <ac:spMk id="54" creationId="{00000000-0000-0000-0000-000000000000}"/>
          </ac:spMkLst>
        </pc:spChg>
        <pc:spChg chg="mod">
          <ac:chgData name="Ueda Isamu" userId="35289799e0376f2e" providerId="LiveId" clId="{DD31E282-B62B-4911-91B6-43B1B98908F9}" dt="2026-03-26T10:53:31.565" v="354" actId="27636"/>
          <ac:spMkLst>
            <pc:docMk/>
            <pc:sldMk cId="0" sldId="264"/>
            <ac:spMk id="56" creationId="{00000000-0000-0000-0000-000000000000}"/>
          </ac:spMkLst>
        </pc:spChg>
        <pc:spChg chg="mod">
          <ac:chgData name="Ueda Isamu" userId="35289799e0376f2e" providerId="LiveId" clId="{DD31E282-B62B-4911-91B6-43B1B98908F9}" dt="2026-03-26T10:53:31.572" v="356" actId="27636"/>
          <ac:spMkLst>
            <pc:docMk/>
            <pc:sldMk cId="0" sldId="264"/>
            <ac:spMk id="58" creationId="{00000000-0000-0000-0000-000000000000}"/>
          </ac:spMkLst>
        </pc:spChg>
        <pc:spChg chg="mod">
          <ac:chgData name="Ueda Isamu" userId="35289799e0376f2e" providerId="LiveId" clId="{DD31E282-B62B-4911-91B6-43B1B98908F9}" dt="2026-03-26T10:53:31.597" v="361" actId="27636"/>
          <ac:spMkLst>
            <pc:docMk/>
            <pc:sldMk cId="0" sldId="264"/>
            <ac:spMk id="62" creationId="{00000000-0000-0000-0000-000000000000}"/>
          </ac:spMkLst>
        </pc:spChg>
        <pc:spChg chg="mod">
          <ac:chgData name="Ueda Isamu" userId="35289799e0376f2e" providerId="LiveId" clId="{DD31E282-B62B-4911-91B6-43B1B98908F9}" dt="2026-03-26T10:53:31.579" v="358" actId="27636"/>
          <ac:spMkLst>
            <pc:docMk/>
            <pc:sldMk cId="0" sldId="264"/>
            <ac:spMk id="63" creationId="{00000000-0000-0000-0000-000000000000}"/>
          </ac:spMkLst>
        </pc:spChg>
        <pc:spChg chg="mod">
          <ac:chgData name="Ueda Isamu" userId="35289799e0376f2e" providerId="LiveId" clId="{DD31E282-B62B-4911-91B6-43B1B98908F9}" dt="2026-03-26T10:53:31.575" v="357" actId="27636"/>
          <ac:spMkLst>
            <pc:docMk/>
            <pc:sldMk cId="0" sldId="264"/>
            <ac:spMk id="65" creationId="{00000000-0000-0000-0000-000000000000}"/>
          </ac:spMkLst>
        </pc:spChg>
        <pc:spChg chg="mod">
          <ac:chgData name="Ueda Isamu" userId="35289799e0376f2e" providerId="LiveId" clId="{DD31E282-B62B-4911-91B6-43B1B98908F9}" dt="2026-03-26T10:53:31.592" v="360" actId="27636"/>
          <ac:spMkLst>
            <pc:docMk/>
            <pc:sldMk cId="0" sldId="264"/>
            <ac:spMk id="66" creationId="{00000000-0000-0000-0000-000000000000}"/>
          </ac:spMkLst>
        </pc:spChg>
        <pc:spChg chg="mod">
          <ac:chgData name="Ueda Isamu" userId="35289799e0376f2e" providerId="LiveId" clId="{DD31E282-B62B-4911-91B6-43B1B98908F9}" dt="2026-03-26T10:53:31.607" v="363" actId="27636"/>
          <ac:spMkLst>
            <pc:docMk/>
            <pc:sldMk cId="0" sldId="264"/>
            <ac:spMk id="70" creationId="{00000000-0000-0000-0000-000000000000}"/>
          </ac:spMkLst>
        </pc:spChg>
        <pc:spChg chg="mod">
          <ac:chgData name="Ueda Isamu" userId="35289799e0376f2e" providerId="LiveId" clId="{DD31E282-B62B-4911-91B6-43B1B98908F9}" dt="2026-03-26T10:53:31.618" v="364" actId="27636"/>
          <ac:spMkLst>
            <pc:docMk/>
            <pc:sldMk cId="0" sldId="264"/>
            <ac:spMk id="71" creationId="{00000000-0000-0000-0000-000000000000}"/>
          </ac:spMkLst>
        </pc:spChg>
        <pc:spChg chg="mod">
          <ac:chgData name="Ueda Isamu" userId="35289799e0376f2e" providerId="LiveId" clId="{DD31E282-B62B-4911-91B6-43B1B98908F9}" dt="2026-03-26T10:53:31.625" v="365" actId="27636"/>
          <ac:spMkLst>
            <pc:docMk/>
            <pc:sldMk cId="0" sldId="264"/>
            <ac:spMk id="72" creationId="{00000000-0000-0000-0000-000000000000}"/>
          </ac:spMkLst>
        </pc:spChg>
        <pc:picChg chg="mod">
          <ac:chgData name="Ueda Isamu" userId="35289799e0376f2e" providerId="LiveId" clId="{DD31E282-B62B-4911-91B6-43B1B98908F9}" dt="2026-03-26T10:39:54.667" v="132" actId="14100"/>
          <ac:picMkLst>
            <pc:docMk/>
            <pc:sldMk cId="0" sldId="264"/>
            <ac:picMk id="18" creationId="{00000000-0000-0000-0000-000000000000}"/>
          </ac:picMkLst>
        </pc:picChg>
        <pc:picChg chg="add mod">
          <ac:chgData name="Ueda Isamu" userId="35289799e0376f2e" providerId="LiveId" clId="{DD31E282-B62B-4911-91B6-43B1B98908F9}" dt="2026-03-26T10:44:44.900" v="315" actId="27614"/>
          <ac:picMkLst>
            <pc:docMk/>
            <pc:sldMk cId="0" sldId="264"/>
            <ac:picMk id="68" creationId="{A7EF474C-C648-5EF5-1CBA-63E5B4BD8920}"/>
          </ac:picMkLst>
        </pc:picChg>
      </pc:sldChg>
      <pc:sldChg chg="modSp mod">
        <pc:chgData name="Ueda Isamu" userId="35289799e0376f2e" providerId="LiveId" clId="{DD31E282-B62B-4911-91B6-43B1B98908F9}" dt="2026-03-26T10:45:42.241" v="343" actId="1076"/>
        <pc:sldMkLst>
          <pc:docMk/>
          <pc:sldMk cId="0" sldId="268"/>
        </pc:sldMkLst>
        <pc:spChg chg="mod">
          <ac:chgData name="Ueda Isamu" userId="35289799e0376f2e" providerId="LiveId" clId="{DD31E282-B62B-4911-91B6-43B1B98908F9}" dt="2026-03-26T10:41:17.207" v="158" actId="14100"/>
          <ac:spMkLst>
            <pc:docMk/>
            <pc:sldMk cId="0" sldId="268"/>
            <ac:spMk id="9" creationId="{00000000-0000-0000-0000-000000000000}"/>
          </ac:spMkLst>
        </pc:spChg>
        <pc:spChg chg="mod">
          <ac:chgData name="Ueda Isamu" userId="35289799e0376f2e" providerId="LiveId" clId="{DD31E282-B62B-4911-91B6-43B1B98908F9}" dt="2026-03-26T10:41:18.848" v="159" actId="14100"/>
          <ac:spMkLst>
            <pc:docMk/>
            <pc:sldMk cId="0" sldId="268"/>
            <ac:spMk id="20" creationId="{00000000-0000-0000-0000-000000000000}"/>
          </ac:spMkLst>
        </pc:spChg>
        <pc:spChg chg="mod">
          <ac:chgData name="Ueda Isamu" userId="35289799e0376f2e" providerId="LiveId" clId="{DD31E282-B62B-4911-91B6-43B1B98908F9}" dt="2026-03-26T10:41:26.929" v="161" actId="1076"/>
          <ac:spMkLst>
            <pc:docMk/>
            <pc:sldMk cId="0" sldId="268"/>
            <ac:spMk id="26" creationId="{00000000-0000-0000-0000-000000000000}"/>
          </ac:spMkLst>
        </pc:spChg>
        <pc:spChg chg="mod">
          <ac:chgData name="Ueda Isamu" userId="35289799e0376f2e" providerId="LiveId" clId="{DD31E282-B62B-4911-91B6-43B1B98908F9}" dt="2026-03-26T10:41:20.635" v="160" actId="14100"/>
          <ac:spMkLst>
            <pc:docMk/>
            <pc:sldMk cId="0" sldId="268"/>
            <ac:spMk id="31" creationId="{00000000-0000-0000-0000-000000000000}"/>
          </ac:spMkLst>
        </pc:spChg>
        <pc:spChg chg="mod">
          <ac:chgData name="Ueda Isamu" userId="35289799e0376f2e" providerId="LiveId" clId="{DD31E282-B62B-4911-91B6-43B1B98908F9}" dt="2026-03-26T10:41:30.750" v="162" actId="1076"/>
          <ac:spMkLst>
            <pc:docMk/>
            <pc:sldMk cId="0" sldId="268"/>
            <ac:spMk id="37" creationId="{00000000-0000-0000-0000-000000000000}"/>
          </ac:spMkLst>
        </pc:spChg>
        <pc:spChg chg="mod">
          <ac:chgData name="Ueda Isamu" userId="35289799e0376f2e" providerId="LiveId" clId="{DD31E282-B62B-4911-91B6-43B1B98908F9}" dt="2026-03-26T10:45:42.241" v="343" actId="1076"/>
          <ac:spMkLst>
            <pc:docMk/>
            <pc:sldMk cId="0" sldId="268"/>
            <ac:spMk id="43" creationId="{00000000-0000-0000-0000-000000000000}"/>
          </ac:spMkLst>
        </pc:spChg>
      </pc:sldChg>
      <pc:sldChg chg="modSp mod">
        <pc:chgData name="Ueda Isamu" userId="35289799e0376f2e" providerId="LiveId" clId="{DD31E282-B62B-4911-91B6-43B1B98908F9}" dt="2026-03-26T10:42:37.913" v="290" actId="1076"/>
        <pc:sldMkLst>
          <pc:docMk/>
          <pc:sldMk cId="0" sldId="269"/>
        </pc:sldMkLst>
        <pc:spChg chg="mod">
          <ac:chgData name="Ueda Isamu" userId="35289799e0376f2e" providerId="LiveId" clId="{DD31E282-B62B-4911-91B6-43B1B98908F9}" dt="2026-03-26T10:42:37.913" v="290" actId="1076"/>
          <ac:spMkLst>
            <pc:docMk/>
            <pc:sldMk cId="0" sldId="269"/>
            <ac:spMk id="10" creationId="{00000000-0000-0000-0000-000000000000}"/>
          </ac:spMkLst>
        </pc:spChg>
        <pc:spChg chg="mod">
          <ac:chgData name="Ueda Isamu" userId="35289799e0376f2e" providerId="LiveId" clId="{DD31E282-B62B-4911-91B6-43B1B98908F9}" dt="2026-03-26T10:42:35.416" v="289" actId="14100"/>
          <ac:spMkLst>
            <pc:docMk/>
            <pc:sldMk cId="0" sldId="269"/>
            <ac:spMk id="14" creationId="{00000000-0000-0000-0000-000000000000}"/>
          </ac:spMkLst>
        </pc:spChg>
      </pc:sldChg>
      <pc:sldChg chg="modSp add mod">
        <pc:chgData name="Ueda Isamu" userId="35289799e0376f2e" providerId="LiveId" clId="{DD31E282-B62B-4911-91B6-43B1B98908F9}" dt="2026-03-26T10:53:56.827" v="425" actId="20577"/>
        <pc:sldMkLst>
          <pc:docMk/>
          <pc:sldMk cId="0" sldId="272"/>
        </pc:sldMkLst>
        <pc:spChg chg="mod">
          <ac:chgData name="Ueda Isamu" userId="35289799e0376f2e" providerId="LiveId" clId="{DD31E282-B62B-4911-91B6-43B1B98908F9}" dt="2026-03-26T10:53:56.827" v="425" actId="20577"/>
          <ac:spMkLst>
            <pc:docMk/>
            <pc:sldMk cId="0" sldId="272"/>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皆さん、こんばんは。本日は「PA45 忙しい人のための45分ハンズオン」にご参加いただきありがとうございます。</a:t>
            </a:r>
          </a:p>
          <a:p>
            <a:r>
              <a:rPr lang="ja-JP" dirty="0"/>
              <a:t>PA45は、長時間の研修を受けなくても1粒だけ確実に身につける をコンセプトにしています。今日は「条件分岐」という1パーツをじっくり深掘りします。これを理解すると、「状況によって処理を変える」フローが作れるようになります。</a:t>
            </a:r>
          </a:p>
          <a:p>
            <a:r>
              <a:rPr lang="ja-JP" dirty="0"/>
              <a:t>Power Automateは触ったことがなくても大丈夫です。途中で「できました！」「わかりません💦」など、気軽にチャットしてください。PA45はアウトプット重視の講座なので、今日の反応がとても励みになります。</a:t>
            </a:r>
          </a:p>
          <a:p>
            <a:r>
              <a:rPr lang="ja-JP" dirty="0"/>
              <a:t>では、一緒に45分で「できた！」を体験していきましょう。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20:18</a:t>
            </a:r>
          </a:p>
          <a:p>
            <a:endParaRPr lang="ja-JP" dirty="0"/>
          </a:p>
          <a:p>
            <a:r>
              <a:rPr lang="ja-JP" dirty="0"/>
              <a:t>🟦 Slide 2｜参加ルール・お願い（20:18〜 / 2分）</a:t>
            </a:r>
          </a:p>
          <a:p>
            <a:r>
              <a:rPr lang="ja-JP" dirty="0"/>
              <a:t>PA45は、初心者の方でも安心して学べる場です。誹謗中傷や不適切なコメントはNGですが、質問・リアクションは大歓迎です。</a:t>
            </a:r>
          </a:p>
          <a:p>
            <a:r>
              <a:rPr lang="ja-JP" dirty="0"/>
              <a:t>例えば、「条件分岐って何？」「YesとNoはどっちを使えばいいの？」のような基本的な疑問こそ、どんどん聞いてほしいポイントです。</a:t>
            </a:r>
          </a:p>
          <a:p>
            <a:r>
              <a:rPr lang="ja-JP" dirty="0"/>
              <a:t>講座は録画して後日YouTubeで公開予定ですが、映るのは講師画面だけで、参加者の音声・映像・コメントは一切公開されません。安心して参加してください。</a:t>
            </a:r>
          </a:p>
          <a:p>
            <a:r>
              <a:rPr lang="ja-JP" dirty="0"/>
              <a:t>またX（Twitter）をお持ちの方は、学んだこと・感想を #PA45 でつぶやいていただけると、運営の励みになります！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20:20</a:t>
            </a:r>
          </a:p>
          <a:p>
            <a:endParaRPr lang="ja-JP" dirty="0"/>
          </a:p>
          <a:p>
            <a:r>
              <a:rPr lang="ja-JP" dirty="0"/>
              <a:t>改めまして、本日の講師を務めます Haru と申します。今日は皆さんの Power Automate の「最初の一歩」を確実に前に進めるサポート役としてご一緒させていただきます。</a:t>
            </a:r>
          </a:p>
          <a:p>
            <a:r>
              <a:rPr lang="ja-JP" dirty="0"/>
              <a:t>私は普段、Power Platform を活用した業務改善・DX推進を社内外で担当しています。特に「初心者の方がつまずきやすいポイントをどう分かりやすく伝えるか？」という部分にこだわって講座を設計しています。</a:t>
            </a:r>
          </a:p>
          <a:p>
            <a:r>
              <a:rPr lang="ja-JP" dirty="0"/>
              <a:t>今日も「なんとなく知ってた」から「ちゃんと理解できた」に変わる体験をお届けします。45分間、よろしくお願いします！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20:25</a:t>
            </a:r>
          </a:p>
          <a:p>
            <a:endParaRPr lang="ja-JP" dirty="0"/>
          </a:p>
          <a:p>
            <a:r>
              <a:rPr lang="ja-JP" dirty="0"/>
              <a:t>🟦 Slide 5｜第3回タイトル（20:25〜 / 1分）</a:t>
            </a:r>
          </a:p>
          <a:p>
            <a:r>
              <a:rPr lang="ja-JP" dirty="0"/>
              <a:t>今日のテーマは「Condition（条件分岐）」です。</a:t>
            </a:r>
          </a:p>
          <a:p>
            <a:r>
              <a:rPr lang="ja-JP" dirty="0"/>
              <a:t>条件分岐とは、「もし〇〇なら△△をする、そうでなければ□□をする」という、日常的な判断をフローで表現する仕組みです。</a:t>
            </a:r>
          </a:p>
          <a:p>
            <a:r>
              <a:rPr lang="ja-JP" dirty="0"/>
              <a:t>例えば「未読メールが5件以上なら通知する、0件なら何もしない」「スコアが80点以上なら合格メッセージを送る」といったことが実現できます。</a:t>
            </a:r>
          </a:p>
          <a:p>
            <a:r>
              <a:rPr lang="ja-JP" dirty="0"/>
              <a:t>今日はこの条件分岐を実際に手を動かして体験してもらいます。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20:28</a:t>
            </a:r>
          </a:p>
          <a:p>
            <a:endParaRPr lang="ja-JP" dirty="0"/>
          </a:p>
          <a:p>
            <a:r>
              <a:rPr lang="ja-JP" dirty="0"/>
              <a:t>🟦 Slide 7｜今日やること（20:28〜 / 2分）</a:t>
            </a:r>
          </a:p>
          <a:p>
            <a:r>
              <a:rPr lang="ja-JP" dirty="0"/>
              <a:t>今日の学びは次の3つです。</a:t>
            </a:r>
          </a:p>
          <a:p>
            <a:r>
              <a:rPr lang="ja-JP" dirty="0"/>
              <a:t>① 条件分岐とは何かを理解する → 「もし〇〇なら△△」という仕組みをConditionアクションで表現。</a:t>
            </a:r>
          </a:p>
          <a:p>
            <a:r>
              <a:rPr lang="ja-JP" dirty="0"/>
              <a:t>② 左辺・演算子・右辺の3点セットを設定する → 条件の作り方を実際の画面で体験。</a:t>
            </a:r>
          </a:p>
          <a:p>
            <a:r>
              <a:rPr lang="ja-JP" dirty="0"/>
              <a:t>③ Yes/Noブランチにアクションを配置する → 条件に応じて別々の処理を動かす。</a:t>
            </a:r>
          </a:p>
          <a:p>
            <a:r>
              <a:rPr lang="ja-JP" dirty="0"/>
              <a:t>この3つだけで、Power Automateで「場合に応じて動きを変えるフロー」が作れるようになります。今日のゴールを意識しながら進めましょう。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20:30</a:t>
            </a:r>
          </a:p>
          <a:p>
            <a:endParaRPr lang="ja-JP" dirty="0"/>
          </a:p>
          <a:p>
            <a:r>
              <a:rPr lang="ja-JP" dirty="0"/>
              <a:t>🟦 Slide 8｜条件分岐の考え方 &amp; よく使う演算子（20:30〜 / 4分）</a:t>
            </a:r>
          </a:p>
          <a:p>
            <a:r>
              <a:rPr lang="ja-JP" dirty="0"/>
              <a:t>ここからは「条件分岐（Condition）」の考え方を、イメージしやすいように丁寧に説明していきます。</a:t>
            </a:r>
          </a:p>
          <a:p>
            <a:endParaRPr lang="ja-JP" dirty="0"/>
          </a:p>
          <a:p>
            <a:r>
              <a:rPr lang="ja-JP" dirty="0"/>
              <a:t>■ 条件分岐とは？</a:t>
            </a:r>
          </a:p>
          <a:p>
            <a:r>
              <a:rPr lang="ja-JP" dirty="0"/>
              <a:t>条件分岐は、一言でいうと「フローの分かれ道」です。</a:t>
            </a:r>
          </a:p>
          <a:p>
            <a:r>
              <a:rPr lang="ja-JP" dirty="0"/>
              <a:t>「もし〇〇なら → Yesルートへ」「そうでなければ → Noルートへ」という構造で、フローが状況に応じて動きを変えます。</a:t>
            </a:r>
          </a:p>
          <a:p>
            <a:endParaRPr lang="ja-JP" dirty="0"/>
          </a:p>
          <a:p>
            <a:r>
              <a:rPr lang="ja-JP" dirty="0"/>
              <a:t>■ 条件の3点セット</a:t>
            </a:r>
          </a:p>
          <a:p>
            <a:r>
              <a:rPr lang="ja-JP" dirty="0"/>
              <a:t>Conditionアクションでは、次の3つを設定します。</a:t>
            </a:r>
          </a:p>
          <a:p>
            <a:r>
              <a:rPr lang="ja-JP" dirty="0"/>
              <a:t>・左辺（何を比べるか）：変数や動的コンテンツを選ぶ</a:t>
            </a:r>
          </a:p>
          <a:p>
            <a:r>
              <a:rPr lang="ja-JP" dirty="0"/>
              <a:t>・演算子（どう比べるか）：「等しい」「より大きい」「含む」など</a:t>
            </a:r>
          </a:p>
          <a:p>
            <a:r>
              <a:rPr lang="ja-JP" dirty="0"/>
              <a:t>・右辺（何と比べるか）：比較する値を入力する</a:t>
            </a:r>
          </a:p>
          <a:p>
            <a:endParaRPr lang="ja-JP" dirty="0"/>
          </a:p>
          <a:p>
            <a:r>
              <a:rPr lang="ja-JP" dirty="0"/>
              <a:t>■ よく使う演算子3選</a:t>
            </a:r>
          </a:p>
          <a:p>
            <a:r>
              <a:rPr lang="ja-JP" dirty="0"/>
              <a:t>「次の値と等しい」→ 完全一致の比較（例：ステータスが「承認」かどうか）</a:t>
            </a:r>
          </a:p>
          <a:p>
            <a:r>
              <a:rPr lang="ja-JP" dirty="0"/>
              <a:t>「次の値より大きい」→ 数値比較（例：件数が5以上かどうか）</a:t>
            </a:r>
          </a:p>
          <a:p>
            <a:r>
              <a:rPr lang="ja-JP" dirty="0"/>
              <a:t>「次の値を含む」→ 文字列の部分一致（例：件名に「緊急」が含まれるか）</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20:38</a:t>
            </a:r>
          </a:p>
          <a:p>
            <a:endParaRPr lang="ja-JP" dirty="0"/>
          </a:p>
          <a:p>
            <a:r>
              <a:rPr lang="ja-JP" dirty="0"/>
              <a:t>🟦 Slide 11｜ハンズオン開始（20:38〜 / 10分）</a:t>
            </a:r>
          </a:p>
          <a:p>
            <a:r>
              <a:rPr lang="ja-JP" dirty="0"/>
              <a:t>ここからは、いよいよ Power Automate の実際の画面を使って、条件分岐を含むフローを一緒に作っていく時間です。</a:t>
            </a:r>
          </a:p>
          <a:p>
            <a:endParaRPr lang="ja-JP" dirty="0"/>
          </a:p>
          <a:p>
            <a:r>
              <a:rPr lang="ja-JP" dirty="0"/>
              <a:t>👉 STEP 1｜新しいフローの作成（1分）</a:t>
            </a:r>
          </a:p>
          <a:p>
            <a:r>
              <a:rPr lang="ja-JP" dirty="0"/>
              <a:t>make.powerautomate.com を開いて、「＋作成」→「インスタント クラウド フロー」を選択。</a:t>
            </a:r>
          </a:p>
          <a:p>
            <a:r>
              <a:rPr lang="ja-JP" dirty="0"/>
              <a:t>フロー名は「条件分岐テスト」など分かりやすい名前でOKです。</a:t>
            </a:r>
          </a:p>
          <a:p>
            <a:r>
              <a:rPr lang="ja-JP" dirty="0"/>
              <a:t>トリガーは「手動でフローをトリガー」を選択して「作成」をクリック。</a:t>
            </a:r>
          </a:p>
          <a:p>
            <a:endParaRPr lang="ja-JP" dirty="0"/>
          </a:p>
          <a:p>
            <a:r>
              <a:rPr lang="ja-JP" dirty="0"/>
              <a:t>👉 STEP 2｜変数の初期化（2分）</a:t>
            </a:r>
          </a:p>
          <a:p>
            <a:r>
              <a:rPr lang="ja-JP" dirty="0"/>
              <a:t>「＋新しいステップ」→「変数を初期化する」を検索して追加。</a:t>
            </a:r>
          </a:p>
          <a:p>
            <a:r>
              <a:rPr lang="ja-JP" dirty="0"/>
              <a:t>名前：score、種類：整数（Integer）、値：75 と入力。</a:t>
            </a:r>
          </a:p>
          <a:p>
            <a:endParaRPr lang="ja-JP" dirty="0"/>
          </a:p>
          <a:p>
            <a:r>
              <a:rPr lang="ja-JP" dirty="0"/>
              <a:t>👉 STEP 3｜Conditionの追加（3分）</a:t>
            </a:r>
          </a:p>
          <a:p>
            <a:r>
              <a:rPr lang="ja-JP" dirty="0"/>
              <a:t>「＋新しいステップ」→「条件」を検索して追加。</a:t>
            </a:r>
          </a:p>
          <a:p>
            <a:r>
              <a:rPr lang="ja-JP" dirty="0"/>
              <a:t>左辺：動的コンテンツから「score」を選択、演算子：「次の値以上」、右辺：80 と入力。</a:t>
            </a:r>
          </a:p>
          <a:p>
            <a:endParaRPr lang="ja-JP" dirty="0"/>
          </a:p>
          <a:p>
            <a:r>
              <a:rPr lang="ja-JP" dirty="0"/>
              <a:t>👉 STEP 4｜Yes/Noブランチにアクションを追加（4分）</a:t>
            </a:r>
          </a:p>
          <a:p>
            <a:r>
              <a:rPr lang="ja-JP" dirty="0"/>
              <a:t>Yesブランチ：「作成」アクションを追加 → 入力欄に「合格です！」と入力。</a:t>
            </a:r>
          </a:p>
          <a:p>
            <a:r>
              <a:rPr lang="ja-JP" dirty="0"/>
              <a:t>Noブランチ：「作成」アクションを追加 → 入力欄に「不合格です」と入力。</a:t>
            </a:r>
          </a:p>
          <a:p>
            <a:r>
              <a:rPr lang="ja-JP" dirty="0"/>
              <a:t>フローを保存して「テスト」→「手動」→「テストの実行」で動作確認！</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20:52</a:t>
            </a:r>
          </a:p>
          <a:p>
            <a:endParaRPr lang="ja-JP" dirty="0"/>
          </a:p>
          <a:p>
            <a:r>
              <a:rPr lang="ja-JP" dirty="0"/>
              <a:t>🟦 Slide 14｜条件分岐の活用事例（20:52〜 / 3分）</a:t>
            </a:r>
          </a:p>
          <a:p>
            <a:r>
              <a:rPr lang="ja-JP" dirty="0"/>
              <a:t>ここからは、今日学んだ「条件分岐」が実際の業務でどう活かせるのかを、具体的なシーンで紹介します。</a:t>
            </a:r>
          </a:p>
          <a:p>
            <a:endParaRPr lang="ja-JP" dirty="0"/>
          </a:p>
          <a:p>
            <a:r>
              <a:rPr lang="ja-JP" dirty="0"/>
              <a:t>■ ① 未読メール数チェック → 通知の有無を切り替え</a:t>
            </a:r>
          </a:p>
          <a:p>
            <a:r>
              <a:rPr lang="ja-JP" dirty="0"/>
              <a:t>未読メール数を取得して、5件以上なら「メールが溜まっています」とTeamsに通知。0件なら通知しない。</a:t>
            </a:r>
          </a:p>
          <a:p>
            <a:r>
              <a:rPr lang="ja-JP" dirty="0"/>
              <a:t>→ Conditionの左辺に未読数、演算子を「次の値以上」、右辺を5に設定するだけで実現。</a:t>
            </a:r>
          </a:p>
          <a:p>
            <a:endParaRPr lang="ja-JP" dirty="0"/>
          </a:p>
          <a:p>
            <a:r>
              <a:rPr lang="ja-JP" dirty="0"/>
              <a:t>■ ② 承認ステータスで処理を分岐</a:t>
            </a:r>
          </a:p>
          <a:p>
            <a:r>
              <a:rPr lang="ja-JP" dirty="0"/>
              <a:t>SharePointリストの「ステータス」が「承認」なら次の処理へ進む。「却下」なら申請者に却下メールを送る。</a:t>
            </a:r>
          </a:p>
          <a:p>
            <a:r>
              <a:rPr lang="ja-JP" dirty="0"/>
              <a:t>→ 演算子「次の値と等しい」を使って、ステータスの文字列と完全一致で判定。</a:t>
            </a:r>
          </a:p>
          <a:p>
            <a:endParaRPr lang="ja-JP" dirty="0"/>
          </a:p>
          <a:p>
            <a:r>
              <a:rPr lang="ja-JP" dirty="0"/>
              <a:t>■ ③ スコアで合否判定</a:t>
            </a:r>
          </a:p>
          <a:p>
            <a:r>
              <a:rPr lang="ja-JP" dirty="0"/>
              <a:t>テスト結果を変数に保存しておき、80点以上なら合格メッセージ、それ以外は不合格メッセージを出力。</a:t>
            </a:r>
          </a:p>
          <a:p>
            <a:r>
              <a:rPr lang="ja-JP" dirty="0"/>
              <a:t>→ 今日のハンズオンがまさにこのパターン。業務でも応用できます。</a:t>
            </a:r>
          </a:p>
          <a:p>
            <a:endParaRPr lang="ja-JP" dirty="0"/>
          </a:p>
          <a:p>
            <a:r>
              <a:rPr lang="ja-JP" dirty="0"/>
              <a:t>条件分岐を使いこなすと、「すべての場合に同じ処理」から「場合に応じた柔軟な処理」へとフローがレベルアップします。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20:36</a:t>
            </a:r>
          </a:p>
          <a:p>
            <a:endParaRPr lang="ja-JP" dirty="0"/>
          </a:p>
          <a:p>
            <a:r>
              <a:rPr lang="ja-JP" dirty="0"/>
              <a:t>🟦 Slide 10｜チェックポイント（20:36〜 / 2分）</a:t>
            </a:r>
          </a:p>
          <a:p>
            <a:r>
              <a:rPr lang="ja-JP" dirty="0"/>
              <a:t>条件分岐でつまずきやすいポイントは3つです。</a:t>
            </a:r>
          </a:p>
          <a:p>
            <a:endParaRPr lang="ja-JP" dirty="0"/>
          </a:p>
          <a:p>
            <a:r>
              <a:rPr lang="ja-JP" dirty="0"/>
              <a:t>① 左辺に文字を手入力している</a:t>
            </a:r>
          </a:p>
          <a:p>
            <a:r>
              <a:rPr lang="ja-JP" dirty="0"/>
              <a:t>→ 左辺は必ず動的コンテンツ（イナズママーク）から変数や値を選んでください。文字を手入力しても条件は正しく機能しません。</a:t>
            </a:r>
          </a:p>
          <a:p>
            <a:endParaRPr lang="ja-JP" dirty="0"/>
          </a:p>
          <a:p>
            <a:r>
              <a:rPr lang="ja-JP" dirty="0"/>
              <a:t>② Yes/Noブランチを間違えている</a:t>
            </a:r>
          </a:p>
          <a:p>
            <a:r>
              <a:rPr lang="ja-JP" dirty="0"/>
              <a:t>→「合格なら〇〇」のアクションが、本当にYesブランチの中に入っているか確認しましょう。Conditionの外に置いてしまうと、条件に関係なく常に実行されます。</a:t>
            </a:r>
          </a:p>
          <a:p>
            <a:endParaRPr lang="ja-JP" dirty="0"/>
          </a:p>
          <a:p>
            <a:r>
              <a:rPr lang="ja-JP" dirty="0"/>
              <a:t>③ 演算子の意味が合っていない</a:t>
            </a:r>
          </a:p>
          <a:p>
            <a:r>
              <a:rPr lang="ja-JP" dirty="0"/>
              <a:t>→「次の値と等しい（is equal to）」と「次の値を含む（contains）」は別物です。文字の完全一致か部分一致かで使い分けてください。</a:t>
            </a:r>
          </a:p>
          <a:p>
            <a:r>
              <a:rPr lang="ja-JP" dirty="0"/>
              <a:t>これらを確認するだけで、大抵のエラーは解決できます。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dirty="0"/>
              <a:t>20:57</a:t>
            </a:r>
          </a:p>
          <a:p>
            <a:endParaRPr lang="ja-JP" dirty="0"/>
          </a:p>
          <a:p>
            <a:r>
              <a:rPr lang="ja-JP" dirty="0"/>
              <a:t>🟦 Slide 16｜アンケートのお願い（20:57〜 / 2分）</a:t>
            </a:r>
          </a:p>
          <a:p>
            <a:r>
              <a:rPr lang="ja-JP" dirty="0"/>
              <a:t>皆さん、本日はPA45にご参加いただき、本当にありがとうございました。最後に、アンケートへのご協力のお願いです。</a:t>
            </a:r>
          </a:p>
          <a:p>
            <a:r>
              <a:rPr lang="ja-JP" dirty="0"/>
              <a:t>このあとチャット欄にアンケートURLをお送りします。回答は1分ほどで終わる、とても短いフォームになっています。</a:t>
            </a:r>
          </a:p>
          <a:p>
            <a:r>
              <a:rPr lang="ja-JP" dirty="0"/>
              <a:t>アンケートでは、今日の難易度・進行スピード・次回扱ってほしいテーマなどをお聞きしています。皆さんのフィードバックがPA45の内容を改善する一番の力になります。</a:t>
            </a:r>
          </a:p>
          <a:p>
            <a:r>
              <a:rPr lang="ja-JP" dirty="0"/>
              <a:t>またX（Twitter）で #PA45 につぶやいていただけると、同じ境遇の方への情報共有にもなります。</a:t>
            </a:r>
          </a:p>
          <a:p>
            <a:r>
              <a:rPr lang="ja-JP" dirty="0"/>
              <a:t>今日学んだ「条件分岐」を、ぜひ実際の業務フローに活かしてみてください。またお会いしましょう！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 Id="rId18" Type="http://schemas.openxmlformats.org/officeDocument/2006/relationships/image" Target="../media/image26.png"/><Relationship Id="rId19" Type="http://schemas.openxmlformats.org/officeDocument/2006/relationships/image" Target="../media/image27.png"/><Relationship Id="rId20" Type="http://schemas.openxmlformats.org/officeDocument/2006/relationships/image" Target="../media/image28.png"/><Relationship Id="rId21" Type="http://schemas.openxmlformats.org/officeDocument/2006/relationships/image" Target="../media/image29.png"/><Relationship Id="rId22" Type="http://schemas.openxmlformats.org/officeDocument/2006/relationships/image" Target="../media/image30.png"/><Relationship Id="rId23" Type="http://schemas.openxmlformats.org/officeDocument/2006/relationships/image" Target="../media/image31.png"/><Relationship Id="rId24" Type="http://schemas.openxmlformats.org/officeDocument/2006/relationships/image" Target="../media/image32.png"/><Relationship Id="rId25" Type="http://schemas.openxmlformats.org/officeDocument/2006/relationships/image" Target="../media/image33.png"/><Relationship Id="rId26" Type="http://schemas.openxmlformats.org/officeDocument/2006/relationships/image" Target="../media/image34.png"/><Relationship Id="rId27" Type="http://schemas.openxmlformats.org/officeDocument/2006/relationships/image" Target="../media/image35.png"/><Relationship Id="rId28" Type="http://schemas.openxmlformats.org/officeDocument/2006/relationships/image" Target="../media/image36.png"/><Relationship Id="rId29" Type="http://schemas.openxmlformats.org/officeDocument/2006/relationships/image" Target="../media/image37.png"/><Relationship Id="rId30" Type="http://schemas.openxmlformats.org/officeDocument/2006/relationships/image" Target="../media/image38.png"/><Relationship Id="rId31"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microsoft.com/office/2007/relationships/hdphoto" Target="../media/hdphoto1.wdp"/></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10.png"/><Relationship Id="rId10" Type="http://schemas.openxmlformats.org/officeDocument/2006/relationships/image" Target="../media/image63.png"/><Relationship Id="rId11" Type="http://schemas.microsoft.com/office/2007/relationships/hdphoto" Target="../media/hdphoto1.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png"/><Relationship Id="rId11" Type="http://schemas.openxmlformats.org/officeDocument/2006/relationships/image" Target="../media/image82.png"/><Relationship Id="rId12" Type="http://schemas.openxmlformats.org/officeDocument/2006/relationships/image" Target="../media/image83.png"/><Relationship Id="rId13" Type="http://schemas.openxmlformats.org/officeDocument/2006/relationships/image" Target="../media/image84.png"/><Relationship Id="rId14" Type="http://schemas.openxmlformats.org/officeDocument/2006/relationships/image" Target="../media/image85.png"/><Relationship Id="rId15" Type="http://schemas.openxmlformats.org/officeDocument/2006/relationships/image" Target="../media/image86.png"/><Relationship Id="rId16" Type="http://schemas.openxmlformats.org/officeDocument/2006/relationships/image" Target="../media/image87.png"/><Relationship Id="rId17" Type="http://schemas.openxmlformats.org/officeDocument/2006/relationships/image" Target="../media/image88.png"/><Relationship Id="rId18"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 Id="rId8" Type="http://schemas.openxmlformats.org/officeDocument/2006/relationships/image" Target="../media/image94.png"/><Relationship Id="rId9" Type="http://schemas.openxmlformats.org/officeDocument/2006/relationships/image" Target="../media/image95.png"/><Relationship Id="rId10" Type="http://schemas.openxmlformats.org/officeDocument/2006/relationships/image" Target="../media/image96.png"/><Relationship Id="rId11" Type="http://schemas.openxmlformats.org/officeDocument/2006/relationships/image" Target="../media/image97.png"/><Relationship Id="rId12" Type="http://schemas.openxmlformats.org/officeDocument/2006/relationships/image" Target="../media/image98.png"/><Relationship Id="rId13" Type="http://schemas.openxmlformats.org/officeDocument/2006/relationships/image" Target="../media/image99.png"/><Relationship Id="rId14" Type="http://schemas.openxmlformats.org/officeDocument/2006/relationships/image" Target="../media/image100.png"/><Relationship Id="rId15" Type="http://schemas.openxmlformats.org/officeDocument/2006/relationships/image" Target="../media/image101.png"/><Relationship Id="rId16" Type="http://schemas.openxmlformats.org/officeDocument/2006/relationships/image" Target="../media/image38.png"/><Relationship Id="rId17" Type="http://schemas.openxmlformats.org/officeDocument/2006/relationships/image" Target="../media/image10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38.png"/><Relationship Id="rId10"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image" Target="../media/image120.png"/><Relationship Id="rId12" Type="http://schemas.openxmlformats.org/officeDocument/2006/relationships/image" Target="../media/image121.png"/><Relationship Id="rId13" Type="http://schemas.openxmlformats.org/officeDocument/2006/relationships/image" Target="../media/image122.png"/><Relationship Id="rId14" Type="http://schemas.openxmlformats.org/officeDocument/2006/relationships/image" Target="../media/image9.png"/><Relationship Id="rId1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7.png"/><Relationship Id="rId4" Type="http://schemas.openxmlformats.org/officeDocument/2006/relationships/image" Target="../media/image123.png"/><Relationship Id="rId5" Type="http://schemas.openxmlformats.org/officeDocument/2006/relationships/image" Target="../media/image10.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hyperlink" Target="https://forms.office.com/r/mVzhNWH6J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表示名が映る場合があります</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匿名参加で非表示にできます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  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915" y="-5028"/>
            <a:ext cx="12191695" cy="6858000"/>
          </a:xfrm>
          <a:prstGeom prst="rect">
            <a:avLst/>
          </a:prstGeom>
          <a:solidFill>
            <a:srgbClr val="F8FAFC"/>
          </a:solidFill>
          <a:ln w="12700">
            <a:solidFill>
              <a:srgbClr val="FFFFFF">
                <a:alpha val="0"/>
              </a:srgbClr>
            </a:solidFill>
            <a:prstDash val="solid"/>
          </a:ln>
        </p:spPr>
        <p:txBody>
          <a:bodyPr/>
          <a:lstStyle/>
          <a:p>
            <a:endParaRPr lang="ja-JP" altLang="en-US"/>
          </a:p>
        </p:txBody>
      </p:sp>
      <p:sp>
        <p:nvSpPr>
          <p:cNvPr id="5" name="Shape 2"/>
          <p:cNvSpPr/>
          <p:nvPr/>
        </p:nvSpPr>
        <p:spPr>
          <a:xfrm>
            <a:off x="5986150" y="-33783"/>
            <a:ext cx="6096305" cy="6858000"/>
          </a:xfrm>
          <a:prstGeom prst="rect">
            <a:avLst/>
          </a:prstGeom>
          <a:solidFill>
            <a:srgbClr val="EFF6FF">
              <a:alpha val="40000"/>
            </a:srgbClr>
          </a:solidFill>
          <a:ln w="12700">
            <a:solidFill>
              <a:srgbClr val="FFFFFF">
                <a:alpha val="0"/>
              </a:srgbClr>
            </a:solidFill>
            <a:prstDash val="solid"/>
          </a:ln>
        </p:spPr>
        <p:txBody>
          <a:bodyPr/>
          <a:lstStyle/>
          <a:p>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62805"/>
            <a:ext cx="12191695" cy="152705"/>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8" name="Shape 4"/>
          <p:cNvSpPr/>
          <p:nvPr/>
        </p:nvSpPr>
        <p:spPr>
          <a:xfrm>
            <a:off x="436031" y="217298"/>
            <a:ext cx="7869289" cy="604873"/>
          </a:xfrm>
          <a:prstGeom prst="roundRect">
            <a:avLst>
              <a:gd name="adj" fmla="val 239808"/>
            </a:avLst>
          </a:prstGeom>
          <a:solidFill>
            <a:srgbClr val="DBEAFE"/>
          </a:solidFill>
          <a:ln w="12700">
            <a:solidFill>
              <a:srgbClr val="FFFFFF">
                <a:alpha val="0"/>
              </a:srgbClr>
            </a:solidFill>
            <a:prstDash val="solid"/>
          </a:ln>
        </p:spPr>
        <p:txBody>
          <a:bodyPr/>
          <a:lstStyle/>
          <a:p>
            <a:endParaRPr lang="ja-JP" altLang="en-US"/>
          </a:p>
        </p:txBody>
      </p:sp>
      <p:sp>
        <p:nvSpPr>
          <p:cNvPr id="9" name="Text 5"/>
          <p:cNvSpPr/>
          <p:nvPr/>
        </p:nvSpPr>
        <p:spPr>
          <a:xfrm>
            <a:off x="308848" y="427340"/>
            <a:ext cx="7996472" cy="223334"/>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44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4400" dirty="0"/>
          </a:p>
        </p:txBody>
      </p:sp>
      <p:sp>
        <p:nvSpPr>
          <p:cNvPr id="10" name="Shape 6"/>
          <p:cNvSpPr/>
          <p:nvPr/>
        </p:nvSpPr>
        <p:spPr>
          <a:xfrm>
            <a:off x="8978012" y="217298"/>
            <a:ext cx="2285093" cy="774651"/>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endParaRPr lang="ja-JP" altLang="en-US"/>
          </a:p>
        </p:txBody>
      </p:sp>
      <p:sp>
        <p:nvSpPr>
          <p:cNvPr id="11" name="Text 7"/>
          <p:cNvSpPr/>
          <p:nvPr/>
        </p:nvSpPr>
        <p:spPr>
          <a:xfrm>
            <a:off x="8996224" y="230202"/>
            <a:ext cx="2360005" cy="7772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4800" b="1" kern="0" spc="30" dirty="0">
                <a:solidFill>
                  <a:srgbClr val="4B5563"/>
                </a:solidFill>
                <a:latin typeface="Noto Sans JP" pitchFamily="34" charset="0"/>
                <a:ea typeface="Noto Sans JP" pitchFamily="34" charset="-122"/>
                <a:cs typeface="Noto Sans JP" pitchFamily="34" charset="-120"/>
              </a:rPr>
              <a:t>Vol.5</a:t>
            </a:r>
            <a:endParaRPr lang="en-US" sz="4800" dirty="0"/>
          </a:p>
        </p:txBody>
      </p:sp>
      <p:sp>
        <p:nvSpPr>
          <p:cNvPr id="12" name="Text 8"/>
          <p:cNvSpPr txBox="1"/>
          <p:nvPr/>
        </p:nvSpPr>
        <p:spPr>
          <a:xfrm>
            <a:off x="684391" y="1363842"/>
            <a:ext cx="8209734" cy="715061"/>
          </a:xfrm>
          <a:prstGeom prst="rect">
            <a:avLst/>
          </a:prstGeom>
          <a:noFill/>
          <a:ln/>
        </p:spPr>
        <p:txBody>
          <a:bodyPr wrap="square" lIns="0" tIns="0" rIns="0" bIns="0" rtlCol="0" anchor="ctr"/>
          <a:lstStyle/>
          <a:p>
            <a:pPr marL="0" indent="0" algn="l">
              <a:buNone/>
            </a:pPr>
            <a:r>
              <a:rPr lang="en-US" sz="6600" b="1" kern="0" spc="-112">
                <a:solidFill>
                  <a:srgbClr val="0078D4"/>
                </a:solidFill>
                <a:latin typeface="Noto Sans JP" pitchFamily="34" charset="0"/>
                <a:ea typeface="Noto Sans JP" pitchFamily="34" charset="-122"/>
                <a:cs typeface="Noto Sans JP" pitchFamily="34" charset="-120"/>
              </a:rPr>
              <a:t>PA45</a:t>
            </a:r>
            <a:r>
              <a:rPr lang="ja-JP" altLang="en-US" sz="4500" b="1" kern="0" spc="-112">
                <a:solidFill>
                  <a:srgbClr val="0078D4"/>
                </a:solidFill>
                <a:latin typeface="Noto Sans JP" pitchFamily="34" charset="0"/>
                <a:ea typeface="Noto Sans JP" pitchFamily="34" charset="-122"/>
                <a:cs typeface="Noto Sans JP" pitchFamily="34" charset="-120"/>
              </a:rPr>
              <a:t>　　</a:t>
            </a:r>
            <a:r>
              <a:rPr lang="en-US" altLang="ja-JP" sz="6000" b="1" kern="0" spc="-112">
                <a:solidFill>
                  <a:srgbClr val="0078D4"/>
                </a:solidFill>
                <a:latin typeface="Noto Sans JP" pitchFamily="34" charset="0"/>
                <a:ea typeface="Noto Sans JP" pitchFamily="34" charset="-122"/>
                <a:cs typeface="Noto Sans JP" pitchFamily="34" charset="-120"/>
              </a:rPr>
              <a:t>【</a:t>
            </a:r>
            <a:r>
              <a:rPr lang="ja-JP" altLang="en-US" sz="6000" b="1" kern="0" spc="-112">
                <a:solidFill>
                  <a:srgbClr val="0078D4"/>
                </a:solidFill>
                <a:latin typeface="Noto Sans JP" pitchFamily="34" charset="0"/>
                <a:ea typeface="Noto Sans JP" pitchFamily="34" charset="-122"/>
                <a:cs typeface="Noto Sans JP" pitchFamily="34" charset="-120"/>
              </a:rPr>
              <a:t>総復習回</a:t>
            </a:r>
            <a:r>
              <a:rPr lang="en-US" altLang="ja-JP" sz="6000" b="1" kern="0" spc="-112">
                <a:solidFill>
                  <a:srgbClr val="0078D4"/>
                </a:solidFill>
                <a:latin typeface="Noto Sans JP" pitchFamily="34" charset="0"/>
                <a:ea typeface="Noto Sans JP" pitchFamily="34" charset="-122"/>
                <a:cs typeface="Noto Sans JP" pitchFamily="34" charset="-120"/>
              </a:rPr>
              <a:t>】</a:t>
            </a:r>
            <a:endParaRPr lang="en-US" sz="4500" dirty="0"/>
          </a:p>
        </p:txBody>
      </p:sp>
      <p:sp>
        <p:nvSpPr>
          <p:cNvPr id="13" name="Text 9"/>
          <p:cNvSpPr txBox="1"/>
          <p:nvPr/>
        </p:nvSpPr>
        <p:spPr>
          <a:xfrm>
            <a:off x="761695" y="2416115"/>
            <a:ext cx="11581790"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第5回： 4つのアクションを組み合わせよう</a:t>
            </a:r>
            <a:endParaRPr lang="en-US" sz="4500" dirty="0"/>
          </a:p>
        </p:txBody>
      </p:sp>
      <p:sp>
        <p:nvSpPr>
          <p:cNvPr id="14" name="Text 10"/>
          <p:cNvSpPr txBox="1"/>
          <p:nvPr/>
        </p:nvSpPr>
        <p:spPr>
          <a:xfrm>
            <a:off x="600479" y="3658916"/>
            <a:ext cx="11344328" cy="488906"/>
          </a:xfrm>
          <a:prstGeom prst="rect">
            <a:avLst/>
          </a:prstGeom>
          <a:noFill/>
          <a:ln/>
        </p:spPr>
        <p:txBody>
          <a:bodyPr wrap="square" lIns="0" tIns="0" rIns="0" bIns="0" rtlCol="0" anchor="ctr"/>
          <a:lstStyle/>
          <a:p>
            <a:pPr marL="0" indent="0" algn="l">
              <a:buNone/>
            </a:pPr>
            <a:r>
              <a:rPr lang="en-US" sz="3200">
                <a:solidFill>
                  <a:srgbClr val="6B7280"/>
                </a:solidFill>
                <a:latin typeface="Noto Sans JP" pitchFamily="34" charset="0"/>
                <a:ea typeface="Noto Sans JP" pitchFamily="34" charset="-122"/>
                <a:cs typeface="Noto Sans JP" pitchFamily="34" charset="-120"/>
              </a:rPr>
              <a:t>まとめ総合フロー</a:t>
            </a:r>
          </a:p>
          <a:p>
            <a:pPr marL="0" indent="0" algn="l">
              <a:buNone/>
            </a:pPr>
            <a:r>
              <a:rPr lang="en-US" sz="3200">
                <a:solidFill>
                  <a:srgbClr val="6B7280"/>
                </a:solidFill>
                <a:latin typeface="Noto Sans JP" pitchFamily="34" charset="0"/>
                <a:ea typeface="Noto Sans JP" pitchFamily="34" charset="-122"/>
                <a:cs typeface="Noto Sans JP" pitchFamily="34" charset="-120"/>
              </a:rPr>
              <a:t>（</a:t>
            </a:r>
            <a:r>
              <a:rPr lang="en-US" sz="3200" dirty="0">
                <a:solidFill>
                  <a:srgbClr val="6B7280"/>
                </a:solidFill>
                <a:latin typeface="Noto Sans JP" pitchFamily="34" charset="0"/>
                <a:ea typeface="Noto Sans JP" pitchFamily="34" charset="-122"/>
                <a:cs typeface="Noto Sans JP" pitchFamily="34" charset="-120"/>
              </a:rPr>
              <a:t>Initialize / Set / Condition / Apply to Each）</a:t>
            </a:r>
            <a:endParaRPr lang="en-US" sz="3200" dirty="0"/>
          </a:p>
        </p:txBody>
      </p:sp>
      <p:sp>
        <p:nvSpPr>
          <p:cNvPr id="15" name="Shape 11"/>
          <p:cNvSpPr/>
          <p:nvPr/>
        </p:nvSpPr>
        <p:spPr>
          <a:xfrm>
            <a:off x="685800" y="4682893"/>
            <a:ext cx="75895" cy="1466698"/>
          </a:xfrm>
          <a:prstGeom prst="rect">
            <a:avLst/>
          </a:prstGeom>
          <a:solidFill>
            <a:srgbClr val="2563EB"/>
          </a:solidFill>
          <a:ln w="12700">
            <a:solidFill>
              <a:srgbClr val="2563EB">
                <a:alpha val="0"/>
              </a:srgbClr>
            </a:solidFill>
            <a:prstDash val="solid"/>
          </a:ln>
        </p:spPr>
        <p:txBody>
          <a:bodyPr/>
          <a:lstStyle/>
          <a:p>
            <a:endParaRPr lang="ja-JP" altLang="en-US"/>
          </a:p>
        </p:txBody>
      </p:sp>
      <p:sp>
        <p:nvSpPr>
          <p:cNvPr id="16" name="Text 12"/>
          <p:cNvSpPr txBox="1"/>
          <p:nvPr/>
        </p:nvSpPr>
        <p:spPr>
          <a:xfrm>
            <a:off x="1143000" y="4834684"/>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4つのアクションを組み合わせたフローを作る</a:t>
            </a:r>
            <a:endParaRPr lang="en-US" dirty="0"/>
          </a:p>
        </p:txBody>
      </p:sp>
      <p:sp>
        <p:nvSpPr>
          <p:cNvPr id="17" name="Text 13"/>
          <p:cNvSpPr txBox="1"/>
          <p:nvPr/>
        </p:nvSpPr>
        <p:spPr>
          <a:xfrm>
            <a:off x="1143000" y="5273596"/>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143000" y="5711593"/>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5" name="Image 6" descr="preencoded.png"/>
          <p:cNvPicPr>
            <a:picLocks noChangeAspect="1"/>
          </p:cNvPicPr>
          <p:nvPr/>
        </p:nvPicPr>
        <p:blipFill>
          <a:blip r:embed="rId5"/>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6"/>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7"/>
          <a:srcRect t="-7" b="-7"/>
          <a:stretch/>
        </p:blipFill>
        <p:spPr>
          <a:xfrm>
            <a:off x="7314742" y="5273997"/>
            <a:ext cx="609905" cy="652882"/>
          </a:xfrm>
          <a:prstGeom prst="rect">
            <a:avLst/>
          </a:prstGeom>
        </p:spPr>
      </p:pic>
      <p:pic>
        <p:nvPicPr>
          <p:cNvPr id="28" name="Image 9" descr="preencoded.png"/>
          <p:cNvPicPr>
            <a:picLocks noChangeAspect="1"/>
          </p:cNvPicPr>
          <p:nvPr/>
        </p:nvPicPr>
        <p:blipFill>
          <a:blip r:embed="rId8"/>
          <a:srcRect l="-743" r="-743"/>
          <a:stretch/>
        </p:blipFill>
        <p:spPr>
          <a:xfrm>
            <a:off x="7467446" y="5425787"/>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9"/>
            <a:srcRect/>
            <a:stretch/>
          </p:blipFill>
          <p:spPr>
            <a:xfrm>
              <a:off x="5861349" y="619679"/>
              <a:ext cx="263236" cy="389576"/>
            </a:xfrm>
            <a:prstGeom prst="rect">
              <a:avLst/>
            </a:prstGeom>
          </p:spPr>
        </p:pic>
      </p:grpSp>
      <p:pic>
        <p:nvPicPr>
          <p:cNvPr id="29" name="図 28" descr="The image depicts a person with dark hair and glasses, sitting in front of a computer, typing on a laptop.&#10;&#10;AI 生成コンテンツは誤りを含む可能性があります。">
            <a:extLst>
              <a:ext uri="{FF2B5EF4-FFF2-40B4-BE49-F238E27FC236}">
                <a16:creationId xmlns:a16="http://schemas.microsoft.com/office/drawing/2014/main" id="{0A5D2121-E3AD-8CFB-9A1D-21A7BE0B1923}"/>
              </a:ext>
            </a:extLst>
          </p:cNvPr>
          <p:cNvPicPr>
            <a:picLocks noChangeAspect="1"/>
          </p:cNvPicPr>
          <p:nvPr/>
        </p:nvPicPr>
        <p:blipFill>
          <a:blip r:embed="rId10">
            <a:extLst>
              <a:ext uri="{BEBA8EAE-BF5A-486C-A8C5-ECC9F3942E4B}">
                <a14:imgProps xmlns:a14="http://schemas.microsoft.com/office/drawing/2010/main">
                  <a14:imgLayer r:embed="rId11">
                    <a14:imgEffect>
                      <a14:backgroundRemoval t="2734" b="96973" l="4590" r="98047">
                        <a14:foregroundMark x1="51758" y1="13281" x2="24121" y2="14941"/>
                        <a14:foregroundMark x1="24121" y1="14941" x2="13965" y2="53516"/>
                        <a14:foregroundMark x1="13965" y1="53516" x2="41309" y2="76953"/>
                        <a14:foregroundMark x1="41309" y1="76953" x2="69727" y2="85059"/>
                        <a14:foregroundMark x1="69727" y1="85059" x2="92188" y2="74902"/>
                        <a14:foregroundMark x1="92188" y1="74902" x2="89648" y2="30664"/>
                        <a14:foregroundMark x1="56738" y1="12402" x2="17773" y2="38574"/>
                        <a14:foregroundMark x1="17773" y1="38574" x2="26758" y2="73926"/>
                        <a14:foregroundMark x1="26758" y1="73926" x2="31445" y2="33105"/>
                        <a14:foregroundMark x1="31445" y1="33105" x2="28027" y2="61230"/>
                        <a14:foregroundMark x1="28027" y1="61230" x2="15820" y2="30371"/>
                        <a14:foregroundMark x1="15820" y1="30371" x2="9277" y2="52734"/>
                        <a14:foregroundMark x1="9277" y1="52734" x2="18066" y2="77344"/>
                        <a14:foregroundMark x1="18066" y1="77344" x2="57129" y2="85059"/>
                        <a14:foregroundMark x1="57129" y1="85059" x2="78125" y2="82715"/>
                        <a14:foregroundMark x1="53809" y1="98926" x2="13379" y2="66309"/>
                        <a14:foregroundMark x1="13379" y1="66309" x2="10840" y2="25391"/>
                        <a14:foregroundMark x1="10840" y1="25391" x2="24414" y2="8789"/>
                        <a14:foregroundMark x1="24414" y1="8789" x2="30664" y2="8594"/>
                        <a14:foregroundMark x1="60742" y1="7715" x2="61914" y2="13867"/>
                        <a14:foregroundMark x1="61914" y1="15039" x2="65332" y2="16113"/>
                        <a14:foregroundMark x1="59277" y1="23633" x2="38867" y2="72266"/>
                        <a14:foregroundMark x1="38867" y1="72266" x2="63477" y2="90625"/>
                        <a14:foregroundMark x1="63477" y1="90625" x2="72363" y2="85645"/>
                        <a14:foregroundMark x1="31934" y1="92383" x2="31934" y2="92383"/>
                        <a14:foregroundMark x1="28516" y1="91309" x2="25488" y2="89063"/>
                        <a14:foregroundMark x1="22363" y1="86914" x2="22070" y2="86230"/>
                        <a14:foregroundMark x1="20898" y1="83789" x2="18652" y2="82227"/>
                        <a14:foregroundMark x1="16406" y1="79980" x2="15625" y2="78613"/>
                        <a14:foregroundMark x1="6152" y1="33984" x2="17676" y2="74023"/>
                        <a14:foregroundMark x1="17676" y1="74023" x2="20703" y2="77246"/>
                        <a14:foregroundMark x1="92676" y1="35547" x2="56934" y2="11133"/>
                        <a14:foregroundMark x1="56934" y1="11133" x2="76953" y2="16113"/>
                        <a14:foregroundMark x1="80273" y1="23340" x2="68848" y2="43555"/>
                        <a14:foregroundMark x1="68848" y1="43555" x2="69629" y2="43750"/>
                        <a14:foregroundMark x1="76270" y1="14844" x2="97168" y2="38965"/>
                        <a14:foregroundMark x1="97168" y1="38965" x2="93750" y2="67969"/>
                        <a14:foregroundMark x1="93750" y1="67969" x2="92383" y2="69629"/>
                        <a14:foregroundMark x1="87891" y1="61035" x2="84570" y2="81152"/>
                        <a14:foregroundMark x1="65527" y1="95605" x2="40820" y2="96973"/>
                        <a14:foregroundMark x1="40820" y1="96973" x2="40039" y2="96289"/>
                        <a14:foregroundMark x1="98047" y1="42871" x2="96094" y2="60352"/>
                        <a14:foregroundMark x1="44141" y1="2832" x2="54980" y2="22949"/>
                        <a14:foregroundMark x1="4590" y1="44043" x2="11621" y2="70410"/>
                        <a14:foregroundMark x1="11621" y1="70410" x2="16699" y2="71582"/>
                      </a14:backgroundRemoval>
                    </a14:imgEffect>
                  </a14:imgLayer>
                </a14:imgProps>
              </a:ext>
            </a:extLst>
          </a:blip>
          <a:stretch>
            <a:fillRect/>
          </a:stretch>
        </p:blipFill>
        <p:spPr>
          <a:xfrm>
            <a:off x="9210094" y="3534536"/>
            <a:ext cx="2600296" cy="26002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ja-JP" altLang="en-US"/>
          </a:p>
        </p:txBody>
      </p:sp>
      <p:sp>
        <p:nvSpPr>
          <p:cNvPr id="4" name="Shape 2"/>
          <p:cNvSpPr/>
          <p:nvPr/>
        </p:nvSpPr>
        <p:spPr>
          <a:xfrm>
            <a:off x="0" y="0"/>
            <a:ext cx="12191695" cy="1485900"/>
          </a:xfrm>
          <a:prstGeom prst="rect">
            <a:avLst/>
          </a:prstGeom>
          <a:solidFill>
            <a:srgbClr val="FFFFFF"/>
          </a:solidFill>
          <a:ln/>
        </p:spPr>
        <p:txBody>
          <a:bodyPr/>
          <a:lstStyle/>
          <a:p>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PA45｜第5回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4つのアクションの役割を整理する</a:t>
            </a:r>
            <a:endParaRPr lang="en-US" sz="14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Initialize variable・Set variable・Condition・Apply to eachの役割を復習します。</a:t>
            </a:r>
            <a:endParaRPr lang="en-US" sz="1400" dirty="0"/>
          </a:p>
          <a:p>
            <a:pPr marL="0" indent="0" algn="ctr">
              <a:buNone/>
            </a:pPr>
            <a:endParaRPr lang="en-US" sz="1400" dirty="0"/>
          </a:p>
          <a:p>
            <a:pPr marL="0" indent="0" algn="ctr">
              <a:buNone/>
            </a:pP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663706"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フローの全体像を組み立てる</a:t>
            </a:r>
            <a:endParaRPr lang="en-US" sz="14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4つのアクションをつなぐフロー構成をステップで理解します。</a:t>
            </a:r>
            <a:endParaRPr lang="en-US" sz="1400" dirty="0"/>
          </a:p>
          <a:p>
            <a:pPr marL="0" indent="0" algn="ctr">
              <a:buNone/>
            </a:pPr>
            <a:endParaRPr lang="en-US" sz="1400" dirty="0"/>
          </a:p>
          <a:p>
            <a:pPr marL="0" indent="0" algn="ctr">
              <a:buNone/>
            </a:pP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2800000" cy="629107"/>
          </a:xfrm>
          <a:prstGeom prst="rect">
            <a:avLst/>
          </a:prstGeom>
          <a:noFill/>
          <a:ln/>
        </p:spPr>
        <p:txBody>
          <a:bodyPr wrap="square" lIns="0" tIns="0" rIns="0" bIns="0" rtlCol="0" anchor="t">
            <a:normAutofit/>
          </a:bodyPr>
          <a:lstStyle/>
          <a:p>
            <a:pPr marL="0" indent="0" algn="ctr">
              <a:buNone/>
            </a:pPr>
            <a:r>
              <a:rPr lang="en-US" sz="1400" b="1" dirty="0">
                <a:solidFill>
                  <a:srgbClr val="1F2937"/>
                </a:solidFill>
                <a:latin typeface="Noto Sans JP" pitchFamily="34" charset="0"/>
                <a:ea typeface="Noto Sans JP" pitchFamily="34" charset="-122"/>
                <a:cs typeface="Noto Sans JP" pitchFamily="34" charset="-120"/>
              </a:rPr>
              <a:t>組み合わせフローを実際に動かす</a:t>
            </a:r>
            <a:endParaRPr lang="en-US" sz="14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スコアリストを処理して合格者数をカウントするフローを完成させます。</a:t>
            </a:r>
            <a:endParaRPr lang="en-US" sz="1400" dirty="0"/>
          </a:p>
          <a:p>
            <a:pPr marL="0" indent="0" algn="ctr">
              <a:buNone/>
            </a:pPr>
            <a:endParaRPr lang="en-US" sz="1400" dirty="0"/>
          </a:p>
          <a:p>
            <a:pPr marL="0" indent="0" algn="ctr">
              <a:buNone/>
            </a:pP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21606" y="24799"/>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6" name="Shape 4"/>
          <p:cNvSpPr/>
          <p:nvPr/>
        </p:nvSpPr>
        <p:spPr>
          <a:xfrm>
            <a:off x="8174242" y="1002854"/>
            <a:ext cx="4067251"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4つのアクション　おさらいと組み合わせ方</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90752"/>
            <a:ext cx="4476902" cy="5829300"/>
          </a:xfrm>
          <a:prstGeom prst="rect">
            <a:avLst/>
          </a:prstGeom>
          <a:solidFill>
            <a:srgbClr val="EFF6FF">
              <a:alpha val="30000"/>
            </a:srgbClr>
          </a:solidFill>
          <a:ln w="12700">
            <a:solidFill>
              <a:srgbClr val="FFFFFF">
                <a:alpha val="0"/>
              </a:srgbClr>
            </a:solidFill>
            <a:prstDash val="solid"/>
          </a:ln>
        </p:spPr>
        <p:txBody>
          <a:bodyPr wrap="square"/>
          <a:lstStyle/>
          <a:p>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今日使うアクション（4つ）</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689452" y="2131466"/>
            <a:ext cx="4012387" cy="1128370"/>
          </a:xfrm>
          <a:prstGeom prst="rect">
            <a:avLst/>
          </a:prstGeom>
        </p:spPr>
      </p:pic>
      <p:sp>
        <p:nvSpPr>
          <p:cNvPr id="26" name="Shape 21"/>
          <p:cNvSpPr/>
          <p:nvPr/>
        </p:nvSpPr>
        <p:spPr>
          <a:xfrm>
            <a:off x="7851301" y="2467051"/>
            <a:ext cx="457200" cy="457200"/>
          </a:xfrm>
          <a:prstGeom prst="ellipse">
            <a:avLst/>
          </a:prstGeom>
          <a:solidFill>
            <a:srgbClr val="DBEAFE"/>
          </a:solidFill>
          <a:ln w="12700">
            <a:solidFill>
              <a:srgbClr val="FFFFFF">
                <a:alpha val="0"/>
              </a:srgbClr>
            </a:solidFill>
            <a:prstDash val="solid"/>
          </a:ln>
        </p:spPr>
        <p:txBody>
          <a:bodyPr wrap="square"/>
          <a:lstStyle/>
          <a:p>
            <a:endParaRPr lang="ja-JP" altLang="en-US" sz="3200"/>
          </a:p>
        </p:txBody>
      </p:sp>
      <p:pic>
        <p:nvPicPr>
          <p:cNvPr id="27" name="Image 3" descr="preencoded.png"/>
          <p:cNvPicPr>
            <a:picLocks noChangeAspect="1"/>
          </p:cNvPicPr>
          <p:nvPr/>
        </p:nvPicPr>
        <p:blipFill>
          <a:blip r:embed="rId6"/>
          <a:srcRect l="-57" r="-57"/>
          <a:stretch/>
        </p:blipFill>
        <p:spPr>
          <a:xfrm>
            <a:off x="7980231" y="2581351"/>
            <a:ext cx="200254" cy="228600"/>
          </a:xfrm>
          <a:prstGeom prst="rect">
            <a:avLst/>
          </a:prstGeom>
        </p:spPr>
      </p:pic>
      <p:sp>
        <p:nvSpPr>
          <p:cNvPr id="28" name="Text 22"/>
          <p:cNvSpPr txBox="1"/>
          <p:nvPr/>
        </p:nvSpPr>
        <p:spPr>
          <a:xfrm>
            <a:off x="8408097" y="2090324"/>
            <a:ext cx="1636138" cy="193655"/>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Initialize variable</a:t>
            </a:r>
            <a:endParaRPr lang="en-US" sz="2000" dirty="0"/>
          </a:p>
        </p:txBody>
      </p:sp>
      <p:sp>
        <p:nvSpPr>
          <p:cNvPr id="29" name="Shape 23"/>
          <p:cNvSpPr/>
          <p:nvPr/>
        </p:nvSpPr>
        <p:spPr>
          <a:xfrm>
            <a:off x="11030670" y="2296972"/>
            <a:ext cx="514807" cy="228600"/>
          </a:xfrm>
          <a:prstGeom prst="roundRect">
            <a:avLst>
              <a:gd name="adj" fmla="val 400000"/>
            </a:avLst>
          </a:prstGeom>
          <a:solidFill>
            <a:srgbClr val="DBEAFE"/>
          </a:solidFill>
          <a:ln w="12700">
            <a:solidFill>
              <a:srgbClr val="FFFFFF">
                <a:alpha val="0"/>
              </a:srgbClr>
            </a:solidFill>
            <a:prstDash val="solid"/>
          </a:ln>
        </p:spPr>
        <p:txBody>
          <a:bodyPr wrap="square"/>
          <a:lstStyle/>
          <a:p>
            <a:endParaRPr lang="ja-JP" altLang="en-US" sz="3200"/>
          </a:p>
        </p:txBody>
      </p:sp>
      <p:sp>
        <p:nvSpPr>
          <p:cNvPr id="30" name="Text 24"/>
          <p:cNvSpPr/>
          <p:nvPr/>
        </p:nvSpPr>
        <p:spPr>
          <a:xfrm>
            <a:off x="10495911" y="2230892"/>
            <a:ext cx="1406412" cy="29468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endParaRPr lang="en-US" sz="4000" dirty="0"/>
          </a:p>
        </p:txBody>
      </p:sp>
      <p:sp>
        <p:nvSpPr>
          <p:cNvPr id="31" name="Text 25"/>
          <p:cNvSpPr txBox="1"/>
          <p:nvPr/>
        </p:nvSpPr>
        <p:spPr>
          <a:xfrm>
            <a:off x="8408097" y="2473702"/>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スコアカウンターを0で初期化</a:t>
            </a:r>
          </a:p>
          <a:p>
            <a:pPr marL="0" indent="0" algn="l">
              <a:buNone/>
            </a:pPr>
            <a:r>
              <a:rPr lang="en-US" sz="1600">
                <a:solidFill>
                  <a:srgbClr val="6B7280"/>
                </a:solidFill>
                <a:latin typeface="Noto Sans JP" pitchFamily="34" charset="0"/>
                <a:ea typeface="Noto Sans JP" pitchFamily="34" charset="-122"/>
                <a:cs typeface="Noto Sans JP" pitchFamily="34" charset="-120"/>
              </a:rPr>
              <a:t>変数を作る</a:t>
            </a:r>
            <a:endParaRPr lang="en-US" dirty="0"/>
          </a:p>
        </p:txBody>
      </p:sp>
      <p:pic>
        <p:nvPicPr>
          <p:cNvPr id="32" name="Image 4" descr="preencoded.png"/>
          <p:cNvPicPr>
            <a:picLocks noChangeAspect="1"/>
          </p:cNvPicPr>
          <p:nvPr/>
        </p:nvPicPr>
        <p:blipFill>
          <a:blip r:embed="rId5"/>
          <a:srcRect l="-15" r="-15"/>
          <a:stretch/>
        </p:blipFill>
        <p:spPr>
          <a:xfrm>
            <a:off x="7728329" y="3535437"/>
            <a:ext cx="4012387" cy="1128370"/>
          </a:xfrm>
          <a:prstGeom prst="rect">
            <a:avLst/>
          </a:prstGeom>
        </p:spPr>
      </p:pic>
      <p:sp>
        <p:nvSpPr>
          <p:cNvPr id="33" name="Shape 26"/>
          <p:cNvSpPr/>
          <p:nvPr/>
        </p:nvSpPr>
        <p:spPr>
          <a:xfrm>
            <a:off x="7890178" y="3871936"/>
            <a:ext cx="457200" cy="457200"/>
          </a:xfrm>
          <a:prstGeom prst="ellipse">
            <a:avLst/>
          </a:prstGeom>
          <a:solidFill>
            <a:srgbClr val="D1FAE5"/>
          </a:solidFill>
          <a:ln w="12700">
            <a:solidFill>
              <a:srgbClr val="FFFFFF">
                <a:alpha val="0"/>
              </a:srgbClr>
            </a:solidFill>
            <a:prstDash val="solid"/>
          </a:ln>
        </p:spPr>
        <p:txBody>
          <a:bodyPr wrap="square"/>
          <a:lstStyle/>
          <a:p>
            <a:endParaRPr lang="ja-JP" altLang="en-US" sz="3200"/>
          </a:p>
        </p:txBody>
      </p:sp>
      <p:pic>
        <p:nvPicPr>
          <p:cNvPr id="34" name="Image 5" descr="preencoded.png"/>
          <p:cNvPicPr>
            <a:picLocks noChangeAspect="1"/>
          </p:cNvPicPr>
          <p:nvPr/>
        </p:nvPicPr>
        <p:blipFill>
          <a:blip r:embed="rId7"/>
          <a:srcRect l="-57" r="-57"/>
          <a:stretch/>
        </p:blipFill>
        <p:spPr>
          <a:xfrm>
            <a:off x="8019108" y="3986236"/>
            <a:ext cx="200254" cy="228600"/>
          </a:xfrm>
          <a:prstGeom prst="rect">
            <a:avLst/>
          </a:prstGeom>
        </p:spPr>
      </p:pic>
      <p:sp>
        <p:nvSpPr>
          <p:cNvPr id="35" name="Text 27"/>
          <p:cNvSpPr txBox="1"/>
          <p:nvPr/>
        </p:nvSpPr>
        <p:spPr>
          <a:xfrm>
            <a:off x="8476596" y="3646329"/>
            <a:ext cx="1783417" cy="295350"/>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Apply to each</a:t>
            </a:r>
            <a:endParaRPr lang="en-US" sz="2000" dirty="0"/>
          </a:p>
        </p:txBody>
      </p:sp>
      <p:sp>
        <p:nvSpPr>
          <p:cNvPr id="36" name="Shape 28"/>
          <p:cNvSpPr/>
          <p:nvPr/>
        </p:nvSpPr>
        <p:spPr>
          <a:xfrm>
            <a:off x="11069547" y="3700943"/>
            <a:ext cx="514807" cy="228600"/>
          </a:xfrm>
          <a:prstGeom prst="roundRect">
            <a:avLst>
              <a:gd name="adj" fmla="val 400000"/>
            </a:avLst>
          </a:prstGeom>
          <a:solidFill>
            <a:srgbClr val="D1FAE5"/>
          </a:solidFill>
          <a:ln w="12700">
            <a:solidFill>
              <a:srgbClr val="FFFFFF">
                <a:alpha val="0"/>
              </a:srgbClr>
            </a:solidFill>
            <a:prstDash val="solid"/>
          </a:ln>
        </p:spPr>
        <p:txBody>
          <a:bodyPr wrap="square"/>
          <a:lstStyle/>
          <a:p>
            <a:endParaRPr lang="ja-JP" altLang="en-US" sz="3200"/>
          </a:p>
        </p:txBody>
      </p:sp>
      <p:sp>
        <p:nvSpPr>
          <p:cNvPr id="37" name="Text 29"/>
          <p:cNvSpPr/>
          <p:nvPr/>
        </p:nvSpPr>
        <p:spPr>
          <a:xfrm>
            <a:off x="10397060" y="3669625"/>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047857"/>
                </a:solidFill>
                <a:latin typeface="Noto Sans JP" pitchFamily="34" charset="0"/>
                <a:ea typeface="Noto Sans JP" pitchFamily="34" charset="-122"/>
                <a:cs typeface="Noto Sans JP" pitchFamily="34" charset="-120"/>
              </a:rPr>
              <a:t>繰り返す</a:t>
            </a:r>
            <a:endParaRPr lang="en-US" sz="4000" dirty="0"/>
          </a:p>
        </p:txBody>
      </p:sp>
      <p:sp>
        <p:nvSpPr>
          <p:cNvPr id="38" name="Text 30"/>
          <p:cNvSpPr txBox="1"/>
          <p:nvPr/>
        </p:nvSpPr>
        <p:spPr>
          <a:xfrm>
            <a:off x="8612589" y="3952403"/>
            <a:ext cx="3490193"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スコアリストを1件ずつループ</a:t>
            </a:r>
          </a:p>
          <a:p>
            <a:pPr marL="0" indent="0" algn="l">
              <a:buNone/>
            </a:pPr>
            <a:endParaRPr lang="en-US" sz="1600" dirty="0"/>
          </a:p>
        </p:txBody>
      </p:sp>
      <p:pic>
        <p:nvPicPr>
          <p:cNvPr id="39" name="Image 6" descr="preencoded.png"/>
          <p:cNvPicPr>
            <a:picLocks noChangeAspect="1"/>
          </p:cNvPicPr>
          <p:nvPr/>
        </p:nvPicPr>
        <p:blipFill>
          <a:blip r:embed="rId5"/>
          <a:srcRect l="-15" r="-15"/>
          <a:stretch/>
        </p:blipFill>
        <p:spPr>
          <a:xfrm>
            <a:off x="7689452" y="5302342"/>
            <a:ext cx="4012387" cy="1394612"/>
          </a:xfrm>
          <a:prstGeom prst="rect">
            <a:avLst/>
          </a:prstGeom>
        </p:spPr>
      </p:pic>
      <p:sp>
        <p:nvSpPr>
          <p:cNvPr id="40" name="Shape 31"/>
          <p:cNvSpPr/>
          <p:nvPr/>
        </p:nvSpPr>
        <p:spPr>
          <a:xfrm>
            <a:off x="7792498" y="5580558"/>
            <a:ext cx="457200" cy="457200"/>
          </a:xfrm>
          <a:prstGeom prst="ellipse">
            <a:avLst/>
          </a:prstGeom>
          <a:solidFill>
            <a:srgbClr val="EDE9FE"/>
          </a:solidFill>
          <a:ln w="12700">
            <a:solidFill>
              <a:srgbClr val="FFFFFF">
                <a:alpha val="0"/>
              </a:srgbClr>
            </a:solidFill>
            <a:prstDash val="solid"/>
          </a:ln>
        </p:spPr>
        <p:txBody>
          <a:bodyPr wrap="square"/>
          <a:lstStyle/>
          <a:p>
            <a:endParaRPr lang="ja-JP" altLang="en-US" sz="3200"/>
          </a:p>
        </p:txBody>
      </p:sp>
      <p:pic>
        <p:nvPicPr>
          <p:cNvPr id="41" name="Image 7" descr="preencoded.png"/>
          <p:cNvPicPr>
            <a:picLocks noChangeAspect="1"/>
          </p:cNvPicPr>
          <p:nvPr/>
        </p:nvPicPr>
        <p:blipFill>
          <a:blip r:embed="rId8"/>
          <a:srcRect t="-45" b="-45"/>
          <a:stretch/>
        </p:blipFill>
        <p:spPr>
          <a:xfrm>
            <a:off x="7892168" y="5694858"/>
            <a:ext cx="256946" cy="228600"/>
          </a:xfrm>
          <a:prstGeom prst="rect">
            <a:avLst/>
          </a:prstGeom>
        </p:spPr>
      </p:pic>
      <p:sp>
        <p:nvSpPr>
          <p:cNvPr id="42" name="Text 32"/>
          <p:cNvSpPr txBox="1"/>
          <p:nvPr/>
        </p:nvSpPr>
        <p:spPr>
          <a:xfrm>
            <a:off x="8439452" y="5404355"/>
            <a:ext cx="1636138" cy="159106"/>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Condition</a:t>
            </a:r>
            <a:endParaRPr lang="en-US" sz="2000" dirty="0"/>
          </a:p>
        </p:txBody>
      </p:sp>
      <p:sp>
        <p:nvSpPr>
          <p:cNvPr id="43" name="Shape 33"/>
          <p:cNvSpPr/>
          <p:nvPr/>
        </p:nvSpPr>
        <p:spPr>
          <a:xfrm>
            <a:off x="10590711" y="5211715"/>
            <a:ext cx="990295" cy="228600"/>
          </a:xfrm>
          <a:prstGeom prst="roundRect">
            <a:avLst>
              <a:gd name="adj" fmla="val 400000"/>
            </a:avLst>
          </a:prstGeom>
          <a:solidFill>
            <a:srgbClr val="EDE9FE"/>
          </a:solidFill>
          <a:ln w="12700">
            <a:solidFill>
              <a:srgbClr val="FFFFFF">
                <a:alpha val="0"/>
              </a:srgbClr>
            </a:solidFill>
            <a:prstDash val="solid"/>
          </a:ln>
        </p:spPr>
        <p:txBody>
          <a:bodyPr wrap="square"/>
          <a:lstStyle/>
          <a:p>
            <a:endParaRPr lang="ja-JP" altLang="en-US" sz="3200"/>
          </a:p>
        </p:txBody>
      </p:sp>
      <p:sp>
        <p:nvSpPr>
          <p:cNvPr id="44" name="Text 34"/>
          <p:cNvSpPr/>
          <p:nvPr/>
        </p:nvSpPr>
        <p:spPr>
          <a:xfrm>
            <a:off x="10270960" y="5206187"/>
            <a:ext cx="1406412" cy="25146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2000" b="1" kern="0" spc="52" dirty="0">
                <a:solidFill>
                  <a:srgbClr val="6D28D9"/>
                </a:solidFill>
                <a:latin typeface="Noto Sans JP" pitchFamily="34" charset="0"/>
                <a:ea typeface="Noto Sans JP" pitchFamily="34" charset="-122"/>
                <a:cs typeface="Noto Sans JP" pitchFamily="34" charset="-120"/>
              </a:rPr>
              <a:t>分岐する</a:t>
            </a:r>
            <a:endParaRPr lang="en-US" sz="4000" dirty="0"/>
          </a:p>
        </p:txBody>
      </p:sp>
      <p:sp>
        <p:nvSpPr>
          <p:cNvPr id="45" name="Text 35"/>
          <p:cNvSpPr txBox="1"/>
          <p:nvPr/>
        </p:nvSpPr>
        <p:spPr>
          <a:xfrm>
            <a:off x="8472794" y="5635784"/>
            <a:ext cx="3314700" cy="43200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スコアが70以上かどうか判定</a:t>
            </a:r>
            <a:endParaRPr lang="en-US" sz="16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wrap="square"/>
          <a:lstStyle/>
          <a:p>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wrap="square"/>
          <a:lstStyle/>
          <a:p>
            <a:endParaRPr lang="ja-JP" altLang="en-US" sz="2400"/>
          </a:p>
        </p:txBody>
      </p:sp>
      <p:sp>
        <p:nvSpPr>
          <p:cNvPr id="13" name="Text 10"/>
          <p:cNvSpPr txBox="1"/>
          <p:nvPr/>
        </p:nvSpPr>
        <p:spPr>
          <a:xfrm>
            <a:off x="855546" y="4232193"/>
            <a:ext cx="3788189" cy="222199"/>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4つをつなぐと"自動集計フロー"が完成する</a:t>
            </a:r>
            <a:endParaRPr lang="en-US" dirty="0"/>
          </a:p>
        </p:txBody>
      </p:sp>
      <p:sp>
        <p:nvSpPr>
          <p:cNvPr id="14" name="Text 11"/>
          <p:cNvSpPr txBox="1"/>
          <p:nvPr/>
        </p:nvSpPr>
        <p:spPr>
          <a:xfrm>
            <a:off x="864691" y="4561979"/>
            <a:ext cx="6171542"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今日作るフロー：スコアリストを処理して合格者数をカウントする</a:t>
            </a:r>
          </a:p>
          <a:p>
            <a:pPr marL="0" indent="0" algn="l">
              <a:buNone/>
            </a:pPr>
            <a:endParaRPr lang="en-US" sz="16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wrap="square"/>
          <a:lstStyle/>
          <a:p>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wrap="square"/>
          <a:lstStyle/>
          <a:p>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Set variable</a:t>
            </a:r>
            <a:endParaRPr lang="en-US" dirty="0"/>
          </a:p>
        </p:txBody>
      </p:sp>
      <p:sp>
        <p:nvSpPr>
          <p:cNvPr id="18" name="Text 15"/>
          <p:cNvSpPr txBox="1"/>
          <p:nvPr/>
        </p:nvSpPr>
        <p:spPr>
          <a:xfrm>
            <a:off x="864690" y="5434590"/>
            <a:ext cx="5770105" cy="3600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書き換える</a:t>
            </a:r>
            <a:endParaRPr lang="en-US" sz="16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wrap="square"/>
          <a:lstStyle/>
          <a:p>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352884" y="2984808"/>
            <a:ext cx="17428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0" name="Text 37"/>
          <p:cNvSpPr txBox="1"/>
          <p:nvPr/>
        </p:nvSpPr>
        <p:spPr>
          <a:xfrm>
            <a:off x="8566731" y="2930413"/>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2000" dirty="0">
                <a:solidFill>
                  <a:srgbClr val="4B5563"/>
                </a:solidFill>
                <a:latin typeface="ui-monospace" pitchFamily="34" charset="0"/>
                <a:ea typeface="ui-monospace" pitchFamily="34" charset="-122"/>
                <a:cs typeface="ui-monospace" pitchFamily="34" charset="-120"/>
              </a:rPr>
              <a:t>合格ならカウンターを+1</a:t>
            </a:r>
            <a:endParaRPr lang="en-US" sz="2000" dirty="0"/>
          </a:p>
        </p:txBody>
      </p:sp>
      <p:sp>
        <p:nvSpPr>
          <p:cNvPr id="51" name="Shape 38"/>
          <p:cNvSpPr/>
          <p:nvPr/>
        </p:nvSpPr>
        <p:spPr>
          <a:xfrm>
            <a:off x="8454990" y="4484637"/>
            <a:ext cx="105704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2" name="Text 39"/>
          <p:cNvSpPr txBox="1"/>
          <p:nvPr/>
        </p:nvSpPr>
        <p:spPr>
          <a:xfrm>
            <a:off x="8476596" y="4349876"/>
            <a:ext cx="1873780" cy="338730"/>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endParaRPr lang="en-US" sz="2400" dirty="0"/>
          </a:p>
        </p:txBody>
      </p:sp>
      <p:sp>
        <p:nvSpPr>
          <p:cNvPr id="53" name="Shape 40"/>
          <p:cNvSpPr/>
          <p:nvPr/>
        </p:nvSpPr>
        <p:spPr>
          <a:xfrm>
            <a:off x="8459601" y="6191705"/>
            <a:ext cx="1133856" cy="295351"/>
          </a:xfrm>
          <a:prstGeom prst="roundRect">
            <a:avLst>
              <a:gd name="adj" fmla="val 79896"/>
            </a:avLst>
          </a:prstGeom>
          <a:solidFill>
            <a:srgbClr val="F9FAFB"/>
          </a:solidFill>
          <a:ln w="12700">
            <a:solidFill>
              <a:srgbClr val="E5E7EB"/>
            </a:solidFill>
            <a:prstDash val="solid"/>
          </a:ln>
        </p:spPr>
        <p:txBody>
          <a:bodyPr wrap="square"/>
          <a:lstStyle/>
          <a:p>
            <a:endParaRPr lang="ja-JP" altLang="en-US" sz="3200"/>
          </a:p>
        </p:txBody>
      </p:sp>
      <p:sp>
        <p:nvSpPr>
          <p:cNvPr id="54" name="Text 41"/>
          <p:cNvSpPr txBox="1"/>
          <p:nvPr/>
        </p:nvSpPr>
        <p:spPr>
          <a:xfrm>
            <a:off x="8543060" y="6107103"/>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endParaRPr lang="en-US" sz="2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wrap="square"/>
          <a:lstStyle/>
          <a:p>
            <a:endParaRPr lang="ja-JP" altLang="en-US"/>
          </a:p>
        </p:txBody>
      </p:sp>
      <p:pic>
        <p:nvPicPr>
          <p:cNvPr id="57" name="Image 12" descr="preencoded.png"/>
          <p:cNvPicPr>
            <a:picLocks noChangeAspect="1"/>
          </p:cNvPicPr>
          <p:nvPr/>
        </p:nvPicPr>
        <p:blipFill>
          <a:blip r:embed="rId13"/>
          <a:srcRect l="-272" r="-272"/>
          <a:stretch/>
        </p:blipFill>
        <p:spPr>
          <a:xfrm>
            <a:off x="341811" y="1694612"/>
            <a:ext cx="4330286"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547239" cy="1000353"/>
            <a:chOff x="1152505" y="2502713"/>
            <a:chExt cx="2489210"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Array（配列）</a:t>
              </a:r>
              <a:endParaRPr lang="en-US" sz="2000" dirty="0"/>
            </a:p>
          </p:txBody>
        </p:sp>
        <p:sp>
          <p:nvSpPr>
            <p:cNvPr id="62" name="Text 46"/>
            <p:cNvSpPr txBox="1"/>
            <p:nvPr/>
          </p:nvSpPr>
          <p:spPr>
            <a:xfrm>
              <a:off x="2327294" y="2577898"/>
              <a:ext cx="1314421" cy="94876"/>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emailList</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Current item</a:t>
              </a:r>
              <a:endParaRPr lang="en-US" sz="2000" dirty="0"/>
            </a:p>
          </p:txBody>
        </p:sp>
        <p:sp>
          <p:nvSpPr>
            <p:cNvPr id="65" name="Text 48"/>
            <p:cNvSpPr txBox="1"/>
            <p:nvPr/>
          </p:nvSpPr>
          <p:spPr>
            <a:xfrm>
              <a:off x="2347638" y="2853156"/>
              <a:ext cx="1007323" cy="178161"/>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（各アイテム）</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処理内容</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（各行）</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3" name="Shape 54"/>
          <p:cNvSpPr/>
          <p:nvPr/>
        </p:nvSpPr>
        <p:spPr>
          <a:xfrm>
            <a:off x="0" y="0"/>
            <a:ext cx="12191695" cy="1028700"/>
          </a:xfrm>
          <a:prstGeom prst="rect">
            <a:avLst/>
          </a:prstGeom>
          <a:solidFill>
            <a:srgbClr val="FFFFFF"/>
          </a:solidFill>
          <a:ln/>
        </p:spPr>
        <p:txBody>
          <a:bodyPr wrap="square"/>
          <a:lstStyle/>
          <a:p>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PA45｜第5回</a:t>
            </a:r>
            <a:endParaRPr lang="en-US" sz="1000" dirty="0"/>
          </a:p>
        </p:txBody>
      </p:sp>
      <p:sp>
        <p:nvSpPr>
          <p:cNvPr id="76" name="Text 57"/>
          <p:cNvSpPr txBox="1"/>
          <p:nvPr/>
        </p:nvSpPr>
        <p:spPr>
          <a:xfrm>
            <a:off x="457200" y="333756"/>
            <a:ext cx="11040256"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4つのアクション　おさらいと組み合わせ方</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39467" y="5937857"/>
            <a:ext cx="3835737" cy="313193"/>
          </a:xfrm>
          <a:prstGeom prst="rect">
            <a:avLst/>
          </a:prstGeom>
          <a:noFill/>
          <a:ln/>
        </p:spPr>
        <p:txBody>
          <a:bodyPr wrap="square" lIns="0" tIns="0" rIns="0" bIns="0" rtlCol="0" anchor="ctr"/>
          <a:lstStyle/>
          <a:p>
            <a:pPr marL="0" indent="0" algn="l">
              <a:buNone/>
            </a:pPr>
            <a:endParaRPr lang="en-US" dirty="0"/>
          </a:p>
        </p:txBody>
      </p:sp>
      <p:sp>
        <p:nvSpPr>
          <p:cNvPr id="21" name="Text 18"/>
          <p:cNvSpPr txBox="1"/>
          <p:nvPr/>
        </p:nvSpPr>
        <p:spPr>
          <a:xfrm>
            <a:off x="741247" y="6358907"/>
            <a:ext cx="5808510" cy="234462"/>
          </a:xfrm>
          <a:prstGeom prst="rect">
            <a:avLst/>
          </a:prstGeom>
          <a:noFill/>
          <a:ln/>
        </p:spPr>
        <p:txBody>
          <a:bodyPr wrap="square" lIns="0" tIns="0" rIns="0" bIns="0" rtlCol="0" anchor="ctr"/>
          <a:lstStyle/>
          <a:p>
            <a:pPr marL="0" indent="0" algn="l">
              <a:buNone/>
            </a:pP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wrap="square"/>
          <a:lstStyle/>
          <a:p>
            <a:endParaRPr lang="ja-JP" altLang="en-US"/>
          </a:p>
        </p:txBody>
      </p:sp>
      <p:sp>
        <p:nvSpPr>
          <p:cNvPr id="72" name="Text 53"/>
          <p:cNvSpPr txBox="1"/>
          <p:nvPr/>
        </p:nvSpPr>
        <p:spPr>
          <a:xfrm>
            <a:off x="5219247" y="2377028"/>
            <a:ext cx="1713130" cy="548639"/>
          </a:xfrm>
          <a:prstGeom prst="rect">
            <a:avLst/>
          </a:prstGeom>
          <a:noFill/>
          <a:ln/>
        </p:spPr>
        <p:txBody>
          <a:bodyPr wrap="square" lIns="0" tIns="0" rIns="0" bIns="0" rtlCol="0" anchor="t"/>
          <a:lstStyle/>
          <a:p>
            <a:pPr marL="0" indent="0" algn="ctr">
              <a:buNone/>
            </a:pPr>
            <a:endParaRPr lang="en-US" sz="2800" dirty="0"/>
          </a:p>
        </p:txBody>
      </p:sp>
      <p:sp>
        <p:nvSpPr>
          <p:cNvPr id="71" name="Text 52"/>
          <p:cNvSpPr txBox="1"/>
          <p:nvPr/>
        </p:nvSpPr>
        <p:spPr>
          <a:xfrm>
            <a:off x="5208481" y="3084420"/>
            <a:ext cx="1774731" cy="183246"/>
          </a:xfrm>
          <a:prstGeom prst="rect">
            <a:avLst/>
          </a:prstGeom>
          <a:noFill/>
          <a:ln/>
        </p:spPr>
        <p:txBody>
          <a:bodyPr wrap="square" lIns="0" tIns="0" rIns="0" bIns="0" rtlCol="0" anchor="ctr"/>
          <a:lstStyle/>
          <a:p>
            <a:pPr marL="0" indent="0" algn="ctr">
              <a:buNone/>
            </a:pP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1832000" cy="6858000"/>
          </a:xfrm>
          <a:prstGeom prst="rect">
            <a:avLst/>
          </a:prstGeom>
          <a:solidFill>
            <a:srgbClr val="F3F4F6"/>
          </a:solidFill>
          <a:ln w="12700">
            <a:solidFill>
              <a:srgbClr val="FFFFFF">
                <a:alpha val="0"/>
              </a:srgbClr>
            </a:solidFill>
            <a:prstDash val="solid"/>
          </a:ln>
        </p:spPr>
        <p:txBody>
          <a:bodyPr wrap="square">
            <a:normAutofit/>
          </a:bodyPr>
          <a:lstStyle/>
          <a:p>
            <a:endParaRPr lang="ja-JP" altLang="en-US"/>
          </a:p>
        </p:txBody>
      </p:sp>
      <p:sp>
        <p:nvSpPr>
          <p:cNvPr id="3" name="Shape 1"/>
          <p:cNvSpPr/>
          <p:nvPr/>
        </p:nvSpPr>
        <p:spPr>
          <a:xfrm>
            <a:off x="0" y="0"/>
            <a:ext cx="11832000"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normAutofit/>
          </a:bodyPr>
          <a:lstStyle/>
          <a:p>
            <a:endParaRPr lang="ja-JP" altLang="en-US"/>
          </a:p>
        </p:txBody>
      </p:sp>
      <p:sp>
        <p:nvSpPr>
          <p:cNvPr id="4" name="Shape 2"/>
          <p:cNvSpPr/>
          <p:nvPr/>
        </p:nvSpPr>
        <p:spPr>
          <a:xfrm>
            <a:off x="0" y="972007"/>
            <a:ext cx="11832000" cy="5429707"/>
          </a:xfrm>
          <a:prstGeom prst="rect">
            <a:avLst/>
          </a:prstGeom>
          <a:solidFill>
            <a:srgbClr val="F9FAFB"/>
          </a:solidFill>
          <a:ln w="12700">
            <a:solidFill>
              <a:srgbClr val="FFFFFF">
                <a:alpha val="0"/>
              </a:srgbClr>
            </a:solidFill>
            <a:prstDash val="solid"/>
          </a:ln>
        </p:spPr>
        <p:txBody>
          <a:bodyPr wrap="square">
            <a:normAutofit/>
          </a:bodyPr>
          <a:lstStyle/>
          <a:p>
            <a:endParaRPr lang="ja-JP" altLang="en-US"/>
          </a:p>
        </p:txBody>
      </p:sp>
      <p:sp>
        <p:nvSpPr>
          <p:cNvPr id="5" name="Shape 3"/>
          <p:cNvSpPr/>
          <p:nvPr/>
        </p:nvSpPr>
        <p:spPr>
          <a:xfrm>
            <a:off x="219675" y="1200607"/>
            <a:ext cx="58293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5"/>
            <a:ext cx="5829300" cy="2662277"/>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659800" cy="2400300"/>
          </a:xfrm>
          <a:prstGeom prst="roundRect">
            <a:avLst>
              <a:gd name="adj" fmla="val 3628"/>
            </a:avLst>
          </a:prstGeom>
          <a:solidFill>
            <a:srgbClr val="FFFFFF"/>
          </a:solidFill>
          <a:ln w="12700">
            <a:solidFill>
              <a:srgbClr val="E5E7EB"/>
            </a:solidFill>
            <a:prstDash val="solid"/>
          </a:ln>
        </p:spPr>
        <p:txBody>
          <a:bodyPr wrap="square">
            <a:normAutofit/>
          </a:bodyPr>
          <a:lstStyle/>
          <a:p>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新しいフローを作成｜トリガー「手動」を選択。Initialize variableでcounterを0（整数）で作成。</a:t>
            </a:r>
            <a:endParaRPr lang="en-US" dirty="0"/>
          </a:p>
        </p:txBody>
      </p:sp>
      <p:sp>
        <p:nvSpPr>
          <p:cNvPr id="17" name="Text 11"/>
          <p:cNvSpPr txBox="1"/>
          <p:nvPr/>
        </p:nvSpPr>
        <p:spPr>
          <a:xfrm>
            <a:off x="1019556" y="2501604"/>
            <a:ext cx="5000854" cy="191110"/>
          </a:xfrm>
          <a:prstGeom prst="rect">
            <a:avLst/>
          </a:prstGeom>
          <a:noFill/>
          <a:ln/>
        </p:spPr>
        <p:txBody>
          <a:bodyPr wrap="square" lIns="0" tIns="0" rIns="0" bIns="0" rtlCol="0" anchor="ctr">
            <a:normAutofit/>
          </a:bodyPr>
          <a:lstStyle/>
          <a:p>
            <a:pPr marL="0" indent="0" algn="l">
              <a:buNone/>
            </a:pPr>
            <a:endParaRPr lang="en-US" sz="1000" dirty="0"/>
          </a:p>
        </p:txBody>
      </p:sp>
      <p:pic>
        <p:nvPicPr>
          <p:cNvPr id="18" name="Image 4" descr="preencoded.png"/>
          <p:cNvPicPr>
            <a:picLocks noChangeAspect="1"/>
          </p:cNvPicPr>
          <p:nvPr/>
        </p:nvPicPr>
        <p:blipFill>
          <a:blip r:embed="rId7"/>
          <a:srcRect l="-1507" r="-1507"/>
          <a:stretch/>
        </p:blipFill>
        <p:spPr>
          <a:xfrm>
            <a:off x="457200" y="2595981"/>
            <a:ext cx="349880" cy="543426"/>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4099346" cy="304495"/>
          </a:xfrm>
          <a:prstGeom prst="rect">
            <a:avLst/>
          </a:prstGeom>
          <a:noFill/>
          <a:ln/>
        </p:spPr>
        <p:txBody>
          <a:bodyPr wrap="square" lIns="0" tIns="0" rIns="0" bIns="0" rtlCol="0" anchor="ctr">
            <a:normAutofit/>
          </a:bodyPr>
          <a:lstStyle/>
          <a:p>
            <a:pPr marL="0" indent="0" algn="l">
              <a:buNone/>
            </a:pP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4680000" cy="238658"/>
          </a:xfrm>
          <a:prstGeom prst="rect">
            <a:avLst/>
          </a:prstGeom>
          <a:noFill/>
          <a:ln/>
        </p:spPr>
        <p:txBody>
          <a:bodyPr wrap="square" lIns="0" tIns="0" rIns="0" bIns="0" rtlCol="0" anchor="ctr">
            <a:normAutofit lnSpcReduction="10000"/>
          </a:bodyP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Apply to eachを追加</a:t>
            </a:r>
            <a:endParaRPr lang="en-US" sz="2800" dirty="0"/>
          </a:p>
        </p:txBody>
      </p:sp>
      <p:sp>
        <p:nvSpPr>
          <p:cNvPr id="25" name="Text 16"/>
          <p:cNvSpPr txBox="1"/>
          <p:nvPr/>
        </p:nvSpPr>
        <p:spPr>
          <a:xfrm>
            <a:off x="6887615" y="1664666"/>
            <a:ext cx="4944385" cy="278892"/>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Apply to eachを追加｜「コントロール」→「Apply to each」を追加。入力にscoreList変数を設定。</a:t>
            </a:r>
            <a:endParaRPr lang="en-US" dirty="0"/>
          </a:p>
        </p:txBody>
      </p:sp>
      <p:sp>
        <p:nvSpPr>
          <p:cNvPr id="26" name="Text 17"/>
          <p:cNvSpPr txBox="1"/>
          <p:nvPr/>
        </p:nvSpPr>
        <p:spPr>
          <a:xfrm>
            <a:off x="7076542" y="1950415"/>
            <a:ext cx="4755458" cy="371892"/>
          </a:xfrm>
          <a:prstGeom prst="rect">
            <a:avLst/>
          </a:prstGeom>
          <a:noFill/>
          <a:ln/>
        </p:spPr>
        <p:txBody>
          <a:bodyPr wrap="square" lIns="0" tIns="0" rIns="0" bIns="0" rtlCol="0" anchor="ctr">
            <a:normAutofit/>
          </a:bodyPr>
          <a:lstStyle/>
          <a:p>
            <a:pPr marL="0" indent="0" algn="l">
              <a:buNone/>
            </a:pP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64856" cy="1179874"/>
          </a:xfrm>
          <a:prstGeom prst="roundRect">
            <a:avLst>
              <a:gd name="adj" fmla="val 4408"/>
            </a:avLst>
          </a:prstGeom>
          <a:solidFill>
            <a:srgbClr val="F9FAFB"/>
          </a:solidFill>
          <a:ln w="12700">
            <a:solidFill>
              <a:srgbClr val="E5E7EB"/>
            </a:solidFill>
            <a:prstDash val="solid"/>
          </a:ln>
        </p:spPr>
        <p:txBody>
          <a:bodyPr wrap="square">
            <a:normAutofit/>
          </a:bodyPr>
          <a:lstStyle/>
          <a:p>
            <a:endParaRPr lang="ja-JP" altLang="en-US"/>
          </a:p>
        </p:txBody>
      </p:sp>
      <p:sp>
        <p:nvSpPr>
          <p:cNvPr id="31" name="Text 21"/>
          <p:cNvSpPr txBox="1"/>
          <p:nvPr/>
        </p:nvSpPr>
        <p:spPr>
          <a:xfrm>
            <a:off x="6933895" y="2980944"/>
            <a:ext cx="4898105" cy="152705"/>
          </a:xfrm>
          <a:prstGeom prst="rect">
            <a:avLst/>
          </a:prstGeom>
          <a:noFill/>
          <a:ln/>
        </p:spPr>
        <p:txBody>
          <a:bodyPr wrap="square" lIns="0" tIns="0" rIns="0" bIns="0" rtlCol="0" anchor="ctr">
            <a:normAutofit/>
          </a:bodyPr>
          <a:lstStyle/>
          <a:p>
            <a:pPr marL="0" indent="0" algn="l">
              <a:buNone/>
            </a:pP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wrap="square">
            <a:normAutofit fontScale="32500" lnSpcReduction="20000"/>
          </a:bodyPr>
          <a:lstStyle/>
          <a:p>
            <a:endParaRPr lang="ja-JP" altLang="en-US"/>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normAutofit fontScale="92500" lnSpcReduction="10000"/>
          </a:bodyPr>
          <a:lstStyle/>
          <a:p>
            <a:pPr marL="0" indent="0" algn="l">
              <a:buNone/>
            </a:pPr>
            <a:r>
              <a:rPr lang="en-US" sz="1800" b="1" dirty="0">
                <a:solidFill>
                  <a:srgbClr val="1F2937"/>
                </a:solidFill>
                <a:latin typeface="Noto Sans JP" pitchFamily="34" charset="0"/>
                <a:ea typeface="Noto Sans JP" pitchFamily="34" charset="-122"/>
                <a:cs typeface="Noto Sans JP" pitchFamily="34" charset="-120"/>
              </a:rPr>
              <a:t>Condition でスコア判定</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normAutofit/>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Condition でスコア判定｜ループ内にConditionを追加。Current item ≥ 70 の条件を設定。</a:t>
            </a:r>
            <a:endParaRPr lang="en-US" dirty="0"/>
          </a:p>
        </p:txBody>
      </p:sp>
      <p:sp>
        <p:nvSpPr>
          <p:cNvPr id="41" name="Text 31"/>
          <p:cNvSpPr txBox="1"/>
          <p:nvPr/>
        </p:nvSpPr>
        <p:spPr>
          <a:xfrm>
            <a:off x="1076241" y="5070000"/>
            <a:ext cx="5040000" cy="450000"/>
          </a:xfrm>
          <a:prstGeom prst="rect">
            <a:avLst/>
          </a:prstGeom>
          <a:noFill/>
          <a:ln/>
        </p:spPr>
        <p:txBody>
          <a:bodyPr wrap="square" lIns="0" tIns="0" rIns="0" bIns="0" rtlCol="0" anchor="ctr">
            <a:normAutofit/>
          </a:bodyPr>
          <a:lstStyle/>
          <a:p>
            <a:pPr marL="0" indent="0" algn="l">
              <a:buNone/>
            </a:pP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37590" y="5484572"/>
            <a:ext cx="4972507" cy="523682"/>
          </a:xfrm>
          <a:prstGeom prst="roundRect">
            <a:avLst>
              <a:gd name="adj" fmla="val 14022"/>
            </a:avLst>
          </a:prstGeom>
          <a:solidFill>
            <a:srgbClr val="F9FAFB"/>
          </a:solidFill>
          <a:ln w="12700">
            <a:solidFill>
              <a:srgbClr val="E5E7EB"/>
            </a:solidFill>
            <a:prstDash val="solid"/>
          </a:ln>
        </p:spPr>
        <p:txBody>
          <a:bodyPr wrap="square">
            <a:normAutofit/>
          </a:bodyPr>
          <a:lstStyle/>
          <a:p>
            <a:endParaRPr lang="ja-JP" altLang="en-US"/>
          </a:p>
        </p:txBody>
      </p:sp>
      <p:sp>
        <p:nvSpPr>
          <p:cNvPr id="44" name="Text 33"/>
          <p:cNvSpPr txBox="1"/>
          <p:nvPr/>
        </p:nvSpPr>
        <p:spPr>
          <a:xfrm>
            <a:off x="72147" y="5467198"/>
            <a:ext cx="4953305" cy="228600"/>
          </a:xfrm>
          <a:prstGeom prst="rect">
            <a:avLst/>
          </a:prstGeom>
          <a:noFill/>
          <a:ln/>
        </p:spPr>
        <p:txBody>
          <a:bodyPr wrap="square" lIns="0" tIns="0" rIns="0" bIns="0" rtlCol="0" anchor="ctr">
            <a:normAutofit/>
          </a:bodyPr>
          <a:lstStyle/>
          <a:p>
            <a:pPr marL="0" indent="0" algn="l">
              <a:buNone/>
            </a:pP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wrap="square">
            <a:normAutofit fontScale="55000" lnSpcReduction="20000"/>
          </a:bodyPr>
          <a:lstStyle/>
          <a:p>
            <a:endParaRPr lang="ja-JP" altLang="en-US"/>
          </a:p>
        </p:txBody>
      </p:sp>
      <p:sp>
        <p:nvSpPr>
          <p:cNvPr id="46" name="Shape 35"/>
          <p:cNvSpPr/>
          <p:nvPr/>
        </p:nvSpPr>
        <p:spPr>
          <a:xfrm>
            <a:off x="1037844" y="5686654"/>
            <a:ext cx="1413048" cy="277063"/>
          </a:xfrm>
          <a:prstGeom prst="roundRect">
            <a:avLst>
              <a:gd name="adj" fmla="val 236407"/>
            </a:avLst>
          </a:prstGeom>
          <a:solidFill>
            <a:srgbClr val="DBEAFE"/>
          </a:solidFill>
          <a:ln w="12700">
            <a:solidFill>
              <a:srgbClr val="FFFFFF">
                <a:alpha val="0"/>
              </a:srgbClr>
            </a:solidFill>
            <a:prstDash val="solid"/>
          </a:ln>
        </p:spPr>
        <p:txBody>
          <a:bodyPr wrap="square">
            <a:normAutofit fontScale="40000" lnSpcReduction="20000"/>
          </a:bodyPr>
          <a:lstStyle/>
          <a:p>
            <a:endParaRPr lang="ja-JP" altLang="en-US"/>
          </a:p>
        </p:txBody>
      </p:sp>
      <p:sp>
        <p:nvSpPr>
          <p:cNvPr id="47" name="Text 36"/>
          <p:cNvSpPr txBox="1"/>
          <p:nvPr/>
        </p:nvSpPr>
        <p:spPr>
          <a:xfrm>
            <a:off x="1238098" y="5686655"/>
            <a:ext cx="2644354" cy="208482"/>
          </a:xfrm>
          <a:prstGeom prst="rect">
            <a:avLst/>
          </a:prstGeom>
          <a:solidFill>
            <a:srgbClr val="FFFFFF">
              <a:alpha val="0"/>
            </a:srgbClr>
          </a:solidFill>
          <a:ln>
            <a:solidFill>
              <a:srgbClr val="FFFFFF">
                <a:alpha val="0"/>
              </a:srgbClr>
            </a:solidFill>
          </a:ln>
        </p:spPr>
        <p:txBody>
          <a:bodyPr wrap="square" lIns="63500" tIns="12700" rIns="63500" bIns="12700" rtlCol="0" anchor="ctr">
            <a:normAutofit/>
          </a:bodyPr>
          <a:lstStyle/>
          <a:p>
            <a:pPr marL="0" indent="0" algn="l">
              <a:buNone/>
            </a:pP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normAutofit/>
          </a:bodyPr>
          <a:lstStyle/>
          <a:p>
            <a:pPr marL="0" indent="0" algn="l">
              <a:buNone/>
            </a:pP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wrap="square">
            <a:normAutofit fontScale="85000" lnSpcReduction="20000"/>
          </a:bodyPr>
          <a:lstStyle/>
          <a:p>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normAutofit/>
          </a:bodyP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normAutofit fontScale="62500" lnSpcReduction="20000"/>
          </a:bodyP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実行してみよう｜保存して「テスト」→「手動」→「実行」。scoreListに数値配列を入力。counterの値が合格者数になれば成功！</a:t>
            </a:r>
            <a:endParaRPr lang="en-US" dirty="0"/>
          </a:p>
        </p:txBody>
      </p:sp>
      <p:sp>
        <p:nvSpPr>
          <p:cNvPr id="54" name="Text 42"/>
          <p:cNvSpPr txBox="1"/>
          <p:nvPr/>
        </p:nvSpPr>
        <p:spPr>
          <a:xfrm>
            <a:off x="7140336" y="4929926"/>
            <a:ext cx="4691664"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03007" cy="191110"/>
          </a:xfrm>
          <a:prstGeom prst="rect">
            <a:avLst/>
          </a:prstGeom>
          <a:noFill/>
          <a:ln/>
        </p:spPr>
        <p:txBody>
          <a:bodyPr wrap="square" lIns="0" tIns="0" rIns="0" bIns="0" rtlCol="0" anchor="ctr">
            <a:normAutofit fontScale="92500" lnSpcReduction="20000"/>
          </a:bodyP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639854" cy="763111"/>
          </a:xfrm>
          <a:prstGeom prst="roundRect">
            <a:avLst>
              <a:gd name="adj" fmla="val 85197"/>
            </a:avLst>
          </a:prstGeom>
          <a:solidFill>
            <a:srgbClr val="ECFDF5"/>
          </a:solidFill>
          <a:ln w="12700">
            <a:solidFill>
              <a:srgbClr val="A7F3D0"/>
            </a:solidFill>
            <a:prstDash val="solid"/>
          </a:ln>
        </p:spPr>
        <p:txBody>
          <a:bodyPr wrap="square">
            <a:normAutofit fontScale="85000" lnSpcReduction="20000"/>
          </a:bodyPr>
          <a:lstStyle/>
          <a:p>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4650455" cy="694387"/>
          </a:xfrm>
          <a:prstGeom prst="rect">
            <a:avLst/>
          </a:prstGeom>
          <a:noFill/>
          <a:ln/>
        </p:spPr>
        <p:txBody>
          <a:bodyPr wrap="square" lIns="0" tIns="0" rIns="0" bIns="0" rtlCol="0" anchor="ctr">
            <a:normAutofit/>
          </a:bodyPr>
          <a:lstStyle/>
          <a:p>
            <a:pPr marL="0" indent="0" algn="l">
              <a:buNone/>
            </a:pPr>
            <a:endParaRPr/>
          </a:p>
          <a:p>
            <a:pPr marL="0" indent="0" algn="l">
              <a:buNone/>
            </a:pPr>
            <a:endParaRPr lang="en-US" sz="2000" dirty="0"/>
          </a:p>
        </p:txBody>
      </p:sp>
      <p:sp>
        <p:nvSpPr>
          <p:cNvPr id="61" name="Shape 46"/>
          <p:cNvSpPr/>
          <p:nvPr/>
        </p:nvSpPr>
        <p:spPr>
          <a:xfrm>
            <a:off x="0" y="0"/>
            <a:ext cx="11832000" cy="972007"/>
          </a:xfrm>
          <a:prstGeom prst="rect">
            <a:avLst/>
          </a:prstGeom>
          <a:solidFill>
            <a:srgbClr val="FFFFFF"/>
          </a:solidFill>
          <a:ln/>
        </p:spPr>
        <p:txBody>
          <a:bodyPr wrap="square">
            <a:normAutofit/>
          </a:bodyPr>
          <a:lstStyle/>
          <a:p>
            <a:endParaRPr lang="ja-JP" altLang="en-US"/>
          </a:p>
        </p:txBody>
      </p:sp>
      <p:sp>
        <p:nvSpPr>
          <p:cNvPr id="62" name="Shape 47"/>
          <p:cNvSpPr/>
          <p:nvPr/>
        </p:nvSpPr>
        <p:spPr>
          <a:xfrm>
            <a:off x="0" y="962863"/>
            <a:ext cx="11832000" cy="9144"/>
          </a:xfrm>
          <a:prstGeom prst="rect">
            <a:avLst/>
          </a:prstGeom>
          <a:solidFill>
            <a:srgbClr val="F3F4F6"/>
          </a:solidFill>
          <a:ln w="12700">
            <a:solidFill>
              <a:srgbClr val="F3F4F6">
                <a:alpha val="0"/>
              </a:srgbClr>
            </a:solidFill>
            <a:prstDash val="solid"/>
          </a:ln>
        </p:spPr>
        <p:txBody>
          <a:bodyPr wrap="square">
            <a:normAutofit fontScale="25000" lnSpcReduction="20000"/>
          </a:bodyPr>
          <a:lstStyle/>
          <a:p>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normAutofit fontScale="92500" lnSpcReduction="20000"/>
          </a:bodyP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PA45｜第5回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normAutofit/>
          </a:bodyP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wrap="square">
            <a:normAutofit fontScale="25000" lnSpcReduction="20000"/>
          </a:bodyPr>
          <a:lstStyle/>
          <a:p>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normAutofit fontScale="92500" lnSpcReduction="10000"/>
          </a:bodyP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1832000" cy="457200"/>
          </a:xfrm>
          <a:prstGeom prst="rect">
            <a:avLst/>
          </a:prstGeom>
          <a:solidFill>
            <a:srgbClr val="FFFFFF"/>
          </a:solidFill>
          <a:ln/>
        </p:spPr>
        <p:txBody>
          <a:bodyPr wrap="square">
            <a:normAutofit/>
          </a:bodyPr>
          <a:lstStyle/>
          <a:p>
            <a:endParaRPr lang="ja-JP" altLang="en-US"/>
          </a:p>
        </p:txBody>
      </p:sp>
      <p:sp>
        <p:nvSpPr>
          <p:cNvPr id="70" name="Shape 54"/>
          <p:cNvSpPr/>
          <p:nvPr/>
        </p:nvSpPr>
        <p:spPr>
          <a:xfrm>
            <a:off x="0" y="6400800"/>
            <a:ext cx="11832000" cy="9144"/>
          </a:xfrm>
          <a:prstGeom prst="rect">
            <a:avLst/>
          </a:prstGeom>
          <a:solidFill>
            <a:srgbClr val="E5E7EB"/>
          </a:solidFill>
          <a:ln w="12700">
            <a:solidFill>
              <a:srgbClr val="E5E7EB">
                <a:alpha val="0"/>
              </a:srgbClr>
            </a:solidFill>
            <a:prstDash val="solid"/>
          </a:ln>
        </p:spPr>
        <p:txBody>
          <a:bodyPr wrap="square">
            <a:normAutofit fontScale="25000" lnSpcReduction="20000"/>
          </a:bodyPr>
          <a:lstStyle/>
          <a:p>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normAutofit fontScale="775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185641" cy="191110"/>
          </a:xfrm>
          <a:prstGeom prst="rect">
            <a:avLst/>
          </a:prstGeom>
          <a:noFill/>
          <a:ln/>
        </p:spPr>
        <p:txBody>
          <a:bodyPr wrap="square" lIns="0" tIns="0" rIns="0" bIns="0" rtlCol="0" anchor="ctr">
            <a:normAutofit fontScale="70000" lnSpcReduction="20000"/>
          </a:bodyP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pic>
        <p:nvPicPr>
          <p:cNvPr id="68" name="図 67" descr="￧ﾭﾉ￣ﾁﾗ￣ﾁﾄ  AI 生成コンテンツは誤りを含む可能性があります。">
            <a:extLst>
              <a:ext uri="{FF2B5EF4-FFF2-40B4-BE49-F238E27FC236}">
                <a16:creationId xmlns:a16="http://schemas.microsoft.com/office/drawing/2014/main" id="{A7EF474C-C648-5EF5-1CBA-63E5B4BD8920}"/>
              </a:ext>
            </a:extLst>
          </p:cNvPr>
          <p:cNvPicPr>
            <a:picLocks noChangeAspect="1"/>
          </p:cNvPicPr>
          <p:nvPr/>
        </p:nvPicPr>
        <p:blipFill>
          <a:blip r:embed="rId17"/>
          <a:stretch>
            <a:fillRect/>
          </a:stretch>
        </p:blipFill>
        <p:spPr>
          <a:xfrm>
            <a:off x="6480124" y="2480399"/>
            <a:ext cx="5153374" cy="800335"/>
          </a:xfrm>
          <a:prstGeom prst="rect">
            <a:avLst/>
          </a:prstGeom>
          <a:ln>
            <a:noFill/>
          </a:ln>
          <a:effectLst>
            <a:outerShdw blurRad="190500" algn="tl" rotWithShape="0">
              <a:srgbClr val="000000">
                <a:alpha val="70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ja-JP" altLang="en-US"/>
          </a:p>
        </p:txBody>
      </p:sp>
      <p:sp>
        <p:nvSpPr>
          <p:cNvPr id="4" name="Shape 2"/>
          <p:cNvSpPr/>
          <p:nvPr/>
        </p:nvSpPr>
        <p:spPr>
          <a:xfrm>
            <a:off x="571500" y="571500"/>
            <a:ext cx="1333195" cy="476402"/>
          </a:xfrm>
          <a:prstGeom prst="roundRect">
            <a:avLst>
              <a:gd name="adj" fmla="val 191939"/>
            </a:avLst>
          </a:prstGeom>
          <a:solidFill>
            <a:srgbClr val="2563EB"/>
          </a:solidFill>
          <a:ln w="12700">
            <a:solidFill>
              <a:srgbClr val="FFFFFF">
                <a:alpha val="0"/>
              </a:srgbClr>
            </a:solidFill>
            <a:prstDash val="solid"/>
          </a:ln>
        </p:spPr>
        <p:txBody>
          <a:bodyPr/>
          <a:lstStyle/>
          <a:p>
            <a:endParaRPr lang="ja-JP" altLang="en-US"/>
          </a:p>
        </p:txBody>
      </p:sp>
      <p:sp>
        <p:nvSpPr>
          <p:cNvPr id="5" name="Shape 3"/>
          <p:cNvSpPr/>
          <p:nvPr/>
        </p:nvSpPr>
        <p:spPr>
          <a:xfrm>
            <a:off x="952805" y="1524305"/>
            <a:ext cx="10401300" cy="1429207"/>
          </a:xfrm>
          <a:prstGeom prst="roundRect">
            <a:avLst>
              <a:gd name="adj" fmla="val 17061"/>
            </a:avLst>
          </a:prstGeom>
          <a:solidFill>
            <a:srgbClr val="EFF6FF"/>
          </a:solidFill>
          <a:ln/>
        </p:spPr>
        <p:txBody>
          <a:bodyPr/>
          <a:lstStyle/>
          <a:p>
            <a:endParaRPr lang="ja-JP" altLang="en-US"/>
          </a:p>
        </p:txBody>
      </p:sp>
      <p:sp>
        <p:nvSpPr>
          <p:cNvPr id="6" name="Shape 4"/>
          <p:cNvSpPr/>
          <p:nvPr/>
        </p:nvSpPr>
        <p:spPr>
          <a:xfrm>
            <a:off x="952805" y="152430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7" name="Shape 5"/>
          <p:cNvSpPr/>
          <p:nvPr/>
        </p:nvSpPr>
        <p:spPr>
          <a:xfrm>
            <a:off x="952805" y="3143707"/>
            <a:ext cx="10401300" cy="1429207"/>
          </a:xfrm>
          <a:prstGeom prst="roundRect">
            <a:avLst>
              <a:gd name="adj" fmla="val 17061"/>
            </a:avLst>
          </a:prstGeom>
          <a:solidFill>
            <a:srgbClr val="EFF6FF"/>
          </a:solidFill>
          <a:ln/>
        </p:spPr>
        <p:txBody>
          <a:bodyPr/>
          <a:lstStyle/>
          <a:p>
            <a:endParaRPr lang="ja-JP" altLang="en-US"/>
          </a:p>
        </p:txBody>
      </p:sp>
      <p:sp>
        <p:nvSpPr>
          <p:cNvPr id="8" name="Shape 6"/>
          <p:cNvSpPr/>
          <p:nvPr/>
        </p:nvSpPr>
        <p:spPr>
          <a:xfrm>
            <a:off x="952805" y="3143707"/>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9" name="Shape 7"/>
          <p:cNvSpPr/>
          <p:nvPr/>
        </p:nvSpPr>
        <p:spPr>
          <a:xfrm>
            <a:off x="952805" y="4762195"/>
            <a:ext cx="10401300" cy="1429207"/>
          </a:xfrm>
          <a:prstGeom prst="roundRect">
            <a:avLst>
              <a:gd name="adj" fmla="val 17061"/>
            </a:avLst>
          </a:prstGeom>
          <a:solidFill>
            <a:srgbClr val="EFF6FF"/>
          </a:solidFill>
          <a:ln/>
        </p:spPr>
        <p:txBody>
          <a:bodyPr/>
          <a:lstStyle/>
          <a:p>
            <a:endParaRPr lang="ja-JP" altLang="en-US"/>
          </a:p>
        </p:txBody>
      </p:sp>
      <p:sp>
        <p:nvSpPr>
          <p:cNvPr id="10" name="Shape 8"/>
          <p:cNvSpPr/>
          <p:nvPr/>
        </p:nvSpPr>
        <p:spPr>
          <a:xfrm>
            <a:off x="952805" y="4762195"/>
            <a:ext cx="114300" cy="1429207"/>
          </a:xfrm>
          <a:prstGeom prst="roundRect">
            <a:avLst>
              <a:gd name="adj" fmla="val 213333"/>
            </a:avLst>
          </a:prstGeom>
          <a:solidFill>
            <a:srgbClr val="2563EB"/>
          </a:solidFill>
          <a:ln w="12700">
            <a:solidFill>
              <a:srgbClr val="2563EB">
                <a:alpha val="0"/>
              </a:srgbClr>
            </a:solidFill>
            <a:prstDash val="solid"/>
          </a:ln>
        </p:spPr>
        <p:txBody>
          <a:bodyPr/>
          <a:lstStyle/>
          <a:p>
            <a:endParaRPr lang="ja-JP" altLang="en-US"/>
          </a:p>
        </p:txBody>
      </p:sp>
      <p:sp>
        <p:nvSpPr>
          <p:cNvPr id="11" name="Text 9"/>
          <p:cNvSpPr txBox="1"/>
          <p:nvPr/>
        </p:nvSpPr>
        <p:spPr>
          <a:xfrm>
            <a:off x="891540" y="642823"/>
            <a:ext cx="703174" cy="333756"/>
          </a:xfrm>
          <a:prstGeom prst="rect">
            <a:avLst/>
          </a:prstGeom>
          <a:noFill/>
          <a:ln/>
        </p:spPr>
        <p:txBody>
          <a:bodyPr wrap="square" lIns="0" tIns="0" rIns="0" bIns="0" rtlCol="0" anchor="ctr"/>
          <a:lstStyle/>
          <a:p>
            <a:pPr marL="0" indent="0" algn="ctr">
              <a:buNone/>
            </a:pPr>
            <a:r>
              <a:rPr lang="en-US" sz="1800" b="1" dirty="0">
                <a:solidFill>
                  <a:srgbClr val="FFFFFF"/>
                </a:solidFill>
                <a:latin typeface="Noto Sans JP" pitchFamily="34" charset="0"/>
                <a:ea typeface="Noto Sans JP" pitchFamily="34" charset="-122"/>
                <a:cs typeface="Noto Sans JP" pitchFamily="34" charset="-120"/>
              </a:rPr>
              <a:t>Vol.5</a:t>
            </a:r>
            <a:endParaRPr lang="en-US" sz="1800" dirty="0"/>
          </a:p>
        </p:txBody>
      </p:sp>
      <p:sp>
        <p:nvSpPr>
          <p:cNvPr id="12" name="Text 10"/>
          <p:cNvSpPr txBox="1"/>
          <p:nvPr/>
        </p:nvSpPr>
        <p:spPr>
          <a:xfrm>
            <a:off x="2190902" y="523951"/>
            <a:ext cx="9354312" cy="486461"/>
          </a:xfrm>
          <a:prstGeom prst="rect">
            <a:avLst/>
          </a:prstGeom>
          <a:noFill/>
          <a:ln/>
        </p:spPr>
        <p:txBody>
          <a:bodyPr wrap="square" lIns="0" tIns="0" rIns="0" bIns="0" rtlCol="0" anchor="ctr"/>
          <a:lstStyle/>
          <a:p>
            <a:pPr marL="0" indent="0" algn="l">
              <a:buNone/>
            </a:pPr>
            <a:r>
              <a:rPr lang="ja-JP" altLang="en-US" sz="3100" b="1">
                <a:solidFill>
                  <a:srgbClr val="1F2937"/>
                </a:solidFill>
                <a:latin typeface="Noto Sans JP" pitchFamily="34" charset="0"/>
                <a:ea typeface="Noto Sans JP" pitchFamily="34" charset="-122"/>
              </a:rPr>
              <a:t>今日のポイント　３つ</a:t>
            </a:r>
            <a:endParaRPr lang="en-US" sz="3100" dirty="0"/>
          </a:p>
        </p:txBody>
      </p:sp>
      <p:pic>
        <p:nvPicPr>
          <p:cNvPr id="13" name="Image 0" descr="preencoded.png"/>
          <p:cNvPicPr>
            <a:picLocks noChangeAspect="1"/>
          </p:cNvPicPr>
          <p:nvPr/>
        </p:nvPicPr>
        <p:blipFill>
          <a:blip r:embed="rId3"/>
          <a:srcRect l="-469" r="-469"/>
          <a:stretch/>
        </p:blipFill>
        <p:spPr>
          <a:xfrm>
            <a:off x="1462126" y="2024482"/>
            <a:ext cx="504749" cy="571500"/>
          </a:xfrm>
          <a:prstGeom prst="rect">
            <a:avLst/>
          </a:prstGeom>
        </p:spPr>
      </p:pic>
      <p:sp>
        <p:nvSpPr>
          <p:cNvPr id="14" name="Text 11"/>
          <p:cNvSpPr txBox="1"/>
          <p:nvPr/>
        </p:nvSpPr>
        <p:spPr>
          <a:xfrm>
            <a:off x="2381098" y="1666951"/>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① アクションは組み合わせて初めて"本当の自動化"になる</a:t>
            </a:r>
            <a:endParaRPr lang="en-US" sz="2100" dirty="0"/>
          </a:p>
        </p:txBody>
      </p:sp>
      <p:sp>
        <p:nvSpPr>
          <p:cNvPr id="15" name="Text 12"/>
          <p:cNvSpPr txBox="1"/>
          <p:nvPr/>
        </p:nvSpPr>
        <p:spPr>
          <a:xfrm>
            <a:off x="2381098" y="2124151"/>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変数・繰り返し・条件分岐がそろうと、複雑な業務も1本のフローで自動化できます。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「これ自動化できる」の判断基準が身につく瞬間です。</a:t>
            </a:r>
            <a:endParaRPr lang="en-US" sz="1800" dirty="0"/>
          </a:p>
        </p:txBody>
      </p:sp>
      <p:pic>
        <p:nvPicPr>
          <p:cNvPr id="16" name="Image 1" descr="preencoded.png"/>
          <p:cNvPicPr>
            <a:picLocks noChangeAspect="1"/>
          </p:cNvPicPr>
          <p:nvPr/>
        </p:nvPicPr>
        <p:blipFill>
          <a:blip r:embed="rId4"/>
          <a:srcRect/>
          <a:stretch/>
        </p:blipFill>
        <p:spPr>
          <a:xfrm>
            <a:off x="1429207" y="3642970"/>
            <a:ext cx="571500" cy="571500"/>
          </a:xfrm>
          <a:prstGeom prst="rect">
            <a:avLst/>
          </a:prstGeom>
        </p:spPr>
      </p:pic>
      <p:sp>
        <p:nvSpPr>
          <p:cNvPr id="17" name="Text 13"/>
          <p:cNvSpPr txBox="1"/>
          <p:nvPr/>
        </p:nvSpPr>
        <p:spPr>
          <a:xfrm>
            <a:off x="2381098" y="3286354"/>
            <a:ext cx="868680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② 変数はフロー全体で使えるメモ帳</a:t>
            </a:r>
            <a:endParaRPr lang="en-US" sz="2100" dirty="0"/>
          </a:p>
        </p:txBody>
      </p:sp>
      <p:sp>
        <p:nvSpPr>
          <p:cNvPr id="18" name="Text 14"/>
          <p:cNvSpPr txBox="1"/>
          <p:nvPr/>
        </p:nvSpPr>
        <p:spPr>
          <a:xfrm>
            <a:off x="2381098" y="3743554"/>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Initialize variableで作った変数は、Apply to eachのループの中でも外でも使えます。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Set variableで値を足し続けることで、カウンターとして機能します。</a:t>
            </a:r>
            <a:endParaRPr lang="en-US" sz="1800" dirty="0"/>
          </a:p>
        </p:txBody>
      </p:sp>
      <p:pic>
        <p:nvPicPr>
          <p:cNvPr id="19" name="Image 2" descr="preencoded.png"/>
          <p:cNvPicPr>
            <a:picLocks noChangeAspect="1"/>
          </p:cNvPicPr>
          <p:nvPr/>
        </p:nvPicPr>
        <p:blipFill>
          <a:blip r:embed="rId5"/>
          <a:srcRect l="-469" r="-469"/>
          <a:stretch/>
        </p:blipFill>
        <p:spPr>
          <a:xfrm>
            <a:off x="1462126" y="5262372"/>
            <a:ext cx="504749" cy="571500"/>
          </a:xfrm>
          <a:prstGeom prst="rect">
            <a:avLst/>
          </a:prstGeom>
        </p:spPr>
      </p:pic>
      <p:sp>
        <p:nvSpPr>
          <p:cNvPr id="20" name="Text 15"/>
          <p:cNvSpPr txBox="1"/>
          <p:nvPr/>
        </p:nvSpPr>
        <p:spPr>
          <a:xfrm>
            <a:off x="2381098" y="4905756"/>
            <a:ext cx="8763610" cy="381305"/>
          </a:xfrm>
          <a:prstGeom prst="rect">
            <a:avLst/>
          </a:prstGeom>
          <a:noFill/>
          <a:ln/>
        </p:spPr>
        <p:txBody>
          <a:bodyPr wrap="square" lIns="0" tIns="0" rIns="0" bIns="0" rtlCol="0" anchor="ctr"/>
          <a:lstStyle/>
          <a:p>
            <a:pPr marL="0" indent="0" algn="l">
              <a:buNone/>
            </a:pPr>
            <a:r>
              <a:rPr lang="en-US" sz="2100" b="1" dirty="0">
                <a:solidFill>
                  <a:srgbClr val="1F2937"/>
                </a:solidFill>
                <a:latin typeface="Noto Sans JP" pitchFamily="34" charset="0"/>
                <a:ea typeface="Noto Sans JP" pitchFamily="34" charset="-122"/>
                <a:cs typeface="Noto Sans JP" pitchFamily="34" charset="-120"/>
              </a:rPr>
              <a:t>③ Apply to eachの中にConditionを入れると"条件付き繰り返し"が実現できる</a:t>
            </a:r>
            <a:endParaRPr lang="en-US" sz="2100" dirty="0"/>
          </a:p>
        </p:txBody>
      </p:sp>
      <p:sp>
        <p:nvSpPr>
          <p:cNvPr id="21" name="Text 16"/>
          <p:cNvSpPr txBox="1"/>
          <p:nvPr/>
        </p:nvSpPr>
        <p:spPr>
          <a:xfrm>
            <a:off x="2381098" y="5362956"/>
            <a:ext cx="8658454" cy="685800"/>
          </a:xfrm>
          <a:prstGeom prst="rect">
            <a:avLst/>
          </a:prstGeom>
          <a:noFill/>
          <a:ln/>
        </p:spPr>
        <p:txBody>
          <a:bodyPr wrap="square" lIns="0" tIns="0" rIns="0" bIns="0" rtlCol="0" anchor="ctr"/>
          <a:lstStyle/>
          <a:p>
            <a:pPr marL="0" indent="0" algn="l">
              <a:buNone/>
            </a:pPr>
            <a:r>
              <a:rPr lang="en-US" sz="1800" dirty="0">
                <a:solidFill>
                  <a:srgbClr val="4B5563"/>
                </a:solidFill>
                <a:latin typeface="Noto Sans JP" pitchFamily="34" charset="0"/>
                <a:ea typeface="Noto Sans JP" pitchFamily="34" charset="-122"/>
                <a:cs typeface="Noto Sans JP" pitchFamily="34" charset="-120"/>
              </a:rPr>
              <a:t> ループしながら条件を判定することで、全件処理＋場合分けが同時に実現できます。</a:t>
            </a:r>
            <a:endParaRPr lang="en-US" sz="1800" dirty="0"/>
          </a:p>
          <a:p>
            <a:pPr marL="0" indent="0" algn="l">
              <a:buNone/>
            </a:pPr>
            <a:r>
              <a:rPr lang="en-US" sz="1800" b="1" dirty="0">
                <a:solidFill>
                  <a:srgbClr val="2563EB"/>
                </a:solidFill>
                <a:latin typeface="Noto Sans JP" pitchFamily="34" charset="0"/>
                <a:ea typeface="Noto Sans JP" pitchFamily="34" charset="-122"/>
                <a:cs typeface="Noto Sans JP" pitchFamily="34" charset="-120"/>
              </a:rPr>
              <a:t>今日覚えた組み合わせが、あなたの自動化の幅を一気に広げます。</a:t>
            </a:r>
            <a:endParaRPr lang="en-US" sz="1800" dirty="0"/>
          </a:p>
        </p:txBody>
      </p:sp>
      <p:sp>
        <p:nvSpPr>
          <p:cNvPr id="22" name="Text 17"/>
          <p:cNvSpPr txBox="1"/>
          <p:nvPr/>
        </p:nvSpPr>
        <p:spPr>
          <a:xfrm>
            <a:off x="10306202" y="6191402"/>
            <a:ext cx="1505102" cy="333756"/>
          </a:xfrm>
          <a:prstGeom prst="rect">
            <a:avLst/>
          </a:prstGeom>
          <a:noFill/>
          <a:ln/>
        </p:spPr>
        <p:txBody>
          <a:bodyPr wrap="square" lIns="0" tIns="0" rIns="0" bIns="0" rtlCol="0" anchor="ctr"/>
          <a:lstStyle/>
          <a:p>
            <a:pPr marL="0" indent="0" algn="r">
              <a:buNone/>
            </a:pPr>
            <a:r>
              <a:rPr lang="en-US" sz="1800" b="1" dirty="0">
                <a:solidFill>
                  <a:srgbClr val="9CA3AF"/>
                </a:solidFill>
                <a:latin typeface="Noto Sans JP" pitchFamily="34" charset="0"/>
                <a:ea typeface="Noto Sans JP" pitchFamily="34" charset="-122"/>
                <a:cs typeface="Noto Sans JP" pitchFamily="34" charset="-120"/>
              </a:rPr>
              <a:t>#PA45</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wrap="square"/>
          <a:lstStyle/>
          <a:p>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wrap="square"/>
          <a:lstStyle/>
          <a:p>
            <a:endParaRPr lang="ja-JP" altLang="en-US"/>
          </a:p>
        </p:txBody>
      </p:sp>
      <p:sp>
        <p:nvSpPr>
          <p:cNvPr id="9" name="Text 6"/>
          <p:cNvSpPr txBox="1"/>
          <p:nvPr/>
        </p:nvSpPr>
        <p:spPr>
          <a:xfrm>
            <a:off x="2222501" y="2132075"/>
            <a:ext cx="1379620"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勤怠集計</a:t>
            </a:r>
            <a:endParaRPr lang="en-US" sz="2800" dirty="0"/>
          </a:p>
        </p:txBody>
      </p:sp>
      <p:sp>
        <p:nvSpPr>
          <p:cNvPr id="10" name="Text 7"/>
          <p:cNvSpPr txBox="1"/>
          <p:nvPr/>
        </p:nvSpPr>
        <p:spPr>
          <a:xfrm>
            <a:off x="619049"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出勤リストから遅刻者を自動カウント</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出勤リストをループ→Condition で遅刻判定→Set variable でカウント</a:t>
            </a:r>
            <a:endParaRPr lang="en-US" sz="1600" dirty="0"/>
          </a:p>
          <a:p>
            <a:pPr marL="0" indent="0" algn="l">
              <a:buNone/>
            </a:pPr>
            <a:endParaRPr lang="en-US" sz="1600" dirty="0"/>
          </a:p>
          <a:p>
            <a:pPr marL="0" indent="0" algn="l">
              <a:buNone/>
            </a:pP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wrap="square"/>
          <a:lstStyle/>
          <a:p>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1600" b="1" dirty="0">
                <a:solidFill>
                  <a:srgbClr val="A78BFA"/>
                </a:solidFill>
                <a:latin typeface="Noto Sans JP" pitchFamily="34" charset="0"/>
                <a:ea typeface="Noto Sans JP" pitchFamily="34" charset="-122"/>
                <a:cs typeface="Noto Sans JP" pitchFamily="34" charset="-120"/>
              </a:rPr>
              <a:t>Apply to each＋Condition＋Set variable</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wrap="square"/>
          <a:lstStyle/>
          <a:p>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wrap="square"/>
          <a:lstStyle/>
          <a:p>
            <a:endParaRPr lang="ja-JP" altLang="en-US"/>
          </a:p>
        </p:txBody>
      </p:sp>
      <p:sp>
        <p:nvSpPr>
          <p:cNvPr id="20" name="Text 15"/>
          <p:cNvSpPr txBox="1"/>
          <p:nvPr/>
        </p:nvSpPr>
        <p:spPr>
          <a:xfrm>
            <a:off x="5998570" y="2132075"/>
            <a:ext cx="1514439"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047857"/>
                </a:solidFill>
                <a:latin typeface="Noto Sans JP" pitchFamily="34" charset="0"/>
                <a:ea typeface="Noto Sans JP" pitchFamily="34" charset="-122"/>
                <a:cs typeface="Noto Sans JP" pitchFamily="34" charset="-120"/>
              </a:rPr>
              <a:t>申請振り分け</a:t>
            </a:r>
            <a:endParaRPr lang="en-US" sz="2800" dirty="0"/>
          </a:p>
        </p:txBody>
      </p:sp>
      <p:sp>
        <p:nvSpPr>
          <p:cNvPr id="21" name="Text 16"/>
          <p:cNvSpPr txBox="1"/>
          <p:nvPr/>
        </p:nvSpPr>
        <p:spPr>
          <a:xfrm>
            <a:off x="4556455" y="2980944"/>
            <a:ext cx="3277210"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種類別に件数を集計</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申請リストをループ→Condition でカテゴリ判定→変数に件数を加算</a:t>
            </a:r>
            <a:endParaRPr lang="en-US" sz="1600" dirty="0"/>
          </a:p>
          <a:p>
            <a:pPr marL="0" indent="0" algn="l">
              <a:buNone/>
            </a:pPr>
            <a:endParaRPr lang="en-US" sz="1600" dirty="0"/>
          </a:p>
          <a:p>
            <a:pPr marL="0" indent="0" algn="l">
              <a:buNone/>
            </a:pP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wrap="square"/>
          <a:lstStyle/>
          <a:p>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1600" b="1" dirty="0">
                <a:solidFill>
                  <a:srgbClr val="34D399"/>
                </a:solidFill>
                <a:latin typeface="Noto Sans JP" pitchFamily="34" charset="0"/>
                <a:ea typeface="Noto Sans JP" pitchFamily="34" charset="-122"/>
                <a:cs typeface="Noto Sans JP" pitchFamily="34" charset="-120"/>
              </a:rPr>
              <a:t>Apply to each＋Condition＋Set variable</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97767" y="5727884"/>
            <a:ext cx="2854682" cy="632350"/>
          </a:xfrm>
          <a:prstGeom prst="rect">
            <a:avLst/>
          </a:prstGeom>
          <a:noFill/>
          <a:ln/>
        </p:spPr>
        <p:txBody>
          <a:bodyPr wrap="square" lIns="0" tIns="0" rIns="0" bIns="0" rtlCol="0" anchor="ctr"/>
          <a:lstStyle/>
          <a:p>
            <a:pPr marL="0" indent="0" algn="l">
              <a:buNone/>
            </a:pP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wrap="square"/>
          <a:lstStyle/>
          <a:p>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wrap="square"/>
          <a:lstStyle/>
          <a:p>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wrap="square"/>
          <a:lstStyle/>
          <a:p>
            <a:endParaRPr lang="ja-JP" altLang="en-US"/>
          </a:p>
        </p:txBody>
      </p:sp>
      <p:sp>
        <p:nvSpPr>
          <p:cNvPr id="31" name="Text 24"/>
          <p:cNvSpPr txBox="1"/>
          <p:nvPr/>
        </p:nvSpPr>
        <p:spPr>
          <a:xfrm>
            <a:off x="9758921" y="2151583"/>
            <a:ext cx="1728686" cy="239116"/>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1600" b="1" dirty="0">
                <a:solidFill>
                  <a:srgbClr val="1D4ED8"/>
                </a:solidFill>
                <a:latin typeface="Noto Sans JP" pitchFamily="34" charset="0"/>
                <a:ea typeface="Noto Sans JP" pitchFamily="34" charset="-122"/>
                <a:cs typeface="Noto Sans JP" pitchFamily="34" charset="-120"/>
              </a:rPr>
              <a:t>テスト結果集計</a:t>
            </a:r>
            <a:endParaRPr lang="en-US" sz="2800" dirty="0"/>
          </a:p>
        </p:txBody>
      </p:sp>
      <p:sp>
        <p:nvSpPr>
          <p:cNvPr id="32" name="Text 25"/>
          <p:cNvSpPr txBox="1"/>
          <p:nvPr/>
        </p:nvSpPr>
        <p:spPr>
          <a:xfrm>
            <a:off x="8492947" y="2989682"/>
            <a:ext cx="3294686" cy="503999"/>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点数リストから合格者数を算出</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点数リストをループ→Condition で合否判定→合格者数をカウント</a:t>
            </a:r>
            <a:endParaRPr lang="en-US" sz="1600" dirty="0"/>
          </a:p>
          <a:p>
            <a:pPr marL="0" indent="0" algn="l">
              <a:buNone/>
            </a:pPr>
            <a:endParaRPr lang="en-US" sz="1600" dirty="0"/>
          </a:p>
          <a:p>
            <a:pPr marL="0" indent="0" algn="l">
              <a:buNone/>
            </a:pP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wrap="square"/>
          <a:lstStyle/>
          <a:p>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2461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今日作るフローそのもの！</a:t>
            </a:r>
            <a:endParaRPr lang="en-US" sz="2000" dirty="0"/>
          </a:p>
        </p:txBody>
      </p:sp>
      <p:sp>
        <p:nvSpPr>
          <p:cNvPr id="38" name="Shape 30"/>
          <p:cNvSpPr/>
          <p:nvPr/>
        </p:nvSpPr>
        <p:spPr>
          <a:xfrm>
            <a:off x="0" y="28803"/>
            <a:ext cx="12191695" cy="1447495"/>
          </a:xfrm>
          <a:prstGeom prst="rect">
            <a:avLst/>
          </a:prstGeom>
          <a:solidFill>
            <a:srgbClr val="FFFFFF"/>
          </a:solidFill>
          <a:ln/>
        </p:spPr>
        <p:txBody>
          <a:bodyPr wrap="square"/>
          <a:lstStyle/>
          <a:p>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PA45｜第5回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4つのアクション組み合わせ　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43" name="Text 35"/>
          <p:cNvSpPr txBox="1"/>
          <p:nvPr/>
        </p:nvSpPr>
        <p:spPr>
          <a:xfrm>
            <a:off x="10911535" y="212905"/>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wrap="square"/>
          <a:lstStyle/>
          <a:p>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wrap="square"/>
          <a:lstStyle/>
          <a:p>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wrap="square"/>
          <a:lstStyle/>
          <a:p>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wrap="square"/>
          <a:lstStyle/>
          <a:p>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wrap="square"/>
          <a:lstStyle/>
          <a:p>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wrap="square"/>
          <a:lstStyle/>
          <a:p>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Apply to eachの中にConditionが入っているか？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Conditionがループの外にあると全件に対して1回しか判定されません。ループ内にドラッグして入れましょう。</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動的コンテンツ: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テキスト入力: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43654" y="1990393"/>
            <a:ext cx="428854" cy="342900"/>
          </a:xfrm>
          <a:prstGeom prst="rect">
            <a:avLst/>
          </a:prstGeom>
        </p:spPr>
      </p:pic>
      <p:sp>
        <p:nvSpPr>
          <p:cNvPr id="20" name="Text 11"/>
          <p:cNvSpPr txBox="1"/>
          <p:nvPr/>
        </p:nvSpPr>
        <p:spPr>
          <a:xfrm>
            <a:off x="4466844" y="2630381"/>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Set variableで正しい変数を選んでいるか？</a:t>
            </a:r>
            <a:endParaRPr lang="en-US" sz="2000" dirty="0"/>
          </a:p>
        </p:txBody>
      </p:sp>
      <p:sp>
        <p:nvSpPr>
          <p:cNvPr id="21" name="Text 12"/>
          <p:cNvSpPr txBox="1"/>
          <p:nvPr/>
        </p:nvSpPr>
        <p:spPr>
          <a:xfrm>
            <a:off x="4457242" y="3225748"/>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Initialize variableで作った変数名と、Set variableで選ぶ変数名が一致しているか確認しましょう。</a:t>
            </a:r>
          </a:p>
          <a:p>
            <a:pPr marL="0" indent="0" algn="l">
              <a:buNone/>
            </a:pP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wrap="square"/>
          <a:lstStyle/>
          <a:p>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4" y="2790749"/>
            <a:ext cx="3657599" cy="2769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Conditionの左辺にCurrent itemが設定されているか？</a:t>
            </a:r>
            <a:endParaRPr lang="en-US" sz="2000" dirty="0"/>
          </a:p>
        </p:txBody>
      </p:sp>
      <p:sp>
        <p:nvSpPr>
          <p:cNvPr id="38" name="Text 24"/>
          <p:cNvSpPr txBox="1"/>
          <p:nvPr/>
        </p:nvSpPr>
        <p:spPr>
          <a:xfrm>
            <a:off x="8382305" y="3314853"/>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固定の数値を入れてしまうと全アイテムで同じ判定になります。動的コンテンツから「Current item」を選択してください。</a:t>
            </a:r>
            <a:endParaRPr lang="en-US" sz="1600" dirty="0"/>
          </a:p>
        </p:txBody>
      </p:sp>
      <p:sp>
        <p:nvSpPr>
          <p:cNvPr id="49" name="Shape 32"/>
          <p:cNvSpPr/>
          <p:nvPr/>
        </p:nvSpPr>
        <p:spPr>
          <a:xfrm>
            <a:off x="0" y="0"/>
            <a:ext cx="12191695" cy="1343254"/>
          </a:xfrm>
          <a:prstGeom prst="rect">
            <a:avLst/>
          </a:prstGeom>
          <a:solidFill>
            <a:srgbClr val="FFFFFF"/>
          </a:solidFill>
          <a:ln/>
        </p:spPr>
        <p:txBody>
          <a:bodyPr wrap="square"/>
          <a:lstStyle/>
          <a:p>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wrap="square"/>
          <a:lstStyle/>
          <a:p>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PA45｜第5回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wrap="square"/>
          <a:lstStyle/>
          <a:p>
            <a:endParaRPr lang="ja-JP" altLang="en-US"/>
          </a:p>
        </p:txBody>
      </p:sp>
      <p:sp>
        <p:nvSpPr>
          <p:cNvPr id="54" name="Text 37"/>
          <p:cNvSpPr txBox="1"/>
          <p:nvPr/>
        </p:nvSpPr>
        <p:spPr>
          <a:xfrm>
            <a:off x="10000000" y="105015"/>
            <a:ext cx="219169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wrap="square"/>
          <a:lstStyle/>
          <a:p>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wrap="square"/>
          <a:lstStyle/>
          <a:p>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00607" y="3302675"/>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2"/>
            <a:ext cx="4134002" cy="590865"/>
          </a:xfrm>
          <a:prstGeom prst="rect">
            <a:avLst/>
          </a:prstGeom>
          <a:noFill/>
          <a:ln/>
        </p:spPr>
        <p:txBody>
          <a:bodyPr wrap="square" lIns="0" tIns="0" rIns="0" bIns="0" rtlCol="0" anchor="ctr"/>
          <a:lstStyle/>
          <a:p>
            <a:pPr marL="0" indent="0" algn="l">
              <a:buNone/>
            </a:pPr>
            <a:r>
              <a:rPr lang="en-US" sz="1600">
                <a:solidFill>
                  <a:srgbClr val="4B5563"/>
                </a:solidFill>
                <a:latin typeface="Noto Sans JP" pitchFamily="34" charset="0"/>
                <a:ea typeface="Noto Sans JP" pitchFamily="34" charset="-122"/>
                <a:cs typeface="Noto Sans JP" pitchFamily="34" charset="-120"/>
              </a:rPr>
              <a:t>個人情報は取得しません。</a:t>
            </a:r>
          </a:p>
          <a:p>
            <a:pPr marL="0" indent="0" algn="l">
              <a:buNone/>
            </a:pPr>
            <a:r>
              <a:rPr lang="en-US" sz="1600">
                <a:solidFill>
                  <a:srgbClr val="4B5563"/>
                </a:solidFill>
                <a:latin typeface="Noto Sans JP" pitchFamily="34" charset="0"/>
                <a:ea typeface="Noto Sans JP" pitchFamily="34" charset="-122"/>
                <a:cs typeface="Noto Sans JP" pitchFamily="34" charset="-120"/>
              </a:rPr>
              <a:t>率直なご意見をお願いします</a:t>
            </a:r>
            <a:r>
              <a:rPr lang="en-US" sz="1600" dirty="0">
                <a:solidFill>
                  <a:srgbClr val="4B5563"/>
                </a:solidFill>
                <a:latin typeface="Noto Sans JP" pitchFamily="34" charset="0"/>
                <a:ea typeface="Noto Sans JP" pitchFamily="34" charset="-122"/>
                <a:cs typeface="Noto Sans JP" pitchFamily="34" charset="-120"/>
              </a:rPr>
              <a:t>。</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PA45｜第5回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24128"/>
          </a:xfrm>
          <a:prstGeom prst="rect">
            <a:avLst/>
          </a:prstGeom>
          <a:solidFill>
            <a:srgbClr val="1A3A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36576"/>
          </a:xfrm>
          <a:prstGeom prst="rect">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5486400" cy="256032"/>
          </a:xfrm>
          <a:prstGeom prst="rect">
            <a:avLst/>
          </a:prstGeom>
          <a:noFill/>
        </p:spPr>
        <p:txBody>
          <a:bodyPr wrap="square">
            <a:spAutoFit/>
          </a:bodyPr>
          <a:lstStyle/>
          <a:p>
            <a:pPr algn="l"/>
            <a:r>
              <a:rPr sz="1200" b="0" i="0">
                <a:solidFill>
                  <a:srgbClr val="AACCFF"/>
                </a:solidFill>
                <a:latin typeface="Yu Gothic"/>
              </a:rPr>
              <a:t>PA45 ｜ 第5回</a:t>
            </a:r>
          </a:p>
        </p:txBody>
      </p:sp>
      <p:sp>
        <p:nvSpPr>
          <p:cNvPr id="6" name="TextBox 5"/>
          <p:cNvSpPr txBox="1"/>
          <p:nvPr/>
        </p:nvSpPr>
        <p:spPr>
          <a:xfrm>
            <a:off x="411480" y="329184"/>
            <a:ext cx="8229600" cy="548640"/>
          </a:xfrm>
          <a:prstGeom prst="rect">
            <a:avLst/>
          </a:prstGeom>
          <a:noFill/>
        </p:spPr>
        <p:txBody>
          <a:bodyPr wrap="square">
            <a:spAutoFit/>
          </a:bodyPr>
          <a:lstStyle/>
          <a:p>
            <a:pPr algn="l"/>
            <a:r>
              <a:rPr sz="2600" b="1" i="0">
                <a:solidFill>
                  <a:srgbClr val="FFFFFF"/>
                </a:solidFill>
                <a:latin typeface="Yu Gothic"/>
              </a:rPr>
              <a:t>このフロー、何をしているの？</a:t>
            </a:r>
          </a:p>
        </p:txBody>
      </p:sp>
      <p:sp>
        <p:nvSpPr>
          <p:cNvPr id="7" name="Rectangle 6"/>
          <p:cNvSpPr/>
          <p:nvPr/>
        </p:nvSpPr>
        <p:spPr>
          <a:xfrm>
            <a:off x="10927080" y="438912"/>
            <a:ext cx="1005840" cy="256032"/>
          </a:xfrm>
          <a:prstGeom prst="roundRect">
            <a:avLst>
              <a:gd name="adj" fmla="val 20000"/>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54512" y="448056"/>
            <a:ext cx="969264" cy="237744"/>
          </a:xfrm>
          <a:prstGeom prst="rect">
            <a:avLst/>
          </a:prstGeom>
          <a:noFill/>
        </p:spPr>
        <p:txBody>
          <a:bodyPr wrap="square">
            <a:spAutoFit/>
          </a:bodyPr>
          <a:lstStyle/>
          <a:p>
            <a:pPr algn="ctr"/>
            <a:r>
              <a:rPr sz="1100" b="1" i="0">
                <a:solidFill>
                  <a:srgbClr val="FFFFFF"/>
                </a:solidFill>
                <a:latin typeface="Segoe UI"/>
              </a:rPr>
              <a:t>Overview</a:t>
            </a:r>
          </a:p>
        </p:txBody>
      </p:sp>
      <p:sp>
        <p:nvSpPr>
          <p:cNvPr id="9" name="TextBox 8"/>
          <p:cNvSpPr txBox="1"/>
          <p:nvPr/>
        </p:nvSpPr>
        <p:spPr>
          <a:xfrm>
            <a:off x="411480" y="1097280"/>
            <a:ext cx="11430000" cy="640080"/>
          </a:xfrm>
          <a:prstGeom prst="rect">
            <a:avLst/>
          </a:prstGeom>
          <a:noFill/>
        </p:spPr>
        <p:txBody>
          <a:bodyPr wrap="square">
            <a:spAutoFit/>
          </a:bodyPr>
          <a:lstStyle/>
          <a:p>
            <a:pPr algn="ctr"/>
            <a:r>
              <a:rPr sz="1700" b="0" i="0">
                <a:solidFill>
                  <a:srgbClr val="CCDDFF"/>
                </a:solidFill>
                <a:latin typeface="Yu Gothic"/>
              </a:rPr>
              <a:t>Excelの業務データを1行ずつチェックして「未対応がいくつあるか」で判断するフロー</a:t>
            </a:r>
          </a:p>
        </p:txBody>
      </p:sp>
      <p:sp>
        <p:nvSpPr>
          <p:cNvPr id="10" name="Rectangle 9"/>
          <p:cNvSpPr/>
          <p:nvPr/>
        </p:nvSpPr>
        <p:spPr>
          <a:xfrm>
            <a:off x="274320" y="1783080"/>
            <a:ext cx="1962302" cy="2560320"/>
          </a:xfrm>
          <a:prstGeom prst="roundRect">
            <a:avLst>
              <a:gd name="adj" fmla="val 8000"/>
            </a:avLst>
          </a:prstGeom>
          <a:solidFill>
            <a:srgbClr val="163D28"/>
          </a:solidFill>
          <a:ln w="19050">
            <a:solidFill>
              <a:srgbClr val="1D6F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1783080"/>
            <a:ext cx="1962302" cy="685800"/>
          </a:xfrm>
          <a:prstGeom prst="roundRect">
            <a:avLst>
              <a:gd name="adj" fmla="val 8000"/>
            </a:avLst>
          </a:prstGeom>
          <a:solidFill>
            <a:srgbClr val="1D6F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2091690"/>
            <a:ext cx="1962302" cy="377190"/>
          </a:xfrm>
          <a:prstGeom prst="rect">
            <a:avLst/>
          </a:prstGeom>
          <a:solidFill>
            <a:srgbClr val="1D6F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856231"/>
            <a:ext cx="1815998" cy="329184"/>
          </a:xfrm>
          <a:prstGeom prst="rect">
            <a:avLst/>
          </a:prstGeom>
          <a:noFill/>
        </p:spPr>
        <p:txBody>
          <a:bodyPr wrap="square">
            <a:spAutoFit/>
          </a:bodyPr>
          <a:lstStyle/>
          <a:p>
            <a:pPr algn="l"/>
            <a:r>
              <a:rPr sz="1450" b="1" i="0">
                <a:solidFill>
                  <a:srgbClr val="FFFFFF"/>
                </a:solidFill>
                <a:latin typeface="Yu Gothic"/>
              </a:rPr>
              <a:t>①  Excelテーブル</a:t>
            </a:r>
          </a:p>
        </p:txBody>
      </p:sp>
      <p:sp>
        <p:nvSpPr>
          <p:cNvPr id="14" name="TextBox 13"/>
          <p:cNvSpPr txBox="1"/>
          <p:nvPr/>
        </p:nvSpPr>
        <p:spPr>
          <a:xfrm>
            <a:off x="384048" y="2185416"/>
            <a:ext cx="1815998" cy="256032"/>
          </a:xfrm>
          <a:prstGeom prst="rect">
            <a:avLst/>
          </a:prstGeom>
          <a:noFill/>
        </p:spPr>
        <p:txBody>
          <a:bodyPr wrap="square">
            <a:spAutoFit/>
          </a:bodyPr>
          <a:lstStyle/>
          <a:p>
            <a:pPr algn="l"/>
            <a:r>
              <a:rPr sz="1100" b="0" i="0">
                <a:solidFill>
                  <a:srgbClr val="FFFFAA"/>
                </a:solidFill>
                <a:latin typeface="Yu Gothic"/>
              </a:rPr>
              <a:t>スタート地点</a:t>
            </a:r>
          </a:p>
        </p:txBody>
      </p:sp>
      <p:sp>
        <p:nvSpPr>
          <p:cNvPr id="15" name="TextBox 14"/>
          <p:cNvSpPr txBox="1"/>
          <p:nvPr/>
        </p:nvSpPr>
        <p:spPr>
          <a:xfrm>
            <a:off x="411479" y="2606040"/>
            <a:ext cx="1779422" cy="1691639"/>
          </a:xfrm>
          <a:prstGeom prst="rect">
            <a:avLst/>
          </a:prstGeom>
          <a:noFill/>
        </p:spPr>
        <p:txBody>
          <a:bodyPr wrap="square">
            <a:spAutoFit/>
          </a:bodyPr>
          <a:lstStyle/>
          <a:p>
            <a:pPr algn="l"/>
            <a:r>
              <a:rPr sz="1400" b="0" i="0">
                <a:solidFill>
                  <a:srgbClr val="E8EEFF"/>
                </a:solidFill>
                <a:latin typeface="Yu Gothic"/>
              </a:rPr>
              <a:t>業務データが
入った表</a:t>
            </a:r>
          </a:p>
        </p:txBody>
      </p:sp>
      <p:sp>
        <p:nvSpPr>
          <p:cNvPr id="16" name="Rectangle 15"/>
          <p:cNvSpPr/>
          <p:nvPr/>
        </p:nvSpPr>
        <p:spPr>
          <a:xfrm>
            <a:off x="2282342" y="2999231"/>
            <a:ext cx="292608" cy="128016"/>
          </a:xfrm>
          <a:prstGeom prst="rect">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38374" y="2935223"/>
            <a:ext cx="201168" cy="256032"/>
          </a:xfrm>
          <a:prstGeom prst="rightArrow">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693822" y="1783080"/>
            <a:ext cx="1962302" cy="2560320"/>
          </a:xfrm>
          <a:prstGeom prst="roundRect">
            <a:avLst>
              <a:gd name="adj" fmla="val 8000"/>
            </a:avLst>
          </a:prstGeom>
          <a:solidFill>
            <a:srgbClr val="0D3570"/>
          </a:solidFill>
          <a:ln w="1905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93822" y="1783080"/>
            <a:ext cx="1962302" cy="685800"/>
          </a:xfrm>
          <a:prstGeom prst="roundRect">
            <a:avLst>
              <a:gd name="adj" fmla="val 8000"/>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693822" y="2091690"/>
            <a:ext cx="1962302" cy="37719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03550" y="1856231"/>
            <a:ext cx="1815998" cy="329184"/>
          </a:xfrm>
          <a:prstGeom prst="rect">
            <a:avLst/>
          </a:prstGeom>
          <a:noFill/>
        </p:spPr>
        <p:txBody>
          <a:bodyPr wrap="square">
            <a:spAutoFit/>
          </a:bodyPr>
          <a:lstStyle/>
          <a:p>
            <a:pPr algn="l"/>
            <a:r>
              <a:rPr sz="1450" b="1" i="0">
                <a:solidFill>
                  <a:srgbClr val="FFFFFF"/>
                </a:solidFill>
                <a:latin typeface="Yu Gothic"/>
              </a:rPr>
              <a:t>②  Apply to each</a:t>
            </a:r>
          </a:p>
        </p:txBody>
      </p:sp>
      <p:sp>
        <p:nvSpPr>
          <p:cNvPr id="22" name="TextBox 21"/>
          <p:cNvSpPr txBox="1"/>
          <p:nvPr/>
        </p:nvSpPr>
        <p:spPr>
          <a:xfrm>
            <a:off x="2803550" y="2185416"/>
            <a:ext cx="1815998" cy="256032"/>
          </a:xfrm>
          <a:prstGeom prst="rect">
            <a:avLst/>
          </a:prstGeom>
          <a:noFill/>
        </p:spPr>
        <p:txBody>
          <a:bodyPr wrap="square">
            <a:spAutoFit/>
          </a:bodyPr>
          <a:lstStyle/>
          <a:p>
            <a:pPr algn="l"/>
            <a:r>
              <a:rPr sz="1100" b="0" i="0">
                <a:solidFill>
                  <a:srgbClr val="FFFFAA"/>
                </a:solidFill>
                <a:latin typeface="Yu Gothic"/>
              </a:rPr>
              <a:t>1行ずつ処理</a:t>
            </a:r>
          </a:p>
        </p:txBody>
      </p:sp>
      <p:sp>
        <p:nvSpPr>
          <p:cNvPr id="23" name="TextBox 22"/>
          <p:cNvSpPr txBox="1"/>
          <p:nvPr/>
        </p:nvSpPr>
        <p:spPr>
          <a:xfrm>
            <a:off x="2830982" y="2606040"/>
            <a:ext cx="1779422" cy="1691639"/>
          </a:xfrm>
          <a:prstGeom prst="rect">
            <a:avLst/>
          </a:prstGeom>
          <a:noFill/>
        </p:spPr>
        <p:txBody>
          <a:bodyPr wrap="square">
            <a:spAutoFit/>
          </a:bodyPr>
          <a:lstStyle/>
          <a:p>
            <a:pPr algn="l"/>
            <a:r>
              <a:rPr sz="1400" b="0" i="0">
                <a:solidFill>
                  <a:srgbClr val="E8EEFF"/>
                </a:solidFill>
                <a:latin typeface="Yu Gothic"/>
              </a:rPr>
              <a:t>データを
1行ずつ
見ていく</a:t>
            </a:r>
          </a:p>
        </p:txBody>
      </p:sp>
      <p:sp>
        <p:nvSpPr>
          <p:cNvPr id="24" name="Rectangle 23"/>
          <p:cNvSpPr/>
          <p:nvPr/>
        </p:nvSpPr>
        <p:spPr>
          <a:xfrm>
            <a:off x="4701844" y="2999231"/>
            <a:ext cx="292608" cy="128016"/>
          </a:xfrm>
          <a:prstGeom prst="rect">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957876" y="2935223"/>
            <a:ext cx="201168" cy="256032"/>
          </a:xfrm>
          <a:prstGeom prst="rightArrow">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13324" y="1783080"/>
            <a:ext cx="1962302" cy="2560320"/>
          </a:xfrm>
          <a:prstGeom prst="roundRect">
            <a:avLst>
              <a:gd name="adj" fmla="val 8000"/>
            </a:avLst>
          </a:prstGeom>
          <a:solidFill>
            <a:srgbClr val="6B1E07"/>
          </a:solidFill>
          <a:ln w="19050">
            <a:solidFill>
              <a:srgbClr val="BF36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13324" y="1783080"/>
            <a:ext cx="1962302" cy="685800"/>
          </a:xfrm>
          <a:prstGeom prst="roundRect">
            <a:avLst>
              <a:gd name="adj" fmla="val 8000"/>
            </a:avLst>
          </a:prstGeom>
          <a:solidFill>
            <a:srgbClr val="BF36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3324" y="2091690"/>
            <a:ext cx="1962302" cy="377190"/>
          </a:xfrm>
          <a:prstGeom prst="rect">
            <a:avLst/>
          </a:prstGeom>
          <a:solidFill>
            <a:srgbClr val="BF36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23052" y="1856231"/>
            <a:ext cx="1815998" cy="329184"/>
          </a:xfrm>
          <a:prstGeom prst="rect">
            <a:avLst/>
          </a:prstGeom>
          <a:noFill/>
        </p:spPr>
        <p:txBody>
          <a:bodyPr wrap="square">
            <a:spAutoFit/>
          </a:bodyPr>
          <a:lstStyle/>
          <a:p>
            <a:pPr algn="l"/>
            <a:r>
              <a:rPr sz="1450" b="1" i="0">
                <a:solidFill>
                  <a:srgbClr val="FFFFFF"/>
                </a:solidFill>
                <a:latin typeface="Yu Gothic"/>
              </a:rPr>
              <a:t>③  Condition</a:t>
            </a:r>
          </a:p>
        </p:txBody>
      </p:sp>
      <p:sp>
        <p:nvSpPr>
          <p:cNvPr id="30" name="TextBox 29"/>
          <p:cNvSpPr txBox="1"/>
          <p:nvPr/>
        </p:nvSpPr>
        <p:spPr>
          <a:xfrm>
            <a:off x="5223052" y="2185416"/>
            <a:ext cx="1815998" cy="256032"/>
          </a:xfrm>
          <a:prstGeom prst="rect">
            <a:avLst/>
          </a:prstGeom>
          <a:noFill/>
        </p:spPr>
        <p:txBody>
          <a:bodyPr wrap="square">
            <a:spAutoFit/>
          </a:bodyPr>
          <a:lstStyle/>
          <a:p>
            <a:pPr algn="l"/>
            <a:r>
              <a:rPr sz="1100" b="0" i="0">
                <a:solidFill>
                  <a:srgbClr val="FFFFAA"/>
                </a:solidFill>
                <a:latin typeface="Yu Gothic"/>
              </a:rPr>
              <a:t>未対応だけカウント</a:t>
            </a:r>
          </a:p>
        </p:txBody>
      </p:sp>
      <p:sp>
        <p:nvSpPr>
          <p:cNvPr id="31" name="TextBox 30"/>
          <p:cNvSpPr txBox="1"/>
          <p:nvPr/>
        </p:nvSpPr>
        <p:spPr>
          <a:xfrm>
            <a:off x="5250484" y="2606040"/>
            <a:ext cx="1779422" cy="1691639"/>
          </a:xfrm>
          <a:prstGeom prst="rect">
            <a:avLst/>
          </a:prstGeom>
          <a:noFill/>
        </p:spPr>
        <p:txBody>
          <a:bodyPr wrap="square">
            <a:spAutoFit/>
          </a:bodyPr>
          <a:lstStyle/>
          <a:p>
            <a:pPr algn="l"/>
            <a:r>
              <a:rPr sz="1400" b="0" i="0">
                <a:solidFill>
                  <a:srgbClr val="E8EEFF"/>
                </a:solidFill>
                <a:latin typeface="Yu Gothic"/>
              </a:rPr>
              <a:t>未対応？
→ 件数を
   ＋1する</a:t>
            </a:r>
          </a:p>
        </p:txBody>
      </p:sp>
      <p:sp>
        <p:nvSpPr>
          <p:cNvPr id="32" name="Rectangle 31"/>
          <p:cNvSpPr/>
          <p:nvPr/>
        </p:nvSpPr>
        <p:spPr>
          <a:xfrm>
            <a:off x="7121347" y="2999231"/>
            <a:ext cx="292608" cy="128016"/>
          </a:xfrm>
          <a:prstGeom prst="rect">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77379" y="2935223"/>
            <a:ext cx="201168" cy="256032"/>
          </a:xfrm>
          <a:prstGeom prst="rightArrow">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32827" y="1783080"/>
            <a:ext cx="1962302" cy="2560320"/>
          </a:xfrm>
          <a:prstGeom prst="roundRect">
            <a:avLst>
              <a:gd name="adj" fmla="val 8000"/>
            </a:avLst>
          </a:prstGeom>
          <a:solidFill>
            <a:srgbClr val="7A3500"/>
          </a:solidFill>
          <a:ln w="19050">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32827" y="1783080"/>
            <a:ext cx="1962302" cy="685800"/>
          </a:xfrm>
          <a:prstGeom prst="roundRect">
            <a:avLst>
              <a:gd name="adj" fmla="val 8000"/>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32827" y="2091690"/>
            <a:ext cx="1962302" cy="37719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42555" y="1856231"/>
            <a:ext cx="1815998" cy="329184"/>
          </a:xfrm>
          <a:prstGeom prst="rect">
            <a:avLst/>
          </a:prstGeom>
          <a:noFill/>
        </p:spPr>
        <p:txBody>
          <a:bodyPr wrap="square">
            <a:spAutoFit/>
          </a:bodyPr>
          <a:lstStyle/>
          <a:p>
            <a:pPr algn="l"/>
            <a:r>
              <a:rPr sz="1450" b="1" i="0">
                <a:solidFill>
                  <a:srgbClr val="FFFFFF"/>
                </a:solidFill>
                <a:latin typeface="Yu Gothic"/>
              </a:rPr>
              <a:t>④  Compose</a:t>
            </a:r>
          </a:p>
        </p:txBody>
      </p:sp>
      <p:sp>
        <p:nvSpPr>
          <p:cNvPr id="38" name="TextBox 37"/>
          <p:cNvSpPr txBox="1"/>
          <p:nvPr/>
        </p:nvSpPr>
        <p:spPr>
          <a:xfrm>
            <a:off x="7642555" y="2185416"/>
            <a:ext cx="1815998" cy="256032"/>
          </a:xfrm>
          <a:prstGeom prst="rect">
            <a:avLst/>
          </a:prstGeom>
          <a:noFill/>
        </p:spPr>
        <p:txBody>
          <a:bodyPr wrap="square">
            <a:spAutoFit/>
          </a:bodyPr>
          <a:lstStyle/>
          <a:p>
            <a:pPr algn="l"/>
            <a:r>
              <a:rPr sz="1100" b="0" i="0">
                <a:solidFill>
                  <a:srgbClr val="FFFFAA"/>
                </a:solidFill>
                <a:latin typeface="Yu Gothic"/>
              </a:rPr>
              <a:t>のぞき窓</a:t>
            </a:r>
          </a:p>
        </p:txBody>
      </p:sp>
      <p:sp>
        <p:nvSpPr>
          <p:cNvPr id="39" name="TextBox 38"/>
          <p:cNvSpPr txBox="1"/>
          <p:nvPr/>
        </p:nvSpPr>
        <p:spPr>
          <a:xfrm>
            <a:off x="7669987" y="2606040"/>
            <a:ext cx="1779422" cy="1691639"/>
          </a:xfrm>
          <a:prstGeom prst="rect">
            <a:avLst/>
          </a:prstGeom>
          <a:noFill/>
        </p:spPr>
        <p:txBody>
          <a:bodyPr wrap="square">
            <a:spAutoFit/>
          </a:bodyPr>
          <a:lstStyle/>
          <a:p>
            <a:pPr algn="l"/>
            <a:r>
              <a:rPr sz="1400" b="0" i="0">
                <a:solidFill>
                  <a:srgbClr val="E8EEFF"/>
                </a:solidFill>
                <a:latin typeface="Yu Gothic"/>
              </a:rPr>
              <a:t>途中の
状態を
確認する</a:t>
            </a:r>
          </a:p>
        </p:txBody>
      </p:sp>
      <p:sp>
        <p:nvSpPr>
          <p:cNvPr id="40" name="Rectangle 39"/>
          <p:cNvSpPr/>
          <p:nvPr/>
        </p:nvSpPr>
        <p:spPr>
          <a:xfrm>
            <a:off x="9540849" y="2999231"/>
            <a:ext cx="292608" cy="128016"/>
          </a:xfrm>
          <a:prstGeom prst="rect">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796881" y="2935223"/>
            <a:ext cx="201168" cy="256032"/>
          </a:xfrm>
          <a:prstGeom prst="rightArrow">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952329" y="1783080"/>
            <a:ext cx="1962302" cy="2560320"/>
          </a:xfrm>
          <a:prstGeom prst="roundRect">
            <a:avLst>
              <a:gd name="adj" fmla="val 8000"/>
            </a:avLst>
          </a:prstGeom>
          <a:solidFill>
            <a:srgbClr val="380D52"/>
          </a:solidFill>
          <a:ln w="19050">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2329" y="1783080"/>
            <a:ext cx="1962302" cy="685800"/>
          </a:xfrm>
          <a:prstGeom prst="roundRect">
            <a:avLst>
              <a:gd name="adj" fmla="val 8000"/>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952329" y="2091690"/>
            <a:ext cx="1962302" cy="37719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062057" y="1856231"/>
            <a:ext cx="1815998" cy="329184"/>
          </a:xfrm>
          <a:prstGeom prst="rect">
            <a:avLst/>
          </a:prstGeom>
          <a:noFill/>
        </p:spPr>
        <p:txBody>
          <a:bodyPr wrap="square">
            <a:spAutoFit/>
          </a:bodyPr>
          <a:lstStyle/>
          <a:p>
            <a:pPr algn="l"/>
            <a:r>
              <a:rPr sz="1450" b="1" i="0">
                <a:solidFill>
                  <a:srgbClr val="FFFFFF"/>
                </a:solidFill>
                <a:latin typeface="Yu Gothic"/>
              </a:rPr>
              <a:t>⑤  最終判断</a:t>
            </a:r>
          </a:p>
        </p:txBody>
      </p:sp>
      <p:sp>
        <p:nvSpPr>
          <p:cNvPr id="46" name="TextBox 45"/>
          <p:cNvSpPr txBox="1"/>
          <p:nvPr/>
        </p:nvSpPr>
        <p:spPr>
          <a:xfrm>
            <a:off x="10062057" y="2185416"/>
            <a:ext cx="1815998" cy="256032"/>
          </a:xfrm>
          <a:prstGeom prst="rect">
            <a:avLst/>
          </a:prstGeom>
          <a:noFill/>
        </p:spPr>
        <p:txBody>
          <a:bodyPr wrap="square">
            <a:spAutoFit/>
          </a:bodyPr>
          <a:lstStyle/>
          <a:p>
            <a:pPr algn="l"/>
            <a:r>
              <a:rPr sz="1100" b="0" i="0">
                <a:solidFill>
                  <a:srgbClr val="FFFFAA"/>
                </a:solidFill>
                <a:latin typeface="Yu Gothic"/>
              </a:rPr>
              <a:t>OK ／ 注意</a:t>
            </a:r>
          </a:p>
        </p:txBody>
      </p:sp>
      <p:sp>
        <p:nvSpPr>
          <p:cNvPr id="47" name="TextBox 46"/>
          <p:cNvSpPr txBox="1"/>
          <p:nvPr/>
        </p:nvSpPr>
        <p:spPr>
          <a:xfrm>
            <a:off x="10089489" y="2606040"/>
            <a:ext cx="1779422" cy="1691639"/>
          </a:xfrm>
          <a:prstGeom prst="rect">
            <a:avLst/>
          </a:prstGeom>
          <a:noFill/>
        </p:spPr>
        <p:txBody>
          <a:bodyPr wrap="square">
            <a:spAutoFit/>
          </a:bodyPr>
          <a:lstStyle/>
          <a:p>
            <a:pPr algn="l"/>
            <a:r>
              <a:rPr sz="1400" b="0" i="0">
                <a:solidFill>
                  <a:srgbClr val="E8EEFF"/>
                </a:solidFill>
                <a:latin typeface="Yu Gothic"/>
              </a:rPr>
              <a:t>件数が0なら
OK
件数 &gt; 0なら
注意！</a:t>
            </a:r>
          </a:p>
        </p:txBody>
      </p:sp>
      <p:sp>
        <p:nvSpPr>
          <p:cNvPr id="48" name="Rectangle 47"/>
          <p:cNvSpPr/>
          <p:nvPr/>
        </p:nvSpPr>
        <p:spPr>
          <a:xfrm>
            <a:off x="507491" y="4572000"/>
            <a:ext cx="2103120" cy="347472"/>
          </a:xfrm>
          <a:prstGeom prst="roundRect">
            <a:avLst>
              <a:gd name="adj" fmla="val 50000"/>
            </a:avLst>
          </a:prstGeom>
          <a:solidFill>
            <a:srgbClr val="163D28"/>
          </a:solidFill>
          <a:ln w="12700">
            <a:solidFill>
              <a:srgbClr val="1D6F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8931" y="4608576"/>
            <a:ext cx="1920239" cy="274320"/>
          </a:xfrm>
          <a:prstGeom prst="rect">
            <a:avLst/>
          </a:prstGeom>
          <a:noFill/>
        </p:spPr>
        <p:txBody>
          <a:bodyPr wrap="square">
            <a:spAutoFit/>
          </a:bodyPr>
          <a:lstStyle/>
          <a:p>
            <a:pPr algn="ctr"/>
            <a:r>
              <a:rPr sz="1150" b="1" i="0">
                <a:solidFill>
                  <a:srgbClr val="FFFFFF"/>
                </a:solidFill>
                <a:latin typeface="Yu Gothic"/>
              </a:rPr>
              <a:t>Excelテーブル</a:t>
            </a:r>
          </a:p>
        </p:txBody>
      </p:sp>
      <p:sp>
        <p:nvSpPr>
          <p:cNvPr id="50" name="Rectangle 49"/>
          <p:cNvSpPr/>
          <p:nvPr/>
        </p:nvSpPr>
        <p:spPr>
          <a:xfrm>
            <a:off x="2775203" y="4572000"/>
            <a:ext cx="2103120" cy="347472"/>
          </a:xfrm>
          <a:prstGeom prst="roundRect">
            <a:avLst>
              <a:gd name="adj" fmla="val 50000"/>
            </a:avLst>
          </a:prstGeom>
          <a:solidFill>
            <a:srgbClr val="0D3570"/>
          </a:solidFill>
          <a:ln w="1270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66644" y="4608576"/>
            <a:ext cx="1920239" cy="274320"/>
          </a:xfrm>
          <a:prstGeom prst="rect">
            <a:avLst/>
          </a:prstGeom>
          <a:noFill/>
        </p:spPr>
        <p:txBody>
          <a:bodyPr wrap="square">
            <a:spAutoFit/>
          </a:bodyPr>
          <a:lstStyle/>
          <a:p>
            <a:pPr algn="ctr"/>
            <a:r>
              <a:rPr sz="1150" b="1" i="0">
                <a:solidFill>
                  <a:srgbClr val="FFFFFF"/>
                </a:solidFill>
                <a:latin typeface="Yu Gothic"/>
              </a:rPr>
              <a:t>1行ずつ</a:t>
            </a:r>
          </a:p>
        </p:txBody>
      </p:sp>
      <p:sp>
        <p:nvSpPr>
          <p:cNvPr id="52" name="Rectangle 51"/>
          <p:cNvSpPr/>
          <p:nvPr/>
        </p:nvSpPr>
        <p:spPr>
          <a:xfrm>
            <a:off x="5042916" y="4572000"/>
            <a:ext cx="2103120" cy="347472"/>
          </a:xfrm>
          <a:prstGeom prst="roundRect">
            <a:avLst>
              <a:gd name="adj" fmla="val 50000"/>
            </a:avLst>
          </a:prstGeom>
          <a:solidFill>
            <a:srgbClr val="6B1E07"/>
          </a:solidFill>
          <a:ln w="12700">
            <a:solidFill>
              <a:srgbClr val="BF36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34355" y="4608576"/>
            <a:ext cx="1920239" cy="274320"/>
          </a:xfrm>
          <a:prstGeom prst="rect">
            <a:avLst/>
          </a:prstGeom>
          <a:noFill/>
        </p:spPr>
        <p:txBody>
          <a:bodyPr wrap="square">
            <a:spAutoFit/>
          </a:bodyPr>
          <a:lstStyle/>
          <a:p>
            <a:pPr algn="ctr"/>
            <a:r>
              <a:rPr sz="1150" b="1" i="0">
                <a:solidFill>
                  <a:srgbClr val="FFFFFF"/>
                </a:solidFill>
                <a:latin typeface="Yu Gothic"/>
              </a:rPr>
              <a:t>未対応だけカウント</a:t>
            </a:r>
          </a:p>
        </p:txBody>
      </p:sp>
      <p:sp>
        <p:nvSpPr>
          <p:cNvPr id="54" name="Rectangle 53"/>
          <p:cNvSpPr/>
          <p:nvPr/>
        </p:nvSpPr>
        <p:spPr>
          <a:xfrm>
            <a:off x="7310627" y="4572000"/>
            <a:ext cx="2103120" cy="347472"/>
          </a:xfrm>
          <a:prstGeom prst="roundRect">
            <a:avLst>
              <a:gd name="adj" fmla="val 50000"/>
            </a:avLst>
          </a:prstGeom>
          <a:solidFill>
            <a:srgbClr val="7A3500"/>
          </a:solidFill>
          <a:ln w="12700">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2067" y="4608576"/>
            <a:ext cx="1920239" cy="274320"/>
          </a:xfrm>
          <a:prstGeom prst="rect">
            <a:avLst/>
          </a:prstGeom>
          <a:noFill/>
        </p:spPr>
        <p:txBody>
          <a:bodyPr wrap="square">
            <a:spAutoFit/>
          </a:bodyPr>
          <a:lstStyle/>
          <a:p>
            <a:pPr algn="ctr"/>
            <a:r>
              <a:rPr sz="1150" b="1" i="0">
                <a:solidFill>
                  <a:srgbClr val="FFFFFF"/>
                </a:solidFill>
                <a:latin typeface="Yu Gothic"/>
              </a:rPr>
              <a:t>Compose = のぞき窓</a:t>
            </a:r>
          </a:p>
        </p:txBody>
      </p:sp>
      <p:sp>
        <p:nvSpPr>
          <p:cNvPr id="56" name="Rectangle 55"/>
          <p:cNvSpPr/>
          <p:nvPr/>
        </p:nvSpPr>
        <p:spPr>
          <a:xfrm>
            <a:off x="9578340" y="4572000"/>
            <a:ext cx="2103120" cy="347472"/>
          </a:xfrm>
          <a:prstGeom prst="roundRect">
            <a:avLst>
              <a:gd name="adj" fmla="val 50000"/>
            </a:avLst>
          </a:prstGeom>
          <a:solidFill>
            <a:srgbClr val="380D52"/>
          </a:solidFill>
          <a:ln w="12700">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669780" y="4608576"/>
            <a:ext cx="1920239" cy="274320"/>
          </a:xfrm>
          <a:prstGeom prst="rect">
            <a:avLst/>
          </a:prstGeom>
          <a:noFill/>
        </p:spPr>
        <p:txBody>
          <a:bodyPr wrap="square">
            <a:spAutoFit/>
          </a:bodyPr>
          <a:lstStyle/>
          <a:p>
            <a:pPr algn="ctr"/>
            <a:r>
              <a:rPr sz="1150" b="1" i="0">
                <a:solidFill>
                  <a:srgbClr val="FFFFFF"/>
                </a:solidFill>
                <a:latin typeface="Yu Gothic"/>
              </a:rPr>
              <a:t>実務でよくあるパターン</a:t>
            </a:r>
          </a:p>
        </p:txBody>
      </p:sp>
      <p:sp>
        <p:nvSpPr>
          <p:cNvPr id="58" name="TextBox 57"/>
          <p:cNvSpPr txBox="1"/>
          <p:nvPr/>
        </p:nvSpPr>
        <p:spPr>
          <a:xfrm>
            <a:off x="347472" y="4443984"/>
            <a:ext cx="2286000" cy="274320"/>
          </a:xfrm>
          <a:prstGeom prst="rect">
            <a:avLst/>
          </a:prstGeom>
          <a:noFill/>
        </p:spPr>
        <p:txBody>
          <a:bodyPr wrap="square">
            <a:spAutoFit/>
          </a:bodyPr>
          <a:lstStyle/>
          <a:p>
            <a:pPr algn="l"/>
            <a:r>
              <a:rPr sz="1100" b="0" i="0">
                <a:solidFill>
                  <a:srgbClr val="88AAFF"/>
                </a:solidFill>
                <a:latin typeface="Yu Gothic"/>
              </a:rPr>
              <a:t>🔑  キーワード</a:t>
            </a:r>
          </a:p>
        </p:txBody>
      </p:sp>
      <p:sp>
        <p:nvSpPr>
          <p:cNvPr id="59" name="Rectangle 58"/>
          <p:cNvSpPr/>
          <p:nvPr/>
        </p:nvSpPr>
        <p:spPr>
          <a:xfrm>
            <a:off x="0" y="6784848"/>
            <a:ext cx="12188952" cy="73152"/>
          </a:xfrm>
          <a:prstGeom prst="rect">
            <a:avLst/>
          </a:prstGeom>
          <a:solidFill>
            <a:srgbClr val="4C9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1675</TotalTime>
  <Words>2534</Words>
  <Application>Microsoft Office PowerPoint</Application>
  <PresentationFormat>ワイド画面</PresentationFormat>
  <Paragraphs>333</Paragraphs>
  <Slides>11</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BIZ UDGothic</vt:lpstr>
      <vt:lpstr>Noto Sans JP</vt:lpstr>
      <vt:lpstr>ui-monospace</vt:lpstr>
      <vt:lpstr>Arial</vt:lpstr>
      <vt:lpstr>Consolas</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2026-04-03T12:39:40Z</dcterms:modified>
</cp:coreProperties>
</file>