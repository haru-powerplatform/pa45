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図 8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D19C9DF-B4DC-3B3E-2000-57D295ED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1" y="4961707"/>
            <a:ext cx="5891196" cy="8058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F880F38-A876-1582-FB1D-FA929E895447}"/>
              </a:ext>
            </a:extLst>
          </p:cNvPr>
          <p:cNvSpPr/>
          <p:nvPr/>
        </p:nvSpPr>
        <p:spPr>
          <a:xfrm>
            <a:off x="1253705" y="845389"/>
            <a:ext cx="10748601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DC7C40-FA15-3A47-13FE-D11FC95AFD5F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10】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8404137-4554-2309-0FA2-4A63D95FE864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EEDEB66-2071-43FC-16E2-A51D5159DED7}"/>
              </a:ext>
            </a:extLst>
          </p:cNvPr>
          <p:cNvSpPr txBox="1"/>
          <p:nvPr/>
        </p:nvSpPr>
        <p:spPr>
          <a:xfrm>
            <a:off x="1631950" y="736715"/>
            <a:ext cx="10742908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 データを</a:t>
            </a:r>
            <a:r>
              <a:rPr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行ずつていねいに処理する「現場担当」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A0FA7577-D3C2-72F7-F6A6-9E0C77F56C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254" y="-34163"/>
            <a:ext cx="855389" cy="855389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BD47C6E-BB3F-F2D7-E8DF-A19EF2C04DC4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EC42499-5760-14A8-E851-1A0E632F30B7}"/>
              </a:ext>
            </a:extLst>
          </p:cNvPr>
          <p:cNvSpPr txBox="1"/>
          <p:nvPr/>
        </p:nvSpPr>
        <p:spPr>
          <a:xfrm>
            <a:off x="5228952" y="1557797"/>
            <a:ext cx="71067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行ずつ順番に処理する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✅各行に同じアクションを実行する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3F9FF8-4F78-B087-DBD7-36C5C70DC457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BEB4CA8-E0E2-4C78-00A5-0F282FEE2A0C}"/>
              </a:ext>
            </a:extLst>
          </p:cNvPr>
          <p:cNvSpPr txBox="1"/>
          <p:nvPr/>
        </p:nvSpPr>
        <p:spPr>
          <a:xfrm>
            <a:off x="6053467" y="3259372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C69BF38A-E34F-381E-C660-A105F64182DA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DB45913-CE06-8EE9-D09D-7A4189E8AD87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1197190-742D-055C-514F-3705D79494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" y="5346909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6C91A32-8C25-43C8-6156-4D463B195BE3}"/>
              </a:ext>
            </a:extLst>
          </p:cNvPr>
          <p:cNvSpPr txBox="1"/>
          <p:nvPr/>
        </p:nvSpPr>
        <p:spPr>
          <a:xfrm rot="186675">
            <a:off x="1383112" y="5576548"/>
            <a:ext cx="41939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「“営業だけ”後続で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　　使いたい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」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0417800-A9D9-6230-CD94-46AB08F624F6}"/>
              </a:ext>
            </a:extLst>
          </p:cNvPr>
          <p:cNvSpPr txBox="1"/>
          <p:nvPr/>
        </p:nvSpPr>
        <p:spPr>
          <a:xfrm rot="159197">
            <a:off x="7761603" y="3338527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Filter array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（部署 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営業）で絞り込み！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62FF9CE-E6E7-FC61-68B0-93FABF60918A}"/>
              </a:ext>
            </a:extLst>
          </p:cNvPr>
          <p:cNvSpPr txBox="1"/>
          <p:nvPr/>
        </p:nvSpPr>
        <p:spPr>
          <a:xfrm>
            <a:off x="6095999" y="42754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CD6EE8F-F438-33A4-F224-2CE40C148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654" y="5740077"/>
            <a:ext cx="889469" cy="1052626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D6A7704-7AF9-9388-DC2D-FA8BB11E912A}"/>
              </a:ext>
            </a:extLst>
          </p:cNvPr>
          <p:cNvSpPr txBox="1"/>
          <p:nvPr/>
        </p:nvSpPr>
        <p:spPr>
          <a:xfrm>
            <a:off x="5977355" y="5855309"/>
            <a:ext cx="6278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「必要な行だけになって、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　後続フローがラクになった！」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36A8C924-3C83-98DC-5E07-585B0E690C49}"/>
              </a:ext>
            </a:extLst>
          </p:cNvPr>
          <p:cNvSpPr/>
          <p:nvPr/>
        </p:nvSpPr>
        <p:spPr>
          <a:xfrm>
            <a:off x="11102997" y="5263467"/>
            <a:ext cx="950094" cy="516554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6A112B9-2D8A-79E9-3E58-C0BFEC7D1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780" y="1642727"/>
            <a:ext cx="3662465" cy="789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