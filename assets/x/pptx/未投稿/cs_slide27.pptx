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2">
            <a:extLst>
              <a:ext uri="{FF2B5EF4-FFF2-40B4-BE49-F238E27FC236}">
                <a16:creationId xmlns:a16="http://schemas.microsoft.com/office/drawing/2014/main" id="{357F566E-4837-E7FD-4F19-AD9BF1258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3" name="図 2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BAA0CE33-2CAE-EB45-B625-AD7967CF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235"/>
            <a:ext cx="12318521" cy="7028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