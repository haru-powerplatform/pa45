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7" r:id="rId2"/>
    <p:sldId id="256" r:id="rId3"/>
    <p:sldId id="271" r:id="rId4"/>
    <p:sldId id="259" r:id="rId6"/>
    <p:sldId id="261" r:id="rId8"/>
    <p:sldId id="262" r:id="rId9"/>
    <p:sldId id="264" r:id="rId12"/>
    <p:sldId id="272" r:id="rId13"/>
    <p:sldId id="268" r:id="rId16"/>
    <p:sldId id="258" r:id="rId11"/>
    <p:sldId id="269"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5483A6D-4C1E-4826-80EF-0306E2EC0630}" v="1" dt="2026-03-26T10:53:31.3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904" autoAdjust="0"/>
    <p:restoredTop sz="72321" autoAdjust="0"/>
  </p:normalViewPr>
  <p:slideViewPr>
    <p:cSldViewPr snapToGrid="0" snapToObjects="1">
      <p:cViewPr varScale="1">
        <p:scale>
          <a:sx n="43" d="100"/>
          <a:sy n="43" d="100"/>
        </p:scale>
        <p:origin x="513" y="15"/>
      </p:cViewPr>
      <p:guideLst/>
    </p:cSldViewPr>
  </p:slideViewPr>
  <p:notesTextViewPr>
    <p:cViewPr>
      <p:scale>
        <a:sx n="1" d="1"/>
        <a:sy n="1" d="1"/>
      </p:scale>
      <p:origin x="0" y="-43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1" Type="http://schemas.openxmlformats.org/officeDocument/2006/relationships/slide" Target="slides/slide10.xml"/><Relationship Id="rId12" Type="http://schemas.openxmlformats.org/officeDocument/2006/relationships/slide" Target="slides/slide7.xml"/><Relationship Id="rId13" Type="http://schemas.openxmlformats.org/officeDocument/2006/relationships/slide" Target="slides/slide8.xml"/><Relationship Id="rId16" Type="http://schemas.openxmlformats.org/officeDocument/2006/relationships/slide" Target="slides/slide9.xml"/><Relationship Id="rId18" Type="http://schemas.openxmlformats.org/officeDocument/2006/relationships/slide" Target="slides/slide11.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eda Isamu" userId="35289799e0376f2e" providerId="LiveId" clId="{DD31E282-B62B-4911-91B6-43B1B98908F9}"/>
    <pc:docChg chg="undo custSel addSld modSld">
      <pc:chgData name="Ueda Isamu" userId="35289799e0376f2e" providerId="LiveId" clId="{DD31E282-B62B-4911-91B6-43B1B98908F9}" dt="2026-03-26T10:56:40.077" v="426" actId="14100"/>
      <pc:docMkLst>
        <pc:docMk/>
      </pc:docMkLst>
      <pc:sldChg chg="modSp mod">
        <pc:chgData name="Ueda Isamu" userId="35289799e0376f2e" providerId="LiveId" clId="{DD31E282-B62B-4911-91B6-43B1B98908F9}" dt="2026-03-26T07:58:17.751" v="6" actId="1076"/>
        <pc:sldMkLst>
          <pc:docMk/>
          <pc:sldMk cId="0" sldId="258"/>
        </pc:sldMkLst>
        <pc:spChg chg="mod">
          <ac:chgData name="Ueda Isamu" userId="35289799e0376f2e" providerId="LiveId" clId="{DD31E282-B62B-4911-91B6-43B1B98908F9}" dt="2026-03-26T07:58:12.736" v="4" actId="1076"/>
          <ac:spMkLst>
            <pc:docMk/>
            <pc:sldMk cId="0" sldId="258"/>
            <ac:spMk id="20" creationId="{00000000-0000-0000-0000-000000000000}"/>
          </ac:spMkLst>
        </pc:spChg>
        <pc:spChg chg="mod">
          <ac:chgData name="Ueda Isamu" userId="35289799e0376f2e" providerId="LiveId" clId="{DD31E282-B62B-4911-91B6-43B1B98908F9}" dt="2026-03-26T07:58:08.126" v="2" actId="1076"/>
          <ac:spMkLst>
            <pc:docMk/>
            <pc:sldMk cId="0" sldId="258"/>
            <ac:spMk id="21" creationId="{00000000-0000-0000-0000-000000000000}"/>
          </ac:spMkLst>
        </pc:spChg>
        <pc:spChg chg="mod">
          <ac:chgData name="Ueda Isamu" userId="35289799e0376f2e" providerId="LiveId" clId="{DD31E282-B62B-4911-91B6-43B1B98908F9}" dt="2026-03-26T07:58:15.960" v="5" actId="14100"/>
          <ac:spMkLst>
            <pc:docMk/>
            <pc:sldMk cId="0" sldId="258"/>
            <ac:spMk id="37" creationId="{00000000-0000-0000-0000-000000000000}"/>
          </ac:spMkLst>
        </pc:spChg>
        <pc:spChg chg="mod">
          <ac:chgData name="Ueda Isamu" userId="35289799e0376f2e" providerId="LiveId" clId="{DD31E282-B62B-4911-91B6-43B1B98908F9}" dt="2026-03-26T07:58:17.751" v="6" actId="1076"/>
          <ac:spMkLst>
            <pc:docMk/>
            <pc:sldMk cId="0" sldId="258"/>
            <ac:spMk id="38" creationId="{00000000-0000-0000-0000-000000000000}"/>
          </ac:spMkLst>
        </pc:spChg>
        <pc:picChg chg="mod">
          <ac:chgData name="Ueda Isamu" userId="35289799e0376f2e" providerId="LiveId" clId="{DD31E282-B62B-4911-91B6-43B1B98908F9}" dt="2026-03-26T07:58:10.125" v="3" actId="1076"/>
          <ac:picMkLst>
            <pc:docMk/>
            <pc:sldMk cId="0" sldId="258"/>
            <ac:picMk id="19" creationId="{00000000-0000-0000-0000-000000000000}"/>
          </ac:picMkLst>
        </pc:picChg>
      </pc:sldChg>
      <pc:sldChg chg="modSp mod">
        <pc:chgData name="Ueda Isamu" userId="35289799e0376f2e" providerId="LiveId" clId="{DD31E282-B62B-4911-91B6-43B1B98908F9}" dt="2026-03-26T10:43:32.263" v="301" actId="20577"/>
        <pc:sldMkLst>
          <pc:docMk/>
          <pc:sldMk cId="0" sldId="262"/>
        </pc:sldMkLst>
        <pc:spChg chg="mod">
          <ac:chgData name="Ueda Isamu" userId="35289799e0376f2e" providerId="LiveId" clId="{DD31E282-B62B-4911-91B6-43B1B98908F9}" dt="2026-03-26T07:59:38.220" v="50" actId="1076"/>
          <ac:spMkLst>
            <pc:docMk/>
            <pc:sldMk cId="0" sldId="262"/>
            <ac:spMk id="3" creationId="{00000000-0000-0000-0000-000000000000}"/>
          </ac:spMkLst>
        </pc:spChg>
        <pc:spChg chg="mod">
          <ac:chgData name="Ueda Isamu" userId="35289799e0376f2e" providerId="LiveId" clId="{DD31E282-B62B-4911-91B6-43B1B98908F9}" dt="2026-03-26T08:01:01.008" v="98" actId="1076"/>
          <ac:spMkLst>
            <pc:docMk/>
            <pc:sldMk cId="0" sldId="262"/>
            <ac:spMk id="6" creationId="{00000000-0000-0000-0000-000000000000}"/>
          </ac:spMkLst>
        </pc:spChg>
        <pc:spChg chg="mod">
          <ac:chgData name="Ueda Isamu" userId="35289799e0376f2e" providerId="LiveId" clId="{DD31E282-B62B-4911-91B6-43B1B98908F9}" dt="2026-03-26T07:59:54.751" v="59" actId="14100"/>
          <ac:spMkLst>
            <pc:docMk/>
            <pc:sldMk cId="0" sldId="262"/>
            <ac:spMk id="13" creationId="{00000000-0000-0000-0000-000000000000}"/>
          </ac:spMkLst>
        </pc:spChg>
        <pc:spChg chg="mod">
          <ac:chgData name="Ueda Isamu" userId="35289799e0376f2e" providerId="LiveId" clId="{DD31E282-B62B-4911-91B6-43B1B98908F9}" dt="2026-03-26T10:43:32.263" v="301" actId="20577"/>
          <ac:spMkLst>
            <pc:docMk/>
            <pc:sldMk cId="0" sldId="262"/>
            <ac:spMk id="14" creationId="{00000000-0000-0000-0000-000000000000}"/>
          </ac:spMkLst>
        </pc:spChg>
        <pc:spChg chg="mod">
          <ac:chgData name="Ueda Isamu" userId="35289799e0376f2e" providerId="LiveId" clId="{DD31E282-B62B-4911-91B6-43B1B98908F9}" dt="2026-03-26T10:43:30.174" v="300" actId="14100"/>
          <ac:spMkLst>
            <pc:docMk/>
            <pc:sldMk cId="0" sldId="262"/>
            <ac:spMk id="18" creationId="{00000000-0000-0000-0000-000000000000}"/>
          </ac:spMkLst>
        </pc:spChg>
        <pc:spChg chg="mod">
          <ac:chgData name="Ueda Isamu" userId="35289799e0376f2e" providerId="LiveId" clId="{DD31E282-B62B-4911-91B6-43B1B98908F9}" dt="2026-03-26T07:59:59.685" v="61" actId="1076"/>
          <ac:spMkLst>
            <pc:docMk/>
            <pc:sldMk cId="0" sldId="262"/>
            <ac:spMk id="20" creationId="{00000000-0000-0000-0000-000000000000}"/>
          </ac:spMkLst>
        </pc:spChg>
        <pc:spChg chg="mod">
          <ac:chgData name="Ueda Isamu" userId="35289799e0376f2e" providerId="LiveId" clId="{DD31E282-B62B-4911-91B6-43B1B98908F9}" dt="2026-03-26T08:00:03.630" v="63" actId="1076"/>
          <ac:spMkLst>
            <pc:docMk/>
            <pc:sldMk cId="0" sldId="262"/>
            <ac:spMk id="21" creationId="{00000000-0000-0000-0000-000000000000}"/>
          </ac:spMkLst>
        </pc:spChg>
        <pc:spChg chg="mod">
          <ac:chgData name="Ueda Isamu" userId="35289799e0376f2e" providerId="LiveId" clId="{DD31E282-B62B-4911-91B6-43B1B98908F9}" dt="2026-03-26T08:01:53.050" v="111" actId="1076"/>
          <ac:spMkLst>
            <pc:docMk/>
            <pc:sldMk cId="0" sldId="262"/>
            <ac:spMk id="22" creationId="{00000000-0000-0000-0000-000000000000}"/>
          </ac:spMkLst>
        </pc:spChg>
        <pc:spChg chg="mod">
          <ac:chgData name="Ueda Isamu" userId="35289799e0376f2e" providerId="LiveId" clId="{DD31E282-B62B-4911-91B6-43B1B98908F9}" dt="2026-03-26T10:43:08.648" v="294" actId="1076"/>
          <ac:spMkLst>
            <pc:docMk/>
            <pc:sldMk cId="0" sldId="262"/>
            <ac:spMk id="26" creationId="{00000000-0000-0000-0000-000000000000}"/>
          </ac:spMkLst>
        </pc:spChg>
        <pc:spChg chg="mod">
          <ac:chgData name="Ueda Isamu" userId="35289799e0376f2e" providerId="LiveId" clId="{DD31E282-B62B-4911-91B6-43B1B98908F9}" dt="2026-03-26T10:43:08.648" v="294" actId="1076"/>
          <ac:spMkLst>
            <pc:docMk/>
            <pc:sldMk cId="0" sldId="262"/>
            <ac:spMk id="28" creationId="{00000000-0000-0000-0000-000000000000}"/>
          </ac:spMkLst>
        </pc:spChg>
        <pc:spChg chg="mod">
          <ac:chgData name="Ueda Isamu" userId="35289799e0376f2e" providerId="LiveId" clId="{DD31E282-B62B-4911-91B6-43B1B98908F9}" dt="2026-03-26T10:43:08.648" v="294" actId="1076"/>
          <ac:spMkLst>
            <pc:docMk/>
            <pc:sldMk cId="0" sldId="262"/>
            <ac:spMk id="29" creationId="{00000000-0000-0000-0000-000000000000}"/>
          </ac:spMkLst>
        </pc:spChg>
        <pc:spChg chg="mod">
          <ac:chgData name="Ueda Isamu" userId="35289799e0376f2e" providerId="LiveId" clId="{DD31E282-B62B-4911-91B6-43B1B98908F9}" dt="2026-03-26T10:43:08.648" v="294" actId="1076"/>
          <ac:spMkLst>
            <pc:docMk/>
            <pc:sldMk cId="0" sldId="262"/>
            <ac:spMk id="30" creationId="{00000000-0000-0000-0000-000000000000}"/>
          </ac:spMkLst>
        </pc:spChg>
        <pc:spChg chg="mod">
          <ac:chgData name="Ueda Isamu" userId="35289799e0376f2e" providerId="LiveId" clId="{DD31E282-B62B-4911-91B6-43B1B98908F9}" dt="2026-03-26T10:43:08.648" v="294" actId="1076"/>
          <ac:spMkLst>
            <pc:docMk/>
            <pc:sldMk cId="0" sldId="262"/>
            <ac:spMk id="31" creationId="{00000000-0000-0000-0000-000000000000}"/>
          </ac:spMkLst>
        </pc:spChg>
        <pc:spChg chg="mod">
          <ac:chgData name="Ueda Isamu" userId="35289799e0376f2e" providerId="LiveId" clId="{DD31E282-B62B-4911-91B6-43B1B98908F9}" dt="2026-03-26T10:43:14.131" v="295" actId="1076"/>
          <ac:spMkLst>
            <pc:docMk/>
            <pc:sldMk cId="0" sldId="262"/>
            <ac:spMk id="33" creationId="{00000000-0000-0000-0000-000000000000}"/>
          </ac:spMkLst>
        </pc:spChg>
        <pc:spChg chg="mod">
          <ac:chgData name="Ueda Isamu" userId="35289799e0376f2e" providerId="LiveId" clId="{DD31E282-B62B-4911-91B6-43B1B98908F9}" dt="2026-03-26T10:43:14.131" v="295" actId="1076"/>
          <ac:spMkLst>
            <pc:docMk/>
            <pc:sldMk cId="0" sldId="262"/>
            <ac:spMk id="35" creationId="{00000000-0000-0000-0000-000000000000}"/>
          </ac:spMkLst>
        </pc:spChg>
        <pc:spChg chg="mod">
          <ac:chgData name="Ueda Isamu" userId="35289799e0376f2e" providerId="LiveId" clId="{DD31E282-B62B-4911-91B6-43B1B98908F9}" dt="2026-03-26T10:43:14.131" v="295" actId="1076"/>
          <ac:spMkLst>
            <pc:docMk/>
            <pc:sldMk cId="0" sldId="262"/>
            <ac:spMk id="36" creationId="{00000000-0000-0000-0000-000000000000}"/>
          </ac:spMkLst>
        </pc:spChg>
        <pc:spChg chg="mod">
          <ac:chgData name="Ueda Isamu" userId="35289799e0376f2e" providerId="LiveId" clId="{DD31E282-B62B-4911-91B6-43B1B98908F9}" dt="2026-03-26T10:43:23.248" v="298" actId="1076"/>
          <ac:spMkLst>
            <pc:docMk/>
            <pc:sldMk cId="0" sldId="262"/>
            <ac:spMk id="37" creationId="{00000000-0000-0000-0000-000000000000}"/>
          </ac:spMkLst>
        </pc:spChg>
        <pc:spChg chg="mod">
          <ac:chgData name="Ueda Isamu" userId="35289799e0376f2e" providerId="LiveId" clId="{DD31E282-B62B-4911-91B6-43B1B98908F9}" dt="2026-03-26T10:43:14.131" v="295" actId="1076"/>
          <ac:spMkLst>
            <pc:docMk/>
            <pc:sldMk cId="0" sldId="262"/>
            <ac:spMk id="38" creationId="{00000000-0000-0000-0000-000000000000}"/>
          </ac:spMkLst>
        </pc:spChg>
        <pc:spChg chg="mod">
          <ac:chgData name="Ueda Isamu" userId="35289799e0376f2e" providerId="LiveId" clId="{DD31E282-B62B-4911-91B6-43B1B98908F9}" dt="2026-03-26T08:01:49.170" v="109" actId="1076"/>
          <ac:spMkLst>
            <pc:docMk/>
            <pc:sldMk cId="0" sldId="262"/>
            <ac:spMk id="40" creationId="{00000000-0000-0000-0000-000000000000}"/>
          </ac:spMkLst>
        </pc:spChg>
        <pc:spChg chg="mod">
          <ac:chgData name="Ueda Isamu" userId="35289799e0376f2e" providerId="LiveId" clId="{DD31E282-B62B-4911-91B6-43B1B98908F9}" dt="2026-03-26T08:01:54.884" v="112" actId="1076"/>
          <ac:spMkLst>
            <pc:docMk/>
            <pc:sldMk cId="0" sldId="262"/>
            <ac:spMk id="42" creationId="{00000000-0000-0000-0000-000000000000}"/>
          </ac:spMkLst>
        </pc:spChg>
        <pc:spChg chg="mod">
          <ac:chgData name="Ueda Isamu" userId="35289799e0376f2e" providerId="LiveId" clId="{DD31E282-B62B-4911-91B6-43B1B98908F9}" dt="2026-03-26T08:01:28.400" v="102" actId="1076"/>
          <ac:spMkLst>
            <pc:docMk/>
            <pc:sldMk cId="0" sldId="262"/>
            <ac:spMk id="43" creationId="{00000000-0000-0000-0000-000000000000}"/>
          </ac:spMkLst>
        </pc:spChg>
        <pc:spChg chg="mod">
          <ac:chgData name="Ueda Isamu" userId="35289799e0376f2e" providerId="LiveId" clId="{DD31E282-B62B-4911-91B6-43B1B98908F9}" dt="2026-03-26T10:43:25.231" v="299" actId="1076"/>
          <ac:spMkLst>
            <pc:docMk/>
            <pc:sldMk cId="0" sldId="262"/>
            <ac:spMk id="44" creationId="{00000000-0000-0000-0000-000000000000}"/>
          </ac:spMkLst>
        </pc:spChg>
        <pc:spChg chg="mod">
          <ac:chgData name="Ueda Isamu" userId="35289799e0376f2e" providerId="LiveId" clId="{DD31E282-B62B-4911-91B6-43B1B98908F9}" dt="2026-03-26T08:01:45.283" v="108" actId="1076"/>
          <ac:spMkLst>
            <pc:docMk/>
            <pc:sldMk cId="0" sldId="262"/>
            <ac:spMk id="45" creationId="{00000000-0000-0000-0000-000000000000}"/>
          </ac:spMkLst>
        </pc:spChg>
        <pc:spChg chg="mod">
          <ac:chgData name="Ueda Isamu" userId="35289799e0376f2e" providerId="LiveId" clId="{DD31E282-B62B-4911-91B6-43B1B98908F9}" dt="2026-03-26T10:43:08.648" v="294" actId="1076"/>
          <ac:spMkLst>
            <pc:docMk/>
            <pc:sldMk cId="0" sldId="262"/>
            <ac:spMk id="49" creationId="{00000000-0000-0000-0000-000000000000}"/>
          </ac:spMkLst>
        </pc:spChg>
        <pc:spChg chg="mod">
          <ac:chgData name="Ueda Isamu" userId="35289799e0376f2e" providerId="LiveId" clId="{DD31E282-B62B-4911-91B6-43B1B98908F9}" dt="2026-03-26T10:43:08.648" v="294" actId="1076"/>
          <ac:spMkLst>
            <pc:docMk/>
            <pc:sldMk cId="0" sldId="262"/>
            <ac:spMk id="50" creationId="{00000000-0000-0000-0000-000000000000}"/>
          </ac:spMkLst>
        </pc:spChg>
        <pc:spChg chg="mod">
          <ac:chgData name="Ueda Isamu" userId="35289799e0376f2e" providerId="LiveId" clId="{DD31E282-B62B-4911-91B6-43B1B98908F9}" dt="2026-03-26T10:43:18.273" v="296" actId="1076"/>
          <ac:spMkLst>
            <pc:docMk/>
            <pc:sldMk cId="0" sldId="262"/>
            <ac:spMk id="51" creationId="{00000000-0000-0000-0000-000000000000}"/>
          </ac:spMkLst>
        </pc:spChg>
        <pc:spChg chg="mod">
          <ac:chgData name="Ueda Isamu" userId="35289799e0376f2e" providerId="LiveId" clId="{DD31E282-B62B-4911-91B6-43B1B98908F9}" dt="2026-03-26T10:43:14.131" v="295" actId="1076"/>
          <ac:spMkLst>
            <pc:docMk/>
            <pc:sldMk cId="0" sldId="262"/>
            <ac:spMk id="52" creationId="{00000000-0000-0000-0000-000000000000}"/>
          </ac:spMkLst>
        </pc:spChg>
        <pc:spChg chg="mod">
          <ac:chgData name="Ueda Isamu" userId="35289799e0376f2e" providerId="LiveId" clId="{DD31E282-B62B-4911-91B6-43B1B98908F9}" dt="2026-03-26T08:01:41.752" v="106" actId="1076"/>
          <ac:spMkLst>
            <pc:docMk/>
            <pc:sldMk cId="0" sldId="262"/>
            <ac:spMk id="53" creationId="{00000000-0000-0000-0000-000000000000}"/>
          </ac:spMkLst>
        </pc:spChg>
        <pc:spChg chg="mod">
          <ac:chgData name="Ueda Isamu" userId="35289799e0376f2e" providerId="LiveId" clId="{DD31E282-B62B-4911-91B6-43B1B98908F9}" dt="2026-03-26T08:01:43.598" v="107" actId="1076"/>
          <ac:spMkLst>
            <pc:docMk/>
            <pc:sldMk cId="0" sldId="262"/>
            <ac:spMk id="54" creationId="{00000000-0000-0000-0000-000000000000}"/>
          </ac:spMkLst>
        </pc:spChg>
        <pc:spChg chg="mod">
          <ac:chgData name="Ueda Isamu" userId="35289799e0376f2e" providerId="LiveId" clId="{DD31E282-B62B-4911-91B6-43B1B98908F9}" dt="2026-03-26T07:59:17.850" v="44" actId="14100"/>
          <ac:spMkLst>
            <pc:docMk/>
            <pc:sldMk cId="0" sldId="262"/>
            <ac:spMk id="62" creationId="{00000000-0000-0000-0000-000000000000}"/>
          </ac:spMkLst>
        </pc:spChg>
        <pc:spChg chg="mod">
          <ac:chgData name="Ueda Isamu" userId="35289799e0376f2e" providerId="LiveId" clId="{DD31E282-B62B-4911-91B6-43B1B98908F9}" dt="2026-03-26T07:59:15.392" v="43" actId="1076"/>
          <ac:spMkLst>
            <pc:docMk/>
            <pc:sldMk cId="0" sldId="262"/>
            <ac:spMk id="65" creationId="{00000000-0000-0000-0000-000000000000}"/>
          </ac:spMkLst>
        </pc:spChg>
        <pc:spChg chg="mod">
          <ac:chgData name="Ueda Isamu" userId="35289799e0376f2e" providerId="LiveId" clId="{DD31E282-B62B-4911-91B6-43B1B98908F9}" dt="2026-03-26T07:59:35.834" v="48" actId="1076"/>
          <ac:spMkLst>
            <pc:docMk/>
            <pc:sldMk cId="0" sldId="262"/>
            <ac:spMk id="71" creationId="{00000000-0000-0000-0000-000000000000}"/>
          </ac:spMkLst>
        </pc:spChg>
        <pc:spChg chg="mod">
          <ac:chgData name="Ueda Isamu" userId="35289799e0376f2e" providerId="LiveId" clId="{DD31E282-B62B-4911-91B6-43B1B98908F9}" dt="2026-03-26T07:59:37.834" v="49" actId="1076"/>
          <ac:spMkLst>
            <pc:docMk/>
            <pc:sldMk cId="0" sldId="262"/>
            <ac:spMk id="72" creationId="{00000000-0000-0000-0000-000000000000}"/>
          </ac:spMkLst>
        </pc:spChg>
        <pc:spChg chg="mod">
          <ac:chgData name="Ueda Isamu" userId="35289799e0376f2e" providerId="LiveId" clId="{DD31E282-B62B-4911-91B6-43B1B98908F9}" dt="2026-03-26T07:59:27.797" v="46" actId="14100"/>
          <ac:spMkLst>
            <pc:docMk/>
            <pc:sldMk cId="0" sldId="262"/>
            <ac:spMk id="76" creationId="{00000000-0000-0000-0000-000000000000}"/>
          </ac:spMkLst>
        </pc:spChg>
        <pc:grpChg chg="mod">
          <ac:chgData name="Ueda Isamu" userId="35289799e0376f2e" providerId="LiveId" clId="{DD31E282-B62B-4911-91B6-43B1B98908F9}" dt="2026-03-26T07:59:09.616" v="41" actId="14100"/>
          <ac:grpSpMkLst>
            <pc:docMk/>
            <pc:sldMk cId="0" sldId="262"/>
            <ac:grpSpMk id="95" creationId="{AC9D6A09-CDC7-7A9A-2157-83B23DB879BC}"/>
          </ac:grpSpMkLst>
        </pc:grpChg>
        <pc:picChg chg="mod">
          <ac:chgData name="Ueda Isamu" userId="35289799e0376f2e" providerId="LiveId" clId="{DD31E282-B62B-4911-91B6-43B1B98908F9}" dt="2026-03-26T10:43:08.648" v="294" actId="1076"/>
          <ac:picMkLst>
            <pc:docMk/>
            <pc:sldMk cId="0" sldId="262"/>
            <ac:picMk id="25" creationId="{00000000-0000-0000-0000-000000000000}"/>
          </ac:picMkLst>
        </pc:picChg>
        <pc:picChg chg="mod">
          <ac:chgData name="Ueda Isamu" userId="35289799e0376f2e" providerId="LiveId" clId="{DD31E282-B62B-4911-91B6-43B1B98908F9}" dt="2026-03-26T10:43:08.648" v="294" actId="1076"/>
          <ac:picMkLst>
            <pc:docMk/>
            <pc:sldMk cId="0" sldId="262"/>
            <ac:picMk id="27" creationId="{00000000-0000-0000-0000-000000000000}"/>
          </ac:picMkLst>
        </pc:picChg>
        <pc:picChg chg="mod">
          <ac:chgData name="Ueda Isamu" userId="35289799e0376f2e" providerId="LiveId" clId="{DD31E282-B62B-4911-91B6-43B1B98908F9}" dt="2026-03-26T10:43:14.131" v="295" actId="1076"/>
          <ac:picMkLst>
            <pc:docMk/>
            <pc:sldMk cId="0" sldId="262"/>
            <ac:picMk id="32" creationId="{00000000-0000-0000-0000-000000000000}"/>
          </ac:picMkLst>
        </pc:picChg>
        <pc:picChg chg="mod">
          <ac:chgData name="Ueda Isamu" userId="35289799e0376f2e" providerId="LiveId" clId="{DD31E282-B62B-4911-91B6-43B1B98908F9}" dt="2026-03-26T10:43:14.131" v="295" actId="1076"/>
          <ac:picMkLst>
            <pc:docMk/>
            <pc:sldMk cId="0" sldId="262"/>
            <ac:picMk id="34" creationId="{00000000-0000-0000-0000-000000000000}"/>
          </ac:picMkLst>
        </pc:picChg>
        <pc:picChg chg="mod">
          <ac:chgData name="Ueda Isamu" userId="35289799e0376f2e" providerId="LiveId" clId="{DD31E282-B62B-4911-91B6-43B1B98908F9}" dt="2026-03-26T08:01:52.073" v="110" actId="1076"/>
          <ac:picMkLst>
            <pc:docMk/>
            <pc:sldMk cId="0" sldId="262"/>
            <ac:picMk id="39" creationId="{00000000-0000-0000-0000-000000000000}"/>
          </ac:picMkLst>
        </pc:picChg>
        <pc:picChg chg="mod">
          <ac:chgData name="Ueda Isamu" userId="35289799e0376f2e" providerId="LiveId" clId="{DD31E282-B62B-4911-91B6-43B1B98908F9}" dt="2026-03-26T08:01:49.170" v="109" actId="1076"/>
          <ac:picMkLst>
            <pc:docMk/>
            <pc:sldMk cId="0" sldId="262"/>
            <ac:picMk id="41" creationId="{00000000-0000-0000-0000-000000000000}"/>
          </ac:picMkLst>
        </pc:picChg>
        <pc:picChg chg="mod">
          <ac:chgData name="Ueda Isamu" userId="35289799e0376f2e" providerId="LiveId" clId="{DD31E282-B62B-4911-91B6-43B1B98908F9}" dt="2026-03-26T07:59:22.667" v="45" actId="14100"/>
          <ac:picMkLst>
            <pc:docMk/>
            <pc:sldMk cId="0" sldId="262"/>
            <ac:picMk id="57" creationId="{00000000-0000-0000-0000-000000000000}"/>
          </ac:picMkLst>
        </pc:picChg>
      </pc:sldChg>
      <pc:sldChg chg="modSp mod">
        <pc:chgData name="Ueda Isamu" userId="35289799e0376f2e" providerId="LiveId" clId="{DD31E282-B62B-4911-91B6-43B1B98908F9}" dt="2026-03-26T07:59:01.804" v="40" actId="20577"/>
        <pc:sldMkLst>
          <pc:docMk/>
          <pc:sldMk cId="0" sldId="263"/>
        </pc:sldMkLst>
        <pc:spChg chg="mod">
          <ac:chgData name="Ueda Isamu" userId="35289799e0376f2e" providerId="LiveId" clId="{DD31E282-B62B-4911-91B6-43B1B98908F9}" dt="2026-03-26T07:58:37.016" v="10" actId="403"/>
          <ac:spMkLst>
            <pc:docMk/>
            <pc:sldMk cId="0" sldId="263"/>
            <ac:spMk id="31" creationId="{00000000-0000-0000-0000-000000000000}"/>
          </ac:spMkLst>
        </pc:spChg>
        <pc:spChg chg="mod">
          <ac:chgData name="Ueda Isamu" userId="35289799e0376f2e" providerId="LiveId" clId="{DD31E282-B62B-4911-91B6-43B1B98908F9}" dt="2026-03-26T07:59:01.804" v="40" actId="20577"/>
          <ac:spMkLst>
            <pc:docMk/>
            <pc:sldMk cId="0" sldId="263"/>
            <ac:spMk id="54" creationId="{00000000-0000-0000-0000-000000000000}"/>
          </ac:spMkLst>
        </pc:spChg>
      </pc:sldChg>
      <pc:sldChg chg="addSp delSp modSp mod">
        <pc:chgData name="Ueda Isamu" userId="35289799e0376f2e" providerId="LiveId" clId="{DD31E282-B62B-4911-91B6-43B1B98908F9}" dt="2026-03-26T10:53:31.625" v="365" actId="27636"/>
        <pc:sldMkLst>
          <pc:docMk/>
          <pc:sldMk cId="0" sldId="264"/>
        </pc:sldMkLst>
        <pc:spChg chg="mod">
          <ac:chgData name="Ueda Isamu" userId="35289799e0376f2e" providerId="LiveId" clId="{DD31E282-B62B-4911-91B6-43B1B98908F9}" dt="2026-03-26T10:39:50.087" v="128" actId="1076"/>
          <ac:spMkLst>
            <pc:docMk/>
            <pc:sldMk cId="0" sldId="264"/>
            <ac:spMk id="5" creationId="{00000000-0000-0000-0000-000000000000}"/>
          </ac:spMkLst>
        </pc:spChg>
        <pc:spChg chg="mod">
          <ac:chgData name="Ueda Isamu" userId="35289799e0376f2e" providerId="LiveId" clId="{DD31E282-B62B-4911-91B6-43B1B98908F9}" dt="2026-03-26T10:34:47.727" v="119" actId="14100"/>
          <ac:spMkLst>
            <pc:docMk/>
            <pc:sldMk cId="0" sldId="264"/>
            <ac:spMk id="9" creationId="{00000000-0000-0000-0000-000000000000}"/>
          </ac:spMkLst>
        </pc:spChg>
        <pc:spChg chg="mod">
          <ac:chgData name="Ueda Isamu" userId="35289799e0376f2e" providerId="LiveId" clId="{DD31E282-B62B-4911-91B6-43B1B98908F9}" dt="2026-03-26T10:53:31.568" v="355" actId="27636"/>
          <ac:spMkLst>
            <pc:docMk/>
            <pc:sldMk cId="0" sldId="264"/>
            <ac:spMk id="13" creationId="{00000000-0000-0000-0000-000000000000}"/>
          </ac:spMkLst>
        </pc:spChg>
        <pc:spChg chg="mod">
          <ac:chgData name="Ueda Isamu" userId="35289799e0376f2e" providerId="LiveId" clId="{DD31E282-B62B-4911-91B6-43B1B98908F9}" dt="2026-03-26T10:53:31.528" v="345" actId="27636"/>
          <ac:spMkLst>
            <pc:docMk/>
            <pc:sldMk cId="0" sldId="264"/>
            <ac:spMk id="15" creationId="{00000000-0000-0000-0000-000000000000}"/>
          </ac:spMkLst>
        </pc:spChg>
        <pc:spChg chg="mod">
          <ac:chgData name="Ueda Isamu" userId="35289799e0376f2e" providerId="LiveId" clId="{DD31E282-B62B-4911-91B6-43B1B98908F9}" dt="2026-03-26T10:39:48.013" v="127" actId="27636"/>
          <ac:spMkLst>
            <pc:docMk/>
            <pc:sldMk cId="0" sldId="264"/>
            <ac:spMk id="17" creationId="{00000000-0000-0000-0000-000000000000}"/>
          </ac:spMkLst>
        </pc:spChg>
        <pc:spChg chg="mod">
          <ac:chgData name="Ueda Isamu" userId="35289799e0376f2e" providerId="LiveId" clId="{DD31E282-B62B-4911-91B6-43B1B98908F9}" dt="2026-03-26T10:39:57.984" v="133" actId="14100"/>
          <ac:spMkLst>
            <pc:docMk/>
            <pc:sldMk cId="0" sldId="264"/>
            <ac:spMk id="21" creationId="{00000000-0000-0000-0000-000000000000}"/>
          </ac:spMkLst>
        </pc:spChg>
        <pc:spChg chg="mod">
          <ac:chgData name="Ueda Isamu" userId="35289799e0376f2e" providerId="LiveId" clId="{DD31E282-B62B-4911-91B6-43B1B98908F9}" dt="2026-03-26T10:53:31.538" v="348" actId="27636"/>
          <ac:spMkLst>
            <pc:docMk/>
            <pc:sldMk cId="0" sldId="264"/>
            <ac:spMk id="22" creationId="{00000000-0000-0000-0000-000000000000}"/>
          </ac:spMkLst>
        </pc:spChg>
        <pc:spChg chg="mod">
          <ac:chgData name="Ueda Isamu" userId="35289799e0376f2e" providerId="LiveId" clId="{DD31E282-B62B-4911-91B6-43B1B98908F9}" dt="2026-03-26T10:53:31.536" v="347" actId="27636"/>
          <ac:spMkLst>
            <pc:docMk/>
            <pc:sldMk cId="0" sldId="264"/>
            <ac:spMk id="24" creationId="{00000000-0000-0000-0000-000000000000}"/>
          </ac:spMkLst>
        </pc:spChg>
        <pc:spChg chg="del">
          <ac:chgData name="Ueda Isamu" userId="35289799e0376f2e" providerId="LiveId" clId="{DD31E282-B62B-4911-91B6-43B1B98908F9}" dt="2026-03-26T10:44:08.848" v="304" actId="478"/>
          <ac:spMkLst>
            <pc:docMk/>
            <pc:sldMk cId="0" sldId="264"/>
            <ac:spMk id="29" creationId="{00000000-0000-0000-0000-000000000000}"/>
          </ac:spMkLst>
        </pc:spChg>
        <pc:spChg chg="del mod">
          <ac:chgData name="Ueda Isamu" userId="35289799e0376f2e" providerId="LiveId" clId="{DD31E282-B62B-4911-91B6-43B1B98908F9}" dt="2026-03-26T10:44:09.736" v="305" actId="478"/>
          <ac:spMkLst>
            <pc:docMk/>
            <pc:sldMk cId="0" sldId="264"/>
            <ac:spMk id="30" creationId="{00000000-0000-0000-0000-000000000000}"/>
          </ac:spMkLst>
        </pc:spChg>
        <pc:spChg chg="mod">
          <ac:chgData name="Ueda Isamu" userId="35289799e0376f2e" providerId="LiveId" clId="{DD31E282-B62B-4911-91B6-43B1B98908F9}" dt="2026-03-26T10:44:06.848" v="302" actId="20577"/>
          <ac:spMkLst>
            <pc:docMk/>
            <pc:sldMk cId="0" sldId="264"/>
            <ac:spMk id="31" creationId="{00000000-0000-0000-0000-000000000000}"/>
          </ac:spMkLst>
        </pc:spChg>
        <pc:spChg chg="mod">
          <ac:chgData name="Ueda Isamu" userId="35289799e0376f2e" providerId="LiveId" clId="{DD31E282-B62B-4911-91B6-43B1B98908F9}" dt="2026-03-26T10:53:31.543" v="349" actId="27636"/>
          <ac:spMkLst>
            <pc:docMk/>
            <pc:sldMk cId="0" sldId="264"/>
            <ac:spMk id="32" creationId="{00000000-0000-0000-0000-000000000000}"/>
          </ac:spMkLst>
        </pc:spChg>
        <pc:spChg chg="del">
          <ac:chgData name="Ueda Isamu" userId="35289799e0376f2e" providerId="LiveId" clId="{DD31E282-B62B-4911-91B6-43B1B98908F9}" dt="2026-03-26T10:44:12.082" v="307" actId="478"/>
          <ac:spMkLst>
            <pc:docMk/>
            <pc:sldMk cId="0" sldId="264"/>
            <ac:spMk id="33" creationId="{00000000-0000-0000-0000-000000000000}"/>
          </ac:spMkLst>
        </pc:spChg>
        <pc:spChg chg="del mod">
          <ac:chgData name="Ueda Isamu" userId="35289799e0376f2e" providerId="LiveId" clId="{DD31E282-B62B-4911-91B6-43B1B98908F9}" dt="2026-03-26T10:44:07.437" v="303" actId="478"/>
          <ac:spMkLst>
            <pc:docMk/>
            <pc:sldMk cId="0" sldId="264"/>
            <ac:spMk id="34" creationId="{00000000-0000-0000-0000-000000000000}"/>
          </ac:spMkLst>
        </pc:spChg>
        <pc:spChg chg="del">
          <ac:chgData name="Ueda Isamu" userId="35289799e0376f2e" providerId="LiveId" clId="{DD31E282-B62B-4911-91B6-43B1B98908F9}" dt="2026-03-26T10:44:13.466" v="308" actId="478"/>
          <ac:spMkLst>
            <pc:docMk/>
            <pc:sldMk cId="0" sldId="264"/>
            <ac:spMk id="35" creationId="{00000000-0000-0000-0000-000000000000}"/>
          </ac:spMkLst>
        </pc:spChg>
        <pc:spChg chg="del mod">
          <ac:chgData name="Ueda Isamu" userId="35289799e0376f2e" providerId="LiveId" clId="{DD31E282-B62B-4911-91B6-43B1B98908F9}" dt="2026-03-26T10:44:11.285" v="306" actId="478"/>
          <ac:spMkLst>
            <pc:docMk/>
            <pc:sldMk cId="0" sldId="264"/>
            <ac:spMk id="36" creationId="{00000000-0000-0000-0000-000000000000}"/>
          </ac:spMkLst>
        </pc:spChg>
        <pc:spChg chg="mod">
          <ac:chgData name="Ueda Isamu" userId="35289799e0376f2e" providerId="LiveId" clId="{DD31E282-B62B-4911-91B6-43B1B98908F9}" dt="2026-03-26T10:53:31.532" v="346" actId="27636"/>
          <ac:spMkLst>
            <pc:docMk/>
            <pc:sldMk cId="0" sldId="264"/>
            <ac:spMk id="37" creationId="{00000000-0000-0000-0000-000000000000}"/>
          </ac:spMkLst>
        </pc:spChg>
        <pc:spChg chg="mod">
          <ac:chgData name="Ueda Isamu" userId="35289799e0376f2e" providerId="LiveId" clId="{DD31E282-B62B-4911-91B6-43B1B98908F9}" dt="2026-03-26T10:53:31.551" v="351" actId="27636"/>
          <ac:spMkLst>
            <pc:docMk/>
            <pc:sldMk cId="0" sldId="264"/>
            <ac:spMk id="39" creationId="{00000000-0000-0000-0000-000000000000}"/>
          </ac:spMkLst>
        </pc:spChg>
        <pc:spChg chg="mod">
          <ac:chgData name="Ueda Isamu" userId="35289799e0376f2e" providerId="LiveId" clId="{DD31E282-B62B-4911-91B6-43B1B98908F9}" dt="2026-03-26T10:45:05.313" v="337" actId="27636"/>
          <ac:spMkLst>
            <pc:docMk/>
            <pc:sldMk cId="0" sldId="264"/>
            <ac:spMk id="41" creationId="{00000000-0000-0000-0000-000000000000}"/>
          </ac:spMkLst>
        </pc:spChg>
        <pc:spChg chg="mod">
          <ac:chgData name="Ueda Isamu" userId="35289799e0376f2e" providerId="LiveId" clId="{DD31E282-B62B-4911-91B6-43B1B98908F9}" dt="2026-03-26T10:45:03.300" v="335" actId="14100"/>
          <ac:spMkLst>
            <pc:docMk/>
            <pc:sldMk cId="0" sldId="264"/>
            <ac:spMk id="43" creationId="{00000000-0000-0000-0000-000000000000}"/>
          </ac:spMkLst>
        </pc:spChg>
        <pc:spChg chg="mod">
          <ac:chgData name="Ueda Isamu" userId="35289799e0376f2e" providerId="LiveId" clId="{DD31E282-B62B-4911-91B6-43B1B98908F9}" dt="2026-03-26T10:45:01.194" v="333" actId="27636"/>
          <ac:spMkLst>
            <pc:docMk/>
            <pc:sldMk cId="0" sldId="264"/>
            <ac:spMk id="44" creationId="{00000000-0000-0000-0000-000000000000}"/>
          </ac:spMkLst>
        </pc:spChg>
        <pc:spChg chg="mod">
          <ac:chgData name="Ueda Isamu" userId="35289799e0376f2e" providerId="LiveId" clId="{DD31E282-B62B-4911-91B6-43B1B98908F9}" dt="2026-03-26T10:53:31.597" v="362" actId="27636"/>
          <ac:spMkLst>
            <pc:docMk/>
            <pc:sldMk cId="0" sldId="264"/>
            <ac:spMk id="45" creationId="{00000000-0000-0000-0000-000000000000}"/>
          </ac:spMkLst>
        </pc:spChg>
        <pc:spChg chg="mod">
          <ac:chgData name="Ueda Isamu" userId="35289799e0376f2e" providerId="LiveId" clId="{DD31E282-B62B-4911-91B6-43B1B98908F9}" dt="2026-03-26T10:44:51.202" v="317" actId="27636"/>
          <ac:spMkLst>
            <pc:docMk/>
            <pc:sldMk cId="0" sldId="264"/>
            <ac:spMk id="46" creationId="{00000000-0000-0000-0000-000000000000}"/>
          </ac:spMkLst>
        </pc:spChg>
        <pc:spChg chg="mod">
          <ac:chgData name="Ueda Isamu" userId="35289799e0376f2e" providerId="LiveId" clId="{DD31E282-B62B-4911-91B6-43B1B98908F9}" dt="2026-03-26T10:44:58.551" v="331" actId="14100"/>
          <ac:spMkLst>
            <pc:docMk/>
            <pc:sldMk cId="0" sldId="264"/>
            <ac:spMk id="47" creationId="{00000000-0000-0000-0000-000000000000}"/>
          </ac:spMkLst>
        </pc:spChg>
        <pc:spChg chg="mod">
          <ac:chgData name="Ueda Isamu" userId="35289799e0376f2e" providerId="LiveId" clId="{DD31E282-B62B-4911-91B6-43B1B98908F9}" dt="2026-03-26T10:53:31.543" v="350" actId="27636"/>
          <ac:spMkLst>
            <pc:docMk/>
            <pc:sldMk cId="0" sldId="264"/>
            <ac:spMk id="49" creationId="{00000000-0000-0000-0000-000000000000}"/>
          </ac:spMkLst>
        </pc:spChg>
        <pc:spChg chg="mod">
          <ac:chgData name="Ueda Isamu" userId="35289799e0376f2e" providerId="LiveId" clId="{DD31E282-B62B-4911-91B6-43B1B98908F9}" dt="2026-03-26T10:53:31.553" v="352" actId="27636"/>
          <ac:spMkLst>
            <pc:docMk/>
            <pc:sldMk cId="0" sldId="264"/>
            <ac:spMk id="50" creationId="{00000000-0000-0000-0000-000000000000}"/>
          </ac:spMkLst>
        </pc:spChg>
        <pc:spChg chg="mod">
          <ac:chgData name="Ueda Isamu" userId="35289799e0376f2e" providerId="LiveId" clId="{DD31E282-B62B-4911-91B6-43B1B98908F9}" dt="2026-03-26T10:53:31.559" v="353" actId="27636"/>
          <ac:spMkLst>
            <pc:docMk/>
            <pc:sldMk cId="0" sldId="264"/>
            <ac:spMk id="52" creationId="{00000000-0000-0000-0000-000000000000}"/>
          </ac:spMkLst>
        </pc:spChg>
        <pc:spChg chg="mod">
          <ac:chgData name="Ueda Isamu" userId="35289799e0376f2e" providerId="LiveId" clId="{DD31E282-B62B-4911-91B6-43B1B98908F9}" dt="2026-03-26T10:53:31.585" v="359" actId="27636"/>
          <ac:spMkLst>
            <pc:docMk/>
            <pc:sldMk cId="0" sldId="264"/>
            <ac:spMk id="54" creationId="{00000000-0000-0000-0000-000000000000}"/>
          </ac:spMkLst>
        </pc:spChg>
        <pc:spChg chg="mod">
          <ac:chgData name="Ueda Isamu" userId="35289799e0376f2e" providerId="LiveId" clId="{DD31E282-B62B-4911-91B6-43B1B98908F9}" dt="2026-03-26T10:53:31.565" v="354" actId="27636"/>
          <ac:spMkLst>
            <pc:docMk/>
            <pc:sldMk cId="0" sldId="264"/>
            <ac:spMk id="56" creationId="{00000000-0000-0000-0000-000000000000}"/>
          </ac:spMkLst>
        </pc:spChg>
        <pc:spChg chg="mod">
          <ac:chgData name="Ueda Isamu" userId="35289799e0376f2e" providerId="LiveId" clId="{DD31E282-B62B-4911-91B6-43B1B98908F9}" dt="2026-03-26T10:53:31.572" v="356" actId="27636"/>
          <ac:spMkLst>
            <pc:docMk/>
            <pc:sldMk cId="0" sldId="264"/>
            <ac:spMk id="58" creationId="{00000000-0000-0000-0000-000000000000}"/>
          </ac:spMkLst>
        </pc:spChg>
        <pc:spChg chg="mod">
          <ac:chgData name="Ueda Isamu" userId="35289799e0376f2e" providerId="LiveId" clId="{DD31E282-B62B-4911-91B6-43B1B98908F9}" dt="2026-03-26T10:53:31.597" v="361" actId="27636"/>
          <ac:spMkLst>
            <pc:docMk/>
            <pc:sldMk cId="0" sldId="264"/>
            <ac:spMk id="62" creationId="{00000000-0000-0000-0000-000000000000}"/>
          </ac:spMkLst>
        </pc:spChg>
        <pc:spChg chg="mod">
          <ac:chgData name="Ueda Isamu" userId="35289799e0376f2e" providerId="LiveId" clId="{DD31E282-B62B-4911-91B6-43B1B98908F9}" dt="2026-03-26T10:53:31.579" v="358" actId="27636"/>
          <ac:spMkLst>
            <pc:docMk/>
            <pc:sldMk cId="0" sldId="264"/>
            <ac:spMk id="63" creationId="{00000000-0000-0000-0000-000000000000}"/>
          </ac:spMkLst>
        </pc:spChg>
        <pc:spChg chg="mod">
          <ac:chgData name="Ueda Isamu" userId="35289799e0376f2e" providerId="LiveId" clId="{DD31E282-B62B-4911-91B6-43B1B98908F9}" dt="2026-03-26T10:53:31.575" v="357" actId="27636"/>
          <ac:spMkLst>
            <pc:docMk/>
            <pc:sldMk cId="0" sldId="264"/>
            <ac:spMk id="65" creationId="{00000000-0000-0000-0000-000000000000}"/>
          </ac:spMkLst>
        </pc:spChg>
        <pc:spChg chg="mod">
          <ac:chgData name="Ueda Isamu" userId="35289799e0376f2e" providerId="LiveId" clId="{DD31E282-B62B-4911-91B6-43B1B98908F9}" dt="2026-03-26T10:53:31.592" v="360" actId="27636"/>
          <ac:spMkLst>
            <pc:docMk/>
            <pc:sldMk cId="0" sldId="264"/>
            <ac:spMk id="66" creationId="{00000000-0000-0000-0000-000000000000}"/>
          </ac:spMkLst>
        </pc:spChg>
        <pc:spChg chg="mod">
          <ac:chgData name="Ueda Isamu" userId="35289799e0376f2e" providerId="LiveId" clId="{DD31E282-B62B-4911-91B6-43B1B98908F9}" dt="2026-03-26T10:53:31.607" v="363" actId="27636"/>
          <ac:spMkLst>
            <pc:docMk/>
            <pc:sldMk cId="0" sldId="264"/>
            <ac:spMk id="70" creationId="{00000000-0000-0000-0000-000000000000}"/>
          </ac:spMkLst>
        </pc:spChg>
        <pc:spChg chg="mod">
          <ac:chgData name="Ueda Isamu" userId="35289799e0376f2e" providerId="LiveId" clId="{DD31E282-B62B-4911-91B6-43B1B98908F9}" dt="2026-03-26T10:53:31.618" v="364" actId="27636"/>
          <ac:spMkLst>
            <pc:docMk/>
            <pc:sldMk cId="0" sldId="264"/>
            <ac:spMk id="71" creationId="{00000000-0000-0000-0000-000000000000}"/>
          </ac:spMkLst>
        </pc:spChg>
        <pc:spChg chg="mod">
          <ac:chgData name="Ueda Isamu" userId="35289799e0376f2e" providerId="LiveId" clId="{DD31E282-B62B-4911-91B6-43B1B98908F9}" dt="2026-03-26T10:53:31.625" v="365" actId="27636"/>
          <ac:spMkLst>
            <pc:docMk/>
            <pc:sldMk cId="0" sldId="264"/>
            <ac:spMk id="72" creationId="{00000000-0000-0000-0000-000000000000}"/>
          </ac:spMkLst>
        </pc:spChg>
        <pc:picChg chg="mod">
          <ac:chgData name="Ueda Isamu" userId="35289799e0376f2e" providerId="LiveId" clId="{DD31E282-B62B-4911-91B6-43B1B98908F9}" dt="2026-03-26T10:39:54.667" v="132" actId="14100"/>
          <ac:picMkLst>
            <pc:docMk/>
            <pc:sldMk cId="0" sldId="264"/>
            <ac:picMk id="18" creationId="{00000000-0000-0000-0000-000000000000}"/>
          </ac:picMkLst>
        </pc:picChg>
        <pc:picChg chg="add mod">
          <ac:chgData name="Ueda Isamu" userId="35289799e0376f2e" providerId="LiveId" clId="{DD31E282-B62B-4911-91B6-43B1B98908F9}" dt="2026-03-26T10:44:44.900" v="315" actId="27614"/>
          <ac:picMkLst>
            <pc:docMk/>
            <pc:sldMk cId="0" sldId="264"/>
            <ac:picMk id="68" creationId="{A7EF474C-C648-5EF5-1CBA-63E5B4BD8920}"/>
          </ac:picMkLst>
        </pc:picChg>
      </pc:sldChg>
      <pc:sldChg chg="delSp modSp mod">
        <pc:chgData name="Ueda Isamu" userId="35289799e0376f2e" providerId="LiveId" clId="{DD31E282-B62B-4911-91B6-43B1B98908F9}" dt="2026-03-26T10:45:27.014" v="342" actId="404"/>
        <pc:sldMkLst>
          <pc:docMk/>
          <pc:sldMk cId="0" sldId="265"/>
        </pc:sldMkLst>
        <pc:spChg chg="del mod">
          <ac:chgData name="Ueda Isamu" userId="35289799e0376f2e" providerId="LiveId" clId="{DD31E282-B62B-4911-91B6-43B1B98908F9}" dt="2026-03-26T10:45:15.518" v="339" actId="478"/>
          <ac:spMkLst>
            <pc:docMk/>
            <pc:sldMk cId="0" sldId="265"/>
            <ac:spMk id="7" creationId="{00000000-0000-0000-0000-000000000000}"/>
          </ac:spMkLst>
        </pc:spChg>
        <pc:spChg chg="mod">
          <ac:chgData name="Ueda Isamu" userId="35289799e0376f2e" providerId="LiveId" clId="{DD31E282-B62B-4911-91B6-43B1B98908F9}" dt="2026-03-26T10:45:23.680" v="341" actId="404"/>
          <ac:spMkLst>
            <pc:docMk/>
            <pc:sldMk cId="0" sldId="265"/>
            <ac:spMk id="12" creationId="{00000000-0000-0000-0000-000000000000}"/>
          </ac:spMkLst>
        </pc:spChg>
        <pc:spChg chg="mod">
          <ac:chgData name="Ueda Isamu" userId="35289799e0376f2e" providerId="LiveId" clId="{DD31E282-B62B-4911-91B6-43B1B98908F9}" dt="2026-03-26T10:40:07.634" v="137" actId="403"/>
          <ac:spMkLst>
            <pc:docMk/>
            <pc:sldMk cId="0" sldId="265"/>
            <ac:spMk id="14" creationId="{00000000-0000-0000-0000-000000000000}"/>
          </ac:spMkLst>
        </pc:spChg>
        <pc:spChg chg="mod">
          <ac:chgData name="Ueda Isamu" userId="35289799e0376f2e" providerId="LiveId" clId="{DD31E282-B62B-4911-91B6-43B1B98908F9}" dt="2026-03-26T10:45:27.014" v="342" actId="404"/>
          <ac:spMkLst>
            <pc:docMk/>
            <pc:sldMk cId="0" sldId="265"/>
            <ac:spMk id="16" creationId="{00000000-0000-0000-0000-000000000000}"/>
          </ac:spMkLst>
        </pc:spChg>
        <pc:spChg chg="mod">
          <ac:chgData name="Ueda Isamu" userId="35289799e0376f2e" providerId="LiveId" clId="{DD31E282-B62B-4911-91B6-43B1B98908F9}" dt="2026-03-26T10:40:12.181" v="139" actId="1076"/>
          <ac:spMkLst>
            <pc:docMk/>
            <pc:sldMk cId="0" sldId="265"/>
            <ac:spMk id="20" creationId="{00000000-0000-0000-0000-000000000000}"/>
          </ac:spMkLst>
        </pc:spChg>
        <pc:spChg chg="mod">
          <ac:chgData name="Ueda Isamu" userId="35289799e0376f2e" providerId="LiveId" clId="{DD31E282-B62B-4911-91B6-43B1B98908F9}" dt="2026-03-26T10:40:13.866" v="140" actId="1076"/>
          <ac:spMkLst>
            <pc:docMk/>
            <pc:sldMk cId="0" sldId="265"/>
            <ac:spMk id="21" creationId="{00000000-0000-0000-0000-000000000000}"/>
          </ac:spMkLst>
        </pc:spChg>
        <pc:spChg chg="mod">
          <ac:chgData name="Ueda Isamu" userId="35289799e0376f2e" providerId="LiveId" clId="{DD31E282-B62B-4911-91B6-43B1B98908F9}" dt="2026-03-26T10:40:18.583" v="142" actId="1076"/>
          <ac:spMkLst>
            <pc:docMk/>
            <pc:sldMk cId="0" sldId="265"/>
            <ac:spMk id="24" creationId="{00000000-0000-0000-0000-000000000000}"/>
          </ac:spMkLst>
        </pc:spChg>
        <pc:spChg chg="mod">
          <ac:chgData name="Ueda Isamu" userId="35289799e0376f2e" providerId="LiveId" clId="{DD31E282-B62B-4911-91B6-43B1B98908F9}" dt="2026-03-26T10:40:23.100" v="143" actId="14100"/>
          <ac:spMkLst>
            <pc:docMk/>
            <pc:sldMk cId="0" sldId="265"/>
            <ac:spMk id="29" creationId="{00000000-0000-0000-0000-000000000000}"/>
          </ac:spMkLst>
        </pc:spChg>
        <pc:spChg chg="del">
          <ac:chgData name="Ueda Isamu" userId="35289799e0376f2e" providerId="LiveId" clId="{DD31E282-B62B-4911-91B6-43B1B98908F9}" dt="2026-03-26T10:45:16.218" v="340" actId="478"/>
          <ac:spMkLst>
            <pc:docMk/>
            <pc:sldMk cId="0" sldId="265"/>
            <ac:spMk id="34" creationId="{00000000-0000-0000-0000-000000000000}"/>
          </ac:spMkLst>
        </pc:spChg>
        <pc:spChg chg="mod">
          <ac:chgData name="Ueda Isamu" userId="35289799e0376f2e" providerId="LiveId" clId="{DD31E282-B62B-4911-91B6-43B1B98908F9}" dt="2026-03-26T10:40:33.067" v="146" actId="1076"/>
          <ac:spMkLst>
            <pc:docMk/>
            <pc:sldMk cId="0" sldId="265"/>
            <ac:spMk id="37" creationId="{00000000-0000-0000-0000-000000000000}"/>
          </ac:spMkLst>
        </pc:spChg>
        <pc:spChg chg="mod">
          <ac:chgData name="Ueda Isamu" userId="35289799e0376f2e" providerId="LiveId" clId="{DD31E282-B62B-4911-91B6-43B1B98908F9}" dt="2026-03-24T23:20:17.087" v="0" actId="14100"/>
          <ac:spMkLst>
            <pc:docMk/>
            <pc:sldMk cId="0" sldId="265"/>
            <ac:spMk id="48" creationId="{00000000-0000-0000-0000-000000000000}"/>
          </ac:spMkLst>
        </pc:spChg>
        <pc:picChg chg="mod">
          <ac:chgData name="Ueda Isamu" userId="35289799e0376f2e" providerId="LiveId" clId="{DD31E282-B62B-4911-91B6-43B1B98908F9}" dt="2026-03-26T10:40:39.660" v="148" actId="1076"/>
          <ac:picMkLst>
            <pc:docMk/>
            <pc:sldMk cId="0" sldId="265"/>
            <ac:picMk id="17" creationId="{00000000-0000-0000-0000-000000000000}"/>
          </ac:picMkLst>
        </pc:picChg>
        <pc:picChg chg="mod">
          <ac:chgData name="Ueda Isamu" userId="35289799e0376f2e" providerId="LiveId" clId="{DD31E282-B62B-4911-91B6-43B1B98908F9}" dt="2026-03-26T10:40:10.033" v="138" actId="1076"/>
          <ac:picMkLst>
            <pc:docMk/>
            <pc:sldMk cId="0" sldId="265"/>
            <ac:picMk id="19" creationId="{00000000-0000-0000-0000-000000000000}"/>
          </ac:picMkLst>
        </pc:picChg>
        <pc:picChg chg="mod">
          <ac:chgData name="Ueda Isamu" userId="35289799e0376f2e" providerId="LiveId" clId="{DD31E282-B62B-4911-91B6-43B1B98908F9}" dt="2026-03-26T10:40:30.167" v="145" actId="1076"/>
          <ac:picMkLst>
            <pc:docMk/>
            <pc:sldMk cId="0" sldId="265"/>
            <ac:picMk id="35" creationId="{00000000-0000-0000-0000-000000000000}"/>
          </ac:picMkLst>
        </pc:picChg>
        <pc:picChg chg="mod">
          <ac:chgData name="Ueda Isamu" userId="35289799e0376f2e" providerId="LiveId" clId="{DD31E282-B62B-4911-91B6-43B1B98908F9}" dt="2026-03-26T10:40:30.167" v="145" actId="1076"/>
          <ac:picMkLst>
            <pc:docMk/>
            <pc:sldMk cId="0" sldId="265"/>
            <ac:picMk id="36" creationId="{00000000-0000-0000-0000-000000000000}"/>
          </ac:picMkLst>
        </pc:picChg>
      </pc:sldChg>
      <pc:sldChg chg="modSp mod">
        <pc:chgData name="Ueda Isamu" userId="35289799e0376f2e" providerId="LiveId" clId="{DD31E282-B62B-4911-91B6-43B1B98908F9}" dt="2026-03-26T10:41:09.187" v="157" actId="20577"/>
        <pc:sldMkLst>
          <pc:docMk/>
          <pc:sldMk cId="0" sldId="266"/>
        </pc:sldMkLst>
        <pc:spChg chg="mod">
          <ac:chgData name="Ueda Isamu" userId="35289799e0376f2e" providerId="LiveId" clId="{DD31E282-B62B-4911-91B6-43B1B98908F9}" dt="2026-03-26T07:23:46.343" v="1" actId="14100"/>
          <ac:spMkLst>
            <pc:docMk/>
            <pc:sldMk cId="0" sldId="266"/>
            <ac:spMk id="9" creationId="{00000000-0000-0000-0000-000000000000}"/>
          </ac:spMkLst>
        </pc:spChg>
        <pc:spChg chg="mod">
          <ac:chgData name="Ueda Isamu" userId="35289799e0376f2e" providerId="LiveId" clId="{DD31E282-B62B-4911-91B6-43B1B98908F9}" dt="2026-03-26T10:41:09.187" v="157" actId="20577"/>
          <ac:spMkLst>
            <pc:docMk/>
            <pc:sldMk cId="0" sldId="266"/>
            <ac:spMk id="10" creationId="{00000000-0000-0000-0000-000000000000}"/>
          </ac:spMkLst>
        </pc:spChg>
        <pc:spChg chg="mod">
          <ac:chgData name="Ueda Isamu" userId="35289799e0376f2e" providerId="LiveId" clId="{DD31E282-B62B-4911-91B6-43B1B98908F9}" dt="2026-03-26T10:40:47.967" v="150" actId="20577"/>
          <ac:spMkLst>
            <pc:docMk/>
            <pc:sldMk cId="0" sldId="266"/>
            <ac:spMk id="14" creationId="{00000000-0000-0000-0000-000000000000}"/>
          </ac:spMkLst>
        </pc:spChg>
        <pc:spChg chg="mod">
          <ac:chgData name="Ueda Isamu" userId="35289799e0376f2e" providerId="LiveId" clId="{DD31E282-B62B-4911-91B6-43B1B98908F9}" dt="2026-03-26T10:41:06.001" v="156" actId="1076"/>
          <ac:spMkLst>
            <pc:docMk/>
            <pc:sldMk cId="0" sldId="266"/>
            <ac:spMk id="15" creationId="{00000000-0000-0000-0000-000000000000}"/>
          </ac:spMkLst>
        </pc:spChg>
        <pc:spChg chg="mod">
          <ac:chgData name="Ueda Isamu" userId="35289799e0376f2e" providerId="LiveId" clId="{DD31E282-B62B-4911-91B6-43B1B98908F9}" dt="2026-03-26T10:40:55.210" v="152" actId="1076"/>
          <ac:spMkLst>
            <pc:docMk/>
            <pc:sldMk cId="0" sldId="266"/>
            <ac:spMk id="17" creationId="{00000000-0000-0000-0000-000000000000}"/>
          </ac:spMkLst>
        </pc:spChg>
        <pc:spChg chg="mod">
          <ac:chgData name="Ueda Isamu" userId="35289799e0376f2e" providerId="LiveId" clId="{DD31E282-B62B-4911-91B6-43B1B98908F9}" dt="2026-03-26T10:40:59.249" v="154" actId="1076"/>
          <ac:spMkLst>
            <pc:docMk/>
            <pc:sldMk cId="0" sldId="266"/>
            <ac:spMk id="19" creationId="{00000000-0000-0000-0000-000000000000}"/>
          </ac:spMkLst>
        </pc:spChg>
        <pc:spChg chg="mod">
          <ac:chgData name="Ueda Isamu" userId="35289799e0376f2e" providerId="LiveId" clId="{DD31E282-B62B-4911-91B6-43B1B98908F9}" dt="2026-03-26T10:40:51.985" v="151" actId="20577"/>
          <ac:spMkLst>
            <pc:docMk/>
            <pc:sldMk cId="0" sldId="266"/>
            <ac:spMk id="20" creationId="{00000000-0000-0000-0000-000000000000}"/>
          </ac:spMkLst>
        </pc:spChg>
        <pc:picChg chg="mod">
          <ac:chgData name="Ueda Isamu" userId="35289799e0376f2e" providerId="LiveId" clId="{DD31E282-B62B-4911-91B6-43B1B98908F9}" dt="2026-03-26T10:40:56.980" v="153" actId="1076"/>
          <ac:picMkLst>
            <pc:docMk/>
            <pc:sldMk cId="0" sldId="266"/>
            <ac:picMk id="18" creationId="{00000000-0000-0000-0000-000000000000}"/>
          </ac:picMkLst>
        </pc:picChg>
      </pc:sldChg>
      <pc:sldChg chg="modSp mod">
        <pc:chgData name="Ueda Isamu" userId="35289799e0376f2e" providerId="LiveId" clId="{DD31E282-B62B-4911-91B6-43B1B98908F9}" dt="2026-03-26T10:42:20.782" v="287" actId="1076"/>
        <pc:sldMkLst>
          <pc:docMk/>
          <pc:sldMk cId="0" sldId="267"/>
        </pc:sldMkLst>
        <pc:spChg chg="mod">
          <ac:chgData name="Ueda Isamu" userId="35289799e0376f2e" providerId="LiveId" clId="{DD31E282-B62B-4911-91B6-43B1B98908F9}" dt="2026-03-26T10:42:20.782" v="287" actId="1076"/>
          <ac:spMkLst>
            <pc:docMk/>
            <pc:sldMk cId="0" sldId="267"/>
            <ac:spMk id="4" creationId="{00000000-0000-0000-0000-000000000000}"/>
          </ac:spMkLst>
        </pc:spChg>
        <pc:spChg chg="mod">
          <ac:chgData name="Ueda Isamu" userId="35289799e0376f2e" providerId="LiveId" clId="{DD31E282-B62B-4911-91B6-43B1B98908F9}" dt="2026-03-26T10:42:09.166" v="255" actId="14100"/>
          <ac:spMkLst>
            <pc:docMk/>
            <pc:sldMk cId="0" sldId="267"/>
            <ac:spMk id="11" creationId="{00000000-0000-0000-0000-000000000000}"/>
          </ac:spMkLst>
        </pc:spChg>
        <pc:spChg chg="mod">
          <ac:chgData name="Ueda Isamu" userId="35289799e0376f2e" providerId="LiveId" clId="{DD31E282-B62B-4911-91B6-43B1B98908F9}" dt="2026-03-26T10:42:17.899" v="286" actId="20577"/>
          <ac:spMkLst>
            <pc:docMk/>
            <pc:sldMk cId="0" sldId="267"/>
            <ac:spMk id="12" creationId="{00000000-0000-0000-0000-000000000000}"/>
          </ac:spMkLst>
        </pc:spChg>
      </pc:sldChg>
      <pc:sldChg chg="modSp mod">
        <pc:chgData name="Ueda Isamu" userId="35289799e0376f2e" providerId="LiveId" clId="{DD31E282-B62B-4911-91B6-43B1B98908F9}" dt="2026-03-26T10:45:42.241" v="343" actId="1076"/>
        <pc:sldMkLst>
          <pc:docMk/>
          <pc:sldMk cId="0" sldId="268"/>
        </pc:sldMkLst>
        <pc:spChg chg="mod">
          <ac:chgData name="Ueda Isamu" userId="35289799e0376f2e" providerId="LiveId" clId="{DD31E282-B62B-4911-91B6-43B1B98908F9}" dt="2026-03-26T10:41:17.207" v="158" actId="14100"/>
          <ac:spMkLst>
            <pc:docMk/>
            <pc:sldMk cId="0" sldId="268"/>
            <ac:spMk id="9" creationId="{00000000-0000-0000-0000-000000000000}"/>
          </ac:spMkLst>
        </pc:spChg>
        <pc:spChg chg="mod">
          <ac:chgData name="Ueda Isamu" userId="35289799e0376f2e" providerId="LiveId" clId="{DD31E282-B62B-4911-91B6-43B1B98908F9}" dt="2026-03-26T10:41:18.848" v="159" actId="14100"/>
          <ac:spMkLst>
            <pc:docMk/>
            <pc:sldMk cId="0" sldId="268"/>
            <ac:spMk id="20" creationId="{00000000-0000-0000-0000-000000000000}"/>
          </ac:spMkLst>
        </pc:spChg>
        <pc:spChg chg="mod">
          <ac:chgData name="Ueda Isamu" userId="35289799e0376f2e" providerId="LiveId" clId="{DD31E282-B62B-4911-91B6-43B1B98908F9}" dt="2026-03-26T10:41:26.929" v="161" actId="1076"/>
          <ac:spMkLst>
            <pc:docMk/>
            <pc:sldMk cId="0" sldId="268"/>
            <ac:spMk id="26" creationId="{00000000-0000-0000-0000-000000000000}"/>
          </ac:spMkLst>
        </pc:spChg>
        <pc:spChg chg="mod">
          <ac:chgData name="Ueda Isamu" userId="35289799e0376f2e" providerId="LiveId" clId="{DD31E282-B62B-4911-91B6-43B1B98908F9}" dt="2026-03-26T10:41:20.635" v="160" actId="14100"/>
          <ac:spMkLst>
            <pc:docMk/>
            <pc:sldMk cId="0" sldId="268"/>
            <ac:spMk id="31" creationId="{00000000-0000-0000-0000-000000000000}"/>
          </ac:spMkLst>
        </pc:spChg>
        <pc:spChg chg="mod">
          <ac:chgData name="Ueda Isamu" userId="35289799e0376f2e" providerId="LiveId" clId="{DD31E282-B62B-4911-91B6-43B1B98908F9}" dt="2026-03-26T10:41:30.750" v="162" actId="1076"/>
          <ac:spMkLst>
            <pc:docMk/>
            <pc:sldMk cId="0" sldId="268"/>
            <ac:spMk id="37" creationId="{00000000-0000-0000-0000-000000000000}"/>
          </ac:spMkLst>
        </pc:spChg>
        <pc:spChg chg="mod">
          <ac:chgData name="Ueda Isamu" userId="35289799e0376f2e" providerId="LiveId" clId="{DD31E282-B62B-4911-91B6-43B1B98908F9}" dt="2026-03-26T10:45:42.241" v="343" actId="1076"/>
          <ac:spMkLst>
            <pc:docMk/>
            <pc:sldMk cId="0" sldId="268"/>
            <ac:spMk id="43" creationId="{00000000-0000-0000-0000-000000000000}"/>
          </ac:spMkLst>
        </pc:spChg>
      </pc:sldChg>
      <pc:sldChg chg="modSp mod">
        <pc:chgData name="Ueda Isamu" userId="35289799e0376f2e" providerId="LiveId" clId="{DD31E282-B62B-4911-91B6-43B1B98908F9}" dt="2026-03-26T10:42:37.913" v="290" actId="1076"/>
        <pc:sldMkLst>
          <pc:docMk/>
          <pc:sldMk cId="0" sldId="269"/>
        </pc:sldMkLst>
        <pc:spChg chg="mod">
          <ac:chgData name="Ueda Isamu" userId="35289799e0376f2e" providerId="LiveId" clId="{DD31E282-B62B-4911-91B6-43B1B98908F9}" dt="2026-03-26T10:42:37.913" v="290" actId="1076"/>
          <ac:spMkLst>
            <pc:docMk/>
            <pc:sldMk cId="0" sldId="269"/>
            <ac:spMk id="10" creationId="{00000000-0000-0000-0000-000000000000}"/>
          </ac:spMkLst>
        </pc:spChg>
        <pc:spChg chg="mod">
          <ac:chgData name="Ueda Isamu" userId="35289799e0376f2e" providerId="LiveId" clId="{DD31E282-B62B-4911-91B6-43B1B98908F9}" dt="2026-03-26T10:42:35.416" v="289" actId="14100"/>
          <ac:spMkLst>
            <pc:docMk/>
            <pc:sldMk cId="0" sldId="269"/>
            <ac:spMk id="14" creationId="{00000000-0000-0000-0000-000000000000}"/>
          </ac:spMkLst>
        </pc:spChg>
      </pc:sldChg>
      <pc:sldChg chg="modSp mod">
        <pc:chgData name="Ueda Isamu" userId="35289799e0376f2e" providerId="LiveId" clId="{DD31E282-B62B-4911-91B6-43B1B98908F9}" dt="2026-03-26T10:56:40.077" v="426" actId="14100"/>
        <pc:sldMkLst>
          <pc:docMk/>
          <pc:sldMk cId="0" sldId="270"/>
        </pc:sldMkLst>
        <pc:spChg chg="mod">
          <ac:chgData name="Ueda Isamu" userId="35289799e0376f2e" providerId="LiveId" clId="{DD31E282-B62B-4911-91B6-43B1B98908F9}" dt="2026-03-26T10:56:40.077" v="426" actId="14100"/>
          <ac:spMkLst>
            <pc:docMk/>
            <pc:sldMk cId="0" sldId="270"/>
            <ac:spMk id="32" creationId="{00000000-0000-0000-0000-000000000000}"/>
          </ac:spMkLst>
        </pc:spChg>
      </pc:sldChg>
      <pc:sldChg chg="modSp add mod">
        <pc:chgData name="Ueda Isamu" userId="35289799e0376f2e" providerId="LiveId" clId="{DD31E282-B62B-4911-91B6-43B1B98908F9}" dt="2026-03-26T10:53:56.827" v="425" actId="20577"/>
        <pc:sldMkLst>
          <pc:docMk/>
          <pc:sldMk cId="0" sldId="272"/>
        </pc:sldMkLst>
        <pc:spChg chg="mod">
          <ac:chgData name="Ueda Isamu" userId="35289799e0376f2e" providerId="LiveId" clId="{DD31E282-B62B-4911-91B6-43B1B98908F9}" dt="2026-03-26T10:53:56.827" v="425" actId="20577"/>
          <ac:spMkLst>
            <pc:docMk/>
            <pc:sldMk cId="0" sldId="272"/>
            <ac:spMk id="1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324034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皆さん、こんばんは。本日は「PA45 忙しい人のための45分ハンズオン」にご参加いただきありがとうございます。</a:t>
            </a:r>
          </a:p>
          <a:p>
            <a:r>
              <a:rPr lang="ja-JP" dirty="0"/>
              <a:t>PA45は、長時間の研修を受けなくても1粒だけ確実に身につける をコンセプトにしています。今日は「条件分岐」という1パーツをじっくり深掘りします。これを理解すると、「状況によって処理を変える」フローが作れるようになります。</a:t>
            </a:r>
          </a:p>
          <a:p>
            <a:r>
              <a:rPr lang="ja-JP" dirty="0"/>
              <a:t>Power Automateは触ったことがなくても大丈夫です。途中で「できました！」「わかりません💦」など、気軽にチャットしてください。PA45はアウトプット重視の講座なので、今日の反応がとても励みになります。</a:t>
            </a:r>
          </a:p>
          <a:p>
            <a:r>
              <a:rPr lang="ja-JP" dirty="0"/>
              <a:t>では、一緒に45分で「できた！」を体験していきましょう。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20:18</a:t>
            </a:r>
          </a:p>
          <a:p>
            <a:endParaRPr lang="ja-JP" dirty="0"/>
          </a:p>
          <a:p>
            <a:r>
              <a:rPr lang="ja-JP" dirty="0"/>
              <a:t>🟦 Slide 2｜参加ルール・お願い（20:18〜 / 2分）</a:t>
            </a:r>
          </a:p>
          <a:p>
            <a:r>
              <a:rPr lang="ja-JP" dirty="0"/>
              <a:t>PA45は、初心者の方でも安心して学べる場です。誹謗中傷や不適切なコメントはNGですが、質問・リアクションは大歓迎です。</a:t>
            </a:r>
          </a:p>
          <a:p>
            <a:r>
              <a:rPr lang="ja-JP" dirty="0"/>
              <a:t>例えば、「条件分岐って何？」「YesとNoはどっちを使えばいいの？」のような基本的な疑問こそ、どんどん聞いてほしいポイントです。</a:t>
            </a:r>
          </a:p>
          <a:p>
            <a:r>
              <a:rPr lang="ja-JP" dirty="0"/>
              <a:t>講座は録画して後日YouTubeで公開予定ですが、映るのは講師画面だけで、参加者の音声・映像・コメントは一切公開されません。安心して参加してください。</a:t>
            </a:r>
          </a:p>
          <a:p>
            <a:r>
              <a:rPr lang="ja-JP" dirty="0"/>
              <a:t>またX（Twitter）をお持ちの方は、学んだこと・感想を #PA45 でつぶやいていただけると、運営の励みになります！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20:20</a:t>
            </a:r>
          </a:p>
          <a:p>
            <a:endParaRPr lang="ja-JP" dirty="0"/>
          </a:p>
          <a:p>
            <a:r>
              <a:rPr lang="ja-JP" dirty="0"/>
              <a:t>改めまして、本日の講師を務めます Haru と申します。今日は皆さんの Power Automate の「最初の一歩」を確実に前に進めるサポート役としてご一緒させていただきます。</a:t>
            </a:r>
          </a:p>
          <a:p>
            <a:r>
              <a:rPr lang="ja-JP" dirty="0"/>
              <a:t>私は普段、Power Platform を活用した業務改善・DX推進を社内外で担当しています。特に「初心者の方がつまずきやすいポイントをどう分かりやすく伝えるか？」という部分にこだわって講座を設計しています。</a:t>
            </a:r>
          </a:p>
          <a:p>
            <a:r>
              <a:rPr lang="ja-JP" dirty="0"/>
              <a:t>今日も「なんとなく知ってた」から「ちゃんと理解できた」に変わる体験をお届けします。45分間、よろしくお願いします！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20:25</a:t>
            </a:r>
          </a:p>
          <a:p>
            <a:endParaRPr lang="ja-JP" dirty="0"/>
          </a:p>
          <a:p>
            <a:r>
              <a:rPr lang="ja-JP" dirty="0"/>
              <a:t>🟦 Slide 5｜第3回タイトル（20:25〜 / 1分）</a:t>
            </a:r>
          </a:p>
          <a:p>
            <a:r>
              <a:rPr lang="ja-JP" dirty="0"/>
              <a:t>今日のテーマは「Condition（条件分岐）」です。</a:t>
            </a:r>
          </a:p>
          <a:p>
            <a:r>
              <a:rPr lang="ja-JP" dirty="0"/>
              <a:t>条件分岐とは、「もし〇〇なら△△をする、そうでなければ□□をする」という、日常的な判断をフローで表現する仕組みです。</a:t>
            </a:r>
          </a:p>
          <a:p>
            <a:r>
              <a:rPr lang="ja-JP" dirty="0"/>
              <a:t>例えば「未読メールが5件以上なら通知する、0件なら何もしない」「スコアが80点以上なら合格メッセージを送る」といったことが実現できます。</a:t>
            </a:r>
          </a:p>
          <a:p>
            <a:r>
              <a:rPr lang="ja-JP" dirty="0"/>
              <a:t>今日はこの条件分岐を実際に手を動かして体験してもらいます。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20:28</a:t>
            </a:r>
          </a:p>
          <a:p>
            <a:endParaRPr lang="ja-JP" dirty="0"/>
          </a:p>
          <a:p>
            <a:r>
              <a:rPr lang="ja-JP" dirty="0"/>
              <a:t>🟦 Slide 7｜今日やること（20:28〜 / 2分）</a:t>
            </a:r>
          </a:p>
          <a:p>
            <a:r>
              <a:rPr lang="ja-JP" dirty="0"/>
              <a:t>今日の学びは次の3つです。</a:t>
            </a:r>
          </a:p>
          <a:p>
            <a:r>
              <a:rPr lang="ja-JP" dirty="0"/>
              <a:t>① 条件分岐とは何かを理解する → 「もし〇〇なら△△」という仕組みをConditionアクションで表現。</a:t>
            </a:r>
          </a:p>
          <a:p>
            <a:r>
              <a:rPr lang="ja-JP" dirty="0"/>
              <a:t>② 左辺・演算子・右辺の3点セットを設定する → 条件の作り方を実際の画面で体験。</a:t>
            </a:r>
          </a:p>
          <a:p>
            <a:r>
              <a:rPr lang="ja-JP" dirty="0"/>
              <a:t>③ Yes/Noブランチにアクションを配置する → 条件に応じて別々の処理を動かす。</a:t>
            </a:r>
          </a:p>
          <a:p>
            <a:r>
              <a:rPr lang="ja-JP" dirty="0"/>
              <a:t>この3つだけで、Power Automateで「場合に応じて動きを変えるフロー」が作れるようになります。今日のゴールを意識しながら進めましょう。</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20:30</a:t>
            </a:r>
          </a:p>
          <a:p>
            <a:endParaRPr lang="ja-JP" dirty="0"/>
          </a:p>
          <a:p>
            <a:r>
              <a:rPr lang="ja-JP" dirty="0"/>
              <a:t>🟦 Slide 8｜条件分岐の考え方 &amp; よく使う演算子（20:30〜 / 4分）</a:t>
            </a:r>
          </a:p>
          <a:p>
            <a:r>
              <a:rPr lang="ja-JP" dirty="0"/>
              <a:t>ここからは「条件分岐（Condition）」の考え方を、イメージしやすいように丁寧に説明していきます。</a:t>
            </a:r>
          </a:p>
          <a:p>
            <a:endParaRPr lang="ja-JP" dirty="0"/>
          </a:p>
          <a:p>
            <a:r>
              <a:rPr lang="ja-JP" dirty="0"/>
              <a:t>■ 条件分岐とは？</a:t>
            </a:r>
          </a:p>
          <a:p>
            <a:r>
              <a:rPr lang="ja-JP" dirty="0"/>
              <a:t>条件分岐は、一言でいうと「フローの分かれ道」です。</a:t>
            </a:r>
          </a:p>
          <a:p>
            <a:r>
              <a:rPr lang="ja-JP" dirty="0"/>
              <a:t>「もし〇〇なら → Yesルートへ」「そうでなければ → Noルートへ」という構造で、フローが状況に応じて動きを変えます。</a:t>
            </a:r>
          </a:p>
          <a:p>
            <a:endParaRPr lang="ja-JP" dirty="0"/>
          </a:p>
          <a:p>
            <a:r>
              <a:rPr lang="ja-JP" dirty="0"/>
              <a:t>■ 条件の3点セット</a:t>
            </a:r>
          </a:p>
          <a:p>
            <a:r>
              <a:rPr lang="ja-JP" dirty="0"/>
              <a:t>Conditionアクションでは、次の3つを設定します。</a:t>
            </a:r>
          </a:p>
          <a:p>
            <a:r>
              <a:rPr lang="ja-JP" dirty="0"/>
              <a:t>・左辺（何を比べるか）：変数や動的コンテンツを選ぶ</a:t>
            </a:r>
          </a:p>
          <a:p>
            <a:r>
              <a:rPr lang="ja-JP" dirty="0"/>
              <a:t>・演算子（どう比べるか）：「等しい」「より大きい」「含む」など</a:t>
            </a:r>
          </a:p>
          <a:p>
            <a:r>
              <a:rPr lang="ja-JP" dirty="0"/>
              <a:t>・右辺（何と比べるか）：比較する値を入力する</a:t>
            </a:r>
          </a:p>
          <a:p>
            <a:endParaRPr lang="ja-JP" dirty="0"/>
          </a:p>
          <a:p>
            <a:r>
              <a:rPr lang="ja-JP" dirty="0"/>
              <a:t>■ よく使う演算子3選</a:t>
            </a:r>
          </a:p>
          <a:p>
            <a:r>
              <a:rPr lang="ja-JP" dirty="0"/>
              <a:t>「次の値と等しい」→ 完全一致の比較（例：ステータスが「承認」かどうか）</a:t>
            </a:r>
          </a:p>
          <a:p>
            <a:r>
              <a:rPr lang="ja-JP" dirty="0"/>
              <a:t>「次の値より大きい」→ 数値比較（例：件数が5以上かどうか）</a:t>
            </a:r>
          </a:p>
          <a:p>
            <a:r>
              <a:rPr lang="ja-JP" dirty="0"/>
              <a:t>「次の値を含む」→ 文字列の部分一致（例：件名に「緊急」が含まれるか）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20:36</a:t>
            </a:r>
          </a:p>
          <a:p>
            <a:endParaRPr lang="ja-JP" dirty="0"/>
          </a:p>
          <a:p>
            <a:r>
              <a:rPr lang="ja-JP" dirty="0"/>
              <a:t>🟦 Slide 10｜チェックポイント（20:36〜 / 2分）</a:t>
            </a:r>
          </a:p>
          <a:p>
            <a:r>
              <a:rPr lang="ja-JP" dirty="0"/>
              <a:t>条件分岐でつまずきやすいポイントは3つです。</a:t>
            </a:r>
          </a:p>
          <a:p>
            <a:endParaRPr lang="ja-JP" dirty="0"/>
          </a:p>
          <a:p>
            <a:r>
              <a:rPr lang="ja-JP" dirty="0"/>
              <a:t>① 左辺に文字を手入力している</a:t>
            </a:r>
          </a:p>
          <a:p>
            <a:r>
              <a:rPr lang="ja-JP" dirty="0"/>
              <a:t>→ 左辺は必ず動的コンテンツ（イナズママーク）から変数や値を選んでください。文字を手入力しても条件は正しく機能しません。</a:t>
            </a:r>
          </a:p>
          <a:p>
            <a:endParaRPr lang="ja-JP" dirty="0"/>
          </a:p>
          <a:p>
            <a:r>
              <a:rPr lang="ja-JP" dirty="0"/>
              <a:t>② Yes/Noブランチを間違えている</a:t>
            </a:r>
          </a:p>
          <a:p>
            <a:r>
              <a:rPr lang="ja-JP" dirty="0"/>
              <a:t>→「合格なら〇〇」のアクションが、本当にYesブランチの中に入っているか確認しましょう。Conditionの外に置いてしまうと、条件に関係なく常に実行されます。</a:t>
            </a:r>
          </a:p>
          <a:p>
            <a:endParaRPr lang="ja-JP" dirty="0"/>
          </a:p>
          <a:p>
            <a:r>
              <a:rPr lang="ja-JP" dirty="0"/>
              <a:t>③ 演算子の意味が合っていない</a:t>
            </a:r>
          </a:p>
          <a:p>
            <a:r>
              <a:rPr lang="ja-JP" dirty="0"/>
              <a:t>→「次の値と等しい（is equal to）」と「次の値を含む（contains）」は別物です。文字の完全一致か部分一致かで使い分けてください。</a:t>
            </a:r>
          </a:p>
          <a:p>
            <a:r>
              <a:rPr lang="ja-JP" dirty="0"/>
              <a:t>これらを確認するだけで、大抵のエラーは解決できます。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20:38</a:t>
            </a:r>
          </a:p>
          <a:p>
            <a:endParaRPr lang="ja-JP" dirty="0"/>
          </a:p>
          <a:p>
            <a:r>
              <a:rPr lang="ja-JP" dirty="0"/>
              <a:t>🟦 Slide 11｜ハンズオン開始（20:38〜 / 10分）</a:t>
            </a:r>
          </a:p>
          <a:p>
            <a:r>
              <a:rPr lang="ja-JP" dirty="0"/>
              <a:t>ここからは、いよいよ Power Automate の実際の画面を使って、条件分岐を含むフローを一緒に作っていく時間です。</a:t>
            </a:r>
          </a:p>
          <a:p>
            <a:endParaRPr lang="ja-JP" dirty="0"/>
          </a:p>
          <a:p>
            <a:r>
              <a:rPr lang="ja-JP" dirty="0"/>
              <a:t>👉 STEP 1｜新しいフローの作成（1分）</a:t>
            </a:r>
          </a:p>
          <a:p>
            <a:r>
              <a:rPr lang="ja-JP" dirty="0"/>
              <a:t>make.powerautomate.com を開いて、「＋作成」→「インスタント クラウド フロー」を選択。</a:t>
            </a:r>
          </a:p>
          <a:p>
            <a:r>
              <a:rPr lang="ja-JP" dirty="0"/>
              <a:t>フロー名は「条件分岐テスト」など分かりやすい名前でOKです。</a:t>
            </a:r>
          </a:p>
          <a:p>
            <a:r>
              <a:rPr lang="ja-JP" dirty="0"/>
              <a:t>トリガーは「手動でフローをトリガー」を選択して「作成」をクリック。</a:t>
            </a:r>
          </a:p>
          <a:p>
            <a:endParaRPr lang="ja-JP" dirty="0"/>
          </a:p>
          <a:p>
            <a:r>
              <a:rPr lang="ja-JP" dirty="0"/>
              <a:t>👉 STEP 2｜変数の初期化（2分）</a:t>
            </a:r>
          </a:p>
          <a:p>
            <a:r>
              <a:rPr lang="ja-JP" dirty="0"/>
              <a:t>「＋新しいステップ」→「変数を初期化する」を検索して追加。</a:t>
            </a:r>
          </a:p>
          <a:p>
            <a:r>
              <a:rPr lang="ja-JP" dirty="0"/>
              <a:t>名前：score、種類：整数（Integer）、値：75 と入力。</a:t>
            </a:r>
          </a:p>
          <a:p>
            <a:endParaRPr lang="ja-JP" dirty="0"/>
          </a:p>
          <a:p>
            <a:r>
              <a:rPr lang="ja-JP" dirty="0"/>
              <a:t>👉 STEP 3｜Conditionの追加（3分）</a:t>
            </a:r>
          </a:p>
          <a:p>
            <a:r>
              <a:rPr lang="ja-JP" dirty="0"/>
              <a:t>「＋新しいステップ」→「条件」を検索して追加。</a:t>
            </a:r>
          </a:p>
          <a:p>
            <a:r>
              <a:rPr lang="ja-JP" dirty="0"/>
              <a:t>左辺：動的コンテンツから「score」を選択、演算子：「次の値以上」、右辺：80 と入力。</a:t>
            </a:r>
          </a:p>
          <a:p>
            <a:endParaRPr lang="ja-JP" dirty="0"/>
          </a:p>
          <a:p>
            <a:r>
              <a:rPr lang="ja-JP" dirty="0"/>
              <a:t>👉 STEP 4｜Yes/Noブランチにアクションを追加（4分）</a:t>
            </a:r>
          </a:p>
          <a:p>
            <a:r>
              <a:rPr lang="ja-JP" dirty="0"/>
              <a:t>Yesブランチ：「作成」アクションを追加 → 入力欄に「合格です！」と入力。</a:t>
            </a:r>
          </a:p>
          <a:p>
            <a:r>
              <a:rPr lang="ja-JP" dirty="0"/>
              <a:t>Noブランチ：「作成」アクションを追加 → 入力欄に「不合格です」と入力。</a:t>
            </a:r>
          </a:p>
          <a:p>
            <a:r>
              <a:rPr lang="ja-JP" dirty="0"/>
              <a:t>フローを保存して「テスト」→「手動」→「テストの実行」で動作確認！</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20:52</a:t>
            </a:r>
          </a:p>
          <a:p>
            <a:endParaRPr lang="ja-JP" dirty="0"/>
          </a:p>
          <a:p>
            <a:r>
              <a:rPr lang="ja-JP" dirty="0"/>
              <a:t>🟦 Slide 14｜条件分岐の活用事例（20:52〜 / 3分）</a:t>
            </a:r>
          </a:p>
          <a:p>
            <a:r>
              <a:rPr lang="ja-JP" dirty="0"/>
              <a:t>ここからは、今日学んだ「条件分岐」が実際の業務でどう活かせるのかを、具体的なシーンで紹介します。</a:t>
            </a:r>
          </a:p>
          <a:p>
            <a:endParaRPr lang="ja-JP" dirty="0"/>
          </a:p>
          <a:p>
            <a:r>
              <a:rPr lang="ja-JP" dirty="0"/>
              <a:t>■ ① 未読メール数チェック → 通知の有無を切り替え</a:t>
            </a:r>
          </a:p>
          <a:p>
            <a:r>
              <a:rPr lang="ja-JP" dirty="0"/>
              <a:t>未読メール数を取得して、5件以上なら「メールが溜まっています」とTeamsに通知。0件なら通知しない。</a:t>
            </a:r>
          </a:p>
          <a:p>
            <a:r>
              <a:rPr lang="ja-JP" dirty="0"/>
              <a:t>→ Conditionの左辺に未読数、演算子を「次の値以上」、右辺を5に設定するだけで実現。</a:t>
            </a:r>
          </a:p>
          <a:p>
            <a:endParaRPr lang="ja-JP" dirty="0"/>
          </a:p>
          <a:p>
            <a:r>
              <a:rPr lang="ja-JP" dirty="0"/>
              <a:t>■ ② 承認ステータスで処理を分岐</a:t>
            </a:r>
          </a:p>
          <a:p>
            <a:r>
              <a:rPr lang="ja-JP" dirty="0"/>
              <a:t>SharePointリストの「ステータス」が「承認」なら次の処理へ進む。「却下」なら申請者に却下メールを送る。</a:t>
            </a:r>
          </a:p>
          <a:p>
            <a:r>
              <a:rPr lang="ja-JP" dirty="0"/>
              <a:t>→ 演算子「次の値と等しい」を使って、ステータスの文字列と完全一致で判定。</a:t>
            </a:r>
          </a:p>
          <a:p>
            <a:endParaRPr lang="ja-JP" dirty="0"/>
          </a:p>
          <a:p>
            <a:r>
              <a:rPr lang="ja-JP" dirty="0"/>
              <a:t>■ ③ スコアで合否判定</a:t>
            </a:r>
          </a:p>
          <a:p>
            <a:r>
              <a:rPr lang="ja-JP" dirty="0"/>
              <a:t>テスト結果を変数に保存しておき、80点以上なら合格メッセージ、それ以外は不合格メッセージを出力。</a:t>
            </a:r>
          </a:p>
          <a:p>
            <a:r>
              <a:rPr lang="ja-JP" dirty="0"/>
              <a:t>→ 今日のハンズオンがまさにこのパターン。業務でも応用できます。</a:t>
            </a:r>
          </a:p>
          <a:p>
            <a:endParaRPr lang="ja-JP" dirty="0"/>
          </a:p>
          <a:p>
            <a:r>
              <a:rPr lang="ja-JP" dirty="0"/>
              <a:t>条件分岐を使いこなすと、「すべての場合に同じ処理」から「場合に応じた柔軟な処理」へとフローがレベルアップします。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20:57</a:t>
            </a:r>
          </a:p>
          <a:p>
            <a:endParaRPr lang="ja-JP" dirty="0"/>
          </a:p>
          <a:p>
            <a:r>
              <a:rPr lang="ja-JP" dirty="0"/>
              <a:t>🟦 Slide 16｜アンケートのお願い（20:57〜 / 2分）</a:t>
            </a:r>
          </a:p>
          <a:p>
            <a:r>
              <a:rPr lang="ja-JP" dirty="0"/>
              <a:t>皆さん、本日はPA45にご参加いただき、本当にありがとうございました。最後に、アンケートへのご協力のお願いです。</a:t>
            </a:r>
          </a:p>
          <a:p>
            <a:r>
              <a:rPr lang="ja-JP" dirty="0"/>
              <a:t>このあとチャット欄にアンケートURLをお送りします。回答は1分ほどで終わる、とても短いフォームになっています。</a:t>
            </a:r>
          </a:p>
          <a:p>
            <a:r>
              <a:rPr lang="ja-JP" dirty="0"/>
              <a:t>アンケートでは、今日の難易度・進行スピード・次回扱ってほしいテーマなどをお聞きしています。皆さんのフィードバックがPA45の内容を改善する一番の力になります。</a:t>
            </a:r>
          </a:p>
          <a:p>
            <a:r>
              <a:rPr lang="ja-JP" dirty="0"/>
              <a:t>またX（Twitter）で #PA45 につぶやいていただけると、同じ境遇の方への情報共有にもなります。</a:t>
            </a:r>
          </a:p>
          <a:p>
            <a:r>
              <a:rPr lang="ja-JP" dirty="0"/>
              <a:t>今日学んだ「条件分岐」を、ぜひ実際の業務フローに活かしてみてください。またお会いしましょう！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 Id="rId18" Type="http://schemas.openxmlformats.org/officeDocument/2006/relationships/image" Target="../media/image26.png"/><Relationship Id="rId19" Type="http://schemas.openxmlformats.org/officeDocument/2006/relationships/image" Target="../media/image27.png"/><Relationship Id="rId20" Type="http://schemas.openxmlformats.org/officeDocument/2006/relationships/image" Target="../media/image28.png"/><Relationship Id="rId21" Type="http://schemas.openxmlformats.org/officeDocument/2006/relationships/image" Target="../media/image29.png"/><Relationship Id="rId22" Type="http://schemas.openxmlformats.org/officeDocument/2006/relationships/image" Target="../media/image30.png"/><Relationship Id="rId23" Type="http://schemas.openxmlformats.org/officeDocument/2006/relationships/image" Target="../media/image31.png"/><Relationship Id="rId24" Type="http://schemas.openxmlformats.org/officeDocument/2006/relationships/image" Target="../media/image32.png"/><Relationship Id="rId25" Type="http://schemas.openxmlformats.org/officeDocument/2006/relationships/image" Target="../media/image33.png"/><Relationship Id="rId26" Type="http://schemas.openxmlformats.org/officeDocument/2006/relationships/image" Target="../media/image34.png"/><Relationship Id="rId27" Type="http://schemas.openxmlformats.org/officeDocument/2006/relationships/image" Target="../media/image35.png"/><Relationship Id="rId28" Type="http://schemas.openxmlformats.org/officeDocument/2006/relationships/image" Target="../media/image36.png"/><Relationship Id="rId29" Type="http://schemas.openxmlformats.org/officeDocument/2006/relationships/image" Target="../media/image37.png"/><Relationship Id="rId30" Type="http://schemas.openxmlformats.org/officeDocument/2006/relationships/image" Target="../media/image38.png"/><Relationship Id="rId31"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7.png"/><Relationship Id="rId12" Type="http://schemas.openxmlformats.org/officeDocument/2006/relationships/image" Target="../media/image48.png"/><Relationship Id="rId13" Type="http://schemas.openxmlformats.org/officeDocument/2006/relationships/image" Target="../media/image49.png"/><Relationship Id="rId14" Type="http://schemas.openxmlformats.org/officeDocument/2006/relationships/image" Target="../media/image50.png"/><Relationship Id="rId15" Type="http://schemas.openxmlformats.org/officeDocument/2006/relationships/image" Target="../media/image51.png"/><Relationship Id="rId16" Type="http://schemas.openxmlformats.org/officeDocument/2006/relationships/image" Target="../media/image52.png"/><Relationship Id="rId17" Type="http://schemas.openxmlformats.org/officeDocument/2006/relationships/image" Target="../media/image53.png"/><Relationship Id="rId18" Type="http://schemas.openxmlformats.org/officeDocument/2006/relationships/image" Target="../media/image54.png"/><Relationship Id="rId19" Type="http://schemas.openxmlformats.org/officeDocument/2006/relationships/image" Target="../media/image55.png"/><Relationship Id="rId20" Type="http://schemas.openxmlformats.org/officeDocument/2006/relationships/image" Target="../media/image56.png"/><Relationship Id="rId21" Type="http://schemas.microsoft.com/office/2007/relationships/hdphoto" Target="../media/hdphoto1.wdp"/></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7.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 Id="rId10" Type="http://schemas.openxmlformats.org/officeDocument/2006/relationships/image" Target="../media/image73.png"/><Relationship Id="rId11" Type="http://schemas.openxmlformats.org/officeDocument/2006/relationships/image" Target="../media/image74.png"/><Relationship Id="rId1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90.png"/><Relationship Id="rId11" Type="http://schemas.openxmlformats.org/officeDocument/2006/relationships/image" Target="../media/image91.png"/><Relationship Id="rId12" Type="http://schemas.openxmlformats.org/officeDocument/2006/relationships/image" Target="../media/image92.png"/><Relationship Id="rId1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100.png"/><Relationship Id="rId11" Type="http://schemas.openxmlformats.org/officeDocument/2006/relationships/image" Target="../media/image101.png"/><Relationship Id="rId12" Type="http://schemas.openxmlformats.org/officeDocument/2006/relationships/image" Target="../media/image102.png"/><Relationship Id="rId13" Type="http://schemas.openxmlformats.org/officeDocument/2006/relationships/image" Target="../media/image103.png"/><Relationship Id="rId14" Type="http://schemas.openxmlformats.org/officeDocument/2006/relationships/image" Target="../media/image104.png"/><Relationship Id="rId15" Type="http://schemas.openxmlformats.org/officeDocument/2006/relationships/image" Target="../media/image105.png"/><Relationship Id="rId16" Type="http://schemas.openxmlformats.org/officeDocument/2006/relationships/image" Target="../media/image106.png"/><Relationship Id="rId17" Type="http://schemas.openxmlformats.org/officeDocument/2006/relationships/image" Target="../media/image107.png"/><Relationship Id="rId18"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40.png"/><Relationship Id="rId11" Type="http://schemas.openxmlformats.org/officeDocument/2006/relationships/image" Target="../media/image141.png"/><Relationship Id="rId12" Type="http://schemas.openxmlformats.org/officeDocument/2006/relationships/image" Target="../media/image142.png"/><Relationship Id="rId13" Type="http://schemas.openxmlformats.org/officeDocument/2006/relationships/image" Target="../media/image143.png"/><Relationship Id="rId14" Type="http://schemas.openxmlformats.org/officeDocument/2006/relationships/image" Target="../media/image144.png"/><Relationship Id="rId15" Type="http://schemas.openxmlformats.org/officeDocument/2006/relationships/image" Target="../media/image145.png"/><Relationship Id="rId16" Type="http://schemas.openxmlformats.org/officeDocument/2006/relationships/image" Target="../media/image38.png"/><Relationship Id="rId17" Type="http://schemas.openxmlformats.org/officeDocument/2006/relationships/image" Target="../media/image1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7.png"/><Relationship Id="rId4" Type="http://schemas.openxmlformats.org/officeDocument/2006/relationships/image" Target="../media/image148.png"/><Relationship Id="rId5" Type="http://schemas.openxmlformats.org/officeDocument/2006/relationships/image" Target="../media/image14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57.png"/><Relationship Id="rId4" Type="http://schemas.openxmlformats.org/officeDocument/2006/relationships/image" Target="../media/image158.png"/><Relationship Id="rId5" Type="http://schemas.openxmlformats.org/officeDocument/2006/relationships/image" Target="../media/image159.png"/><Relationship Id="rId6" Type="http://schemas.openxmlformats.org/officeDocument/2006/relationships/image" Target="../media/image160.png"/><Relationship Id="rId7" Type="http://schemas.openxmlformats.org/officeDocument/2006/relationships/image" Target="../media/image161.png"/><Relationship Id="rId8" Type="http://schemas.openxmlformats.org/officeDocument/2006/relationships/image" Target="../media/image162.png"/><Relationship Id="rId9" Type="http://schemas.openxmlformats.org/officeDocument/2006/relationships/image" Target="../media/image38.png"/><Relationship Id="rId10"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image" Target="../media/image126.png"/><Relationship Id="rId8" Type="http://schemas.openxmlformats.org/officeDocument/2006/relationships/image" Target="../media/image127.png"/><Relationship Id="rId9" Type="http://schemas.openxmlformats.org/officeDocument/2006/relationships/image" Target="../media/image128.png"/><Relationship Id="rId10" Type="http://schemas.openxmlformats.org/officeDocument/2006/relationships/image" Target="../media/image129.png"/><Relationship Id="rId11" Type="http://schemas.openxmlformats.org/officeDocument/2006/relationships/image" Target="../media/image130.png"/><Relationship Id="rId12" Type="http://schemas.openxmlformats.org/officeDocument/2006/relationships/image" Target="../media/image131.png"/><Relationship Id="rId13" Type="http://schemas.openxmlformats.org/officeDocument/2006/relationships/image" Target="../media/image132.png"/><Relationship Id="rId14" Type="http://schemas.openxmlformats.org/officeDocument/2006/relationships/image" Target="../media/image9.png"/><Relationship Id="rId1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57.png"/><Relationship Id="rId4" Type="http://schemas.openxmlformats.org/officeDocument/2006/relationships/image" Target="../media/image168.png"/><Relationship Id="rId5" Type="http://schemas.openxmlformats.org/officeDocument/2006/relationships/image" Target="../media/image10.png"/><Relationship Id="rId6" Type="http://schemas.openxmlformats.org/officeDocument/2006/relationships/image" Target="../media/image169.png"/><Relationship Id="rId7" Type="http://schemas.openxmlformats.org/officeDocument/2006/relationships/image" Target="../media/image170.png"/><Relationship Id="rId8" Type="http://schemas.openxmlformats.org/officeDocument/2006/relationships/image" Target="../media/image171.png"/><Relationship Id="rId9" Type="http://schemas.openxmlformats.org/officeDocument/2006/relationships/image" Target="../media/image172.png"/><Relationship Id="rId10" Type="http://schemas.openxmlformats.org/officeDocument/2006/relationships/hyperlink" Target="https://forms.office.com/r/mVzhNWH6JE"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40" name="Shape 31">
            <a:extLst>
              <a:ext uri="{FF2B5EF4-FFF2-40B4-BE49-F238E27FC236}">
                <a16:creationId xmlns:a16="http://schemas.microsoft.com/office/drawing/2014/main" id="{E5E8C8BD-7816-5C3C-C635-2DE5D831334E}"/>
              </a:ext>
            </a:extLst>
          </p:cNvPr>
          <p:cNvSpPr/>
          <p:nvPr/>
        </p:nvSpPr>
        <p:spPr>
          <a:xfrm>
            <a:off x="8162239" y="923544"/>
            <a:ext cx="3648456" cy="267005"/>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333195"/>
            <a:ext cx="12191695" cy="49149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5" name="Image 0" descr="preencoded.png"/>
          <p:cNvPicPr>
            <a:picLocks noChangeAspect="1"/>
          </p:cNvPicPr>
          <p:nvPr/>
        </p:nvPicPr>
        <p:blipFill>
          <a:blip r:embed="rId3">
            <a:alphaModFix amt="50000"/>
          </a:blip>
          <a:srcRect/>
          <a:stretch/>
        </p:blipFill>
        <p:spPr>
          <a:xfrm>
            <a:off x="10362895" y="-495605"/>
            <a:ext cx="3657600" cy="3657600"/>
          </a:xfrm>
          <a:prstGeom prst="rect">
            <a:avLst/>
          </a:prstGeom>
        </p:spPr>
      </p:pic>
      <p:pic>
        <p:nvPicPr>
          <p:cNvPr id="6" name="Image 1" descr="preencoded.png"/>
          <p:cNvPicPr>
            <a:picLocks noChangeAspect="1"/>
          </p:cNvPicPr>
          <p:nvPr/>
        </p:nvPicPr>
        <p:blipFill>
          <a:blip r:embed="rId4">
            <a:alphaModFix amt="50000"/>
          </a:blip>
          <a:srcRect/>
          <a:stretch/>
        </p:blipFill>
        <p:spPr>
          <a:xfrm>
            <a:off x="-1828800" y="4419295"/>
            <a:ext cx="3657600" cy="3657600"/>
          </a:xfrm>
          <a:prstGeom prst="rect">
            <a:avLst/>
          </a:prstGeom>
        </p:spPr>
      </p:pic>
      <p:sp>
        <p:nvSpPr>
          <p:cNvPr id="7" name="Text 3"/>
          <p:cNvSpPr txBox="1"/>
          <p:nvPr/>
        </p:nvSpPr>
        <p:spPr>
          <a:xfrm>
            <a:off x="295351" y="1433779"/>
            <a:ext cx="11601907" cy="1143000"/>
          </a:xfrm>
          <a:prstGeom prst="rect">
            <a:avLst/>
          </a:prstGeom>
          <a:noFill/>
          <a:ln/>
        </p:spPr>
        <p:txBody>
          <a:bodyPr wrap="square" lIns="0" tIns="0" rIns="0" bIns="0" rtlCol="0" anchor="t"/>
          <a:lstStyle/>
          <a:p>
            <a:pPr marL="0" indent="0" algn="ctr">
              <a:buNone/>
            </a:pPr>
            <a:r>
              <a:rPr lang="en-US" sz="3600" b="1" dirty="0">
                <a:solidFill>
                  <a:srgbClr val="1F2937"/>
                </a:solidFill>
                <a:latin typeface="Noto Sans JP" pitchFamily="34" charset="0"/>
                <a:ea typeface="Noto Sans JP" pitchFamily="34" charset="-122"/>
                <a:cs typeface="Noto Sans JP" pitchFamily="34" charset="-120"/>
              </a:rPr>
              <a:t> 忙しい人のための</a:t>
            </a:r>
            <a:endParaRPr lang="en-US" sz="3600" dirty="0"/>
          </a:p>
          <a:p>
            <a:pPr marL="0" indent="0" algn="ctr">
              <a:buNone/>
            </a:pPr>
            <a:r>
              <a:rPr lang="en-US" sz="3600" b="1" dirty="0">
                <a:solidFill>
                  <a:srgbClr val="0078D4"/>
                </a:solidFill>
                <a:latin typeface="Noto Sans JP" pitchFamily="34" charset="0"/>
                <a:ea typeface="Noto Sans JP" pitchFamily="34" charset="-122"/>
                <a:cs typeface="Noto Sans JP" pitchFamily="34" charset="-120"/>
              </a:rPr>
              <a:t>45分ハンズオン</a:t>
            </a:r>
            <a:endParaRPr lang="en-US" sz="3600" dirty="0"/>
          </a:p>
        </p:txBody>
      </p:sp>
      <p:pic>
        <p:nvPicPr>
          <p:cNvPr id="8" name="Image 2" descr="preencoded.png"/>
          <p:cNvPicPr>
            <a:picLocks noChangeAspect="1"/>
          </p:cNvPicPr>
          <p:nvPr/>
        </p:nvPicPr>
        <p:blipFill>
          <a:blip r:embed="rId5"/>
          <a:srcRect l="-8" r="-8"/>
          <a:stretch/>
        </p:blipFill>
        <p:spPr>
          <a:xfrm>
            <a:off x="381305" y="2881274"/>
            <a:ext cx="3657600" cy="2409444"/>
          </a:xfrm>
          <a:prstGeom prst="rect">
            <a:avLst/>
          </a:prstGeom>
        </p:spPr>
      </p:pic>
      <p:sp>
        <p:nvSpPr>
          <p:cNvPr id="9" name="Shape 4"/>
          <p:cNvSpPr/>
          <p:nvPr/>
        </p:nvSpPr>
        <p:spPr>
          <a:xfrm>
            <a:off x="1904695" y="3119018"/>
            <a:ext cx="609905" cy="609905"/>
          </a:xfrm>
          <a:prstGeom prst="roundRect">
            <a:avLst>
              <a:gd name="adj" fmla="val 74962"/>
            </a:avLst>
          </a:prstGeom>
          <a:solidFill>
            <a:srgbClr val="DBEAFE"/>
          </a:solidFill>
          <a:ln w="12700">
            <a:solidFill>
              <a:srgbClr val="FFFFFF">
                <a:alpha val="0"/>
              </a:srgbClr>
            </a:solidFill>
            <a:prstDash val="solid"/>
          </a:ln>
        </p:spPr>
        <p:txBody>
          <a:bodyPr/>
          <a:lstStyle/>
          <a:p>
            <a:endParaRPr lang="ja-JP" altLang="en-US"/>
          </a:p>
        </p:txBody>
      </p:sp>
      <p:pic>
        <p:nvPicPr>
          <p:cNvPr id="10" name="Image 3" descr="preencoded.png"/>
          <p:cNvPicPr>
            <a:picLocks noChangeAspect="1"/>
          </p:cNvPicPr>
          <p:nvPr/>
        </p:nvPicPr>
        <p:blipFill>
          <a:blip r:embed="rId6"/>
          <a:srcRect l="-107" r="-107"/>
          <a:stretch/>
        </p:blipFill>
        <p:spPr>
          <a:xfrm>
            <a:off x="2076602" y="3271723"/>
            <a:ext cx="267005" cy="304495"/>
          </a:xfrm>
          <a:prstGeom prst="rect">
            <a:avLst/>
          </a:prstGeom>
        </p:spPr>
      </p:pic>
      <p:sp>
        <p:nvSpPr>
          <p:cNvPr id="11" name="Text 5"/>
          <p:cNvSpPr txBox="1"/>
          <p:nvPr/>
        </p:nvSpPr>
        <p:spPr>
          <a:xfrm>
            <a:off x="1593495" y="3897738"/>
            <a:ext cx="1210056"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45分完結</a:t>
            </a:r>
            <a:endParaRPr lang="en-US" sz="2000" dirty="0"/>
          </a:p>
        </p:txBody>
      </p:sp>
      <p:sp>
        <p:nvSpPr>
          <p:cNvPr id="12" name="Text 6"/>
          <p:cNvSpPr txBox="1"/>
          <p:nvPr/>
        </p:nvSpPr>
        <p:spPr>
          <a:xfrm>
            <a:off x="1178634" y="4348702"/>
            <a:ext cx="2062942"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長時間の研修は不要。</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要点だけを凝縮して</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最短でスキル習得。 </a:t>
            </a:r>
            <a:endParaRPr lang="en-US" sz="1400" dirty="0"/>
          </a:p>
        </p:txBody>
      </p:sp>
      <p:pic>
        <p:nvPicPr>
          <p:cNvPr id="13" name="Image 4" descr="preencoded.png"/>
          <p:cNvPicPr>
            <a:picLocks noChangeAspect="1"/>
          </p:cNvPicPr>
          <p:nvPr/>
        </p:nvPicPr>
        <p:blipFill>
          <a:blip r:embed="rId5"/>
          <a:srcRect l="-8" r="-8"/>
          <a:stretch/>
        </p:blipFill>
        <p:spPr>
          <a:xfrm>
            <a:off x="4267505" y="2881274"/>
            <a:ext cx="3657600" cy="2409444"/>
          </a:xfrm>
          <a:prstGeom prst="rect">
            <a:avLst/>
          </a:prstGeom>
        </p:spPr>
      </p:pic>
      <p:sp>
        <p:nvSpPr>
          <p:cNvPr id="14" name="Shape 7"/>
          <p:cNvSpPr/>
          <p:nvPr/>
        </p:nvSpPr>
        <p:spPr>
          <a:xfrm>
            <a:off x="5790895" y="3119018"/>
            <a:ext cx="609905" cy="609905"/>
          </a:xfrm>
          <a:prstGeom prst="roundRect">
            <a:avLst>
              <a:gd name="adj" fmla="val 74962"/>
            </a:avLst>
          </a:prstGeom>
          <a:solidFill>
            <a:srgbClr val="E0E7FF"/>
          </a:solidFill>
          <a:ln w="12700">
            <a:solidFill>
              <a:srgbClr val="FFFFFF">
                <a:alpha val="0"/>
              </a:srgbClr>
            </a:solidFill>
            <a:prstDash val="solid"/>
          </a:ln>
        </p:spPr>
        <p:txBody>
          <a:bodyPr/>
          <a:lstStyle/>
          <a:p>
            <a:endParaRPr lang="ja-JP" altLang="en-US"/>
          </a:p>
        </p:txBody>
      </p:sp>
      <p:pic>
        <p:nvPicPr>
          <p:cNvPr id="15" name="Image 5" descr="preencoded.png"/>
          <p:cNvPicPr>
            <a:picLocks noChangeAspect="1"/>
          </p:cNvPicPr>
          <p:nvPr/>
        </p:nvPicPr>
        <p:blipFill>
          <a:blip r:embed="rId7"/>
          <a:srcRect l="-90" r="-90"/>
          <a:stretch/>
        </p:blipFill>
        <p:spPr>
          <a:xfrm>
            <a:off x="5905195" y="3271723"/>
            <a:ext cx="381305" cy="304495"/>
          </a:xfrm>
          <a:prstGeom prst="rect">
            <a:avLst/>
          </a:prstGeom>
        </p:spPr>
      </p:pic>
      <p:sp>
        <p:nvSpPr>
          <p:cNvPr id="16" name="Text 8"/>
          <p:cNvSpPr txBox="1"/>
          <p:nvPr/>
        </p:nvSpPr>
        <p:spPr>
          <a:xfrm>
            <a:off x="4860431" y="3897738"/>
            <a:ext cx="2294750"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実践型ハンズオン</a:t>
            </a:r>
            <a:endParaRPr lang="en-US" sz="2000" dirty="0"/>
          </a:p>
        </p:txBody>
      </p:sp>
      <p:sp>
        <p:nvSpPr>
          <p:cNvPr id="17" name="Text 9"/>
          <p:cNvSpPr txBox="1"/>
          <p:nvPr/>
        </p:nvSpPr>
        <p:spPr>
          <a:xfrm>
            <a:off x="4838063" y="4348702"/>
            <a:ext cx="2636310"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座学だけではありません。</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その場で実際に手を動かし</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「使える」技術を学びます。 </a:t>
            </a:r>
            <a:endParaRPr lang="en-US" sz="1400" dirty="0"/>
          </a:p>
        </p:txBody>
      </p:sp>
      <p:pic>
        <p:nvPicPr>
          <p:cNvPr id="18" name="Image 6" descr="preencoded.png"/>
          <p:cNvPicPr>
            <a:picLocks noChangeAspect="1"/>
          </p:cNvPicPr>
          <p:nvPr/>
        </p:nvPicPr>
        <p:blipFill>
          <a:blip r:embed="rId5"/>
          <a:srcRect l="-8" r="-8"/>
          <a:stretch/>
        </p:blipFill>
        <p:spPr>
          <a:xfrm>
            <a:off x="8153705" y="2881274"/>
            <a:ext cx="3657600" cy="2409444"/>
          </a:xfrm>
          <a:prstGeom prst="rect">
            <a:avLst/>
          </a:prstGeom>
        </p:spPr>
      </p:pic>
      <p:sp>
        <p:nvSpPr>
          <p:cNvPr id="19" name="Shape 10"/>
          <p:cNvSpPr/>
          <p:nvPr/>
        </p:nvSpPr>
        <p:spPr>
          <a:xfrm>
            <a:off x="9677095" y="3119018"/>
            <a:ext cx="609905" cy="609905"/>
          </a:xfrm>
          <a:prstGeom prst="roundRect">
            <a:avLst>
              <a:gd name="adj" fmla="val 74962"/>
            </a:avLst>
          </a:prstGeom>
          <a:solidFill>
            <a:srgbClr val="EDE9FE"/>
          </a:solidFill>
          <a:ln w="12700">
            <a:solidFill>
              <a:srgbClr val="FFFFFF">
                <a:alpha val="0"/>
              </a:srgbClr>
            </a:solidFill>
            <a:prstDash val="solid"/>
          </a:ln>
        </p:spPr>
        <p:txBody>
          <a:bodyPr/>
          <a:lstStyle/>
          <a:p>
            <a:endParaRPr lang="ja-JP" altLang="en-US"/>
          </a:p>
        </p:txBody>
      </p:sp>
      <p:pic>
        <p:nvPicPr>
          <p:cNvPr id="20" name="Image 7" descr="preencoded.png"/>
          <p:cNvPicPr>
            <a:picLocks noChangeAspect="1"/>
          </p:cNvPicPr>
          <p:nvPr/>
        </p:nvPicPr>
        <p:blipFill>
          <a:blip r:embed="rId8"/>
          <a:srcRect l="-90" r="-90"/>
          <a:stretch/>
        </p:blipFill>
        <p:spPr>
          <a:xfrm>
            <a:off x="9791395" y="3271723"/>
            <a:ext cx="381305" cy="304495"/>
          </a:xfrm>
          <a:prstGeom prst="rect">
            <a:avLst/>
          </a:prstGeom>
        </p:spPr>
      </p:pic>
      <p:sp>
        <p:nvSpPr>
          <p:cNvPr id="21" name="Text 11"/>
          <p:cNvSpPr txBox="1"/>
          <p:nvPr/>
        </p:nvSpPr>
        <p:spPr>
          <a:xfrm>
            <a:off x="9235001" y="3897738"/>
            <a:ext cx="1434219"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一緒に作る</a:t>
            </a:r>
            <a:endParaRPr lang="en-US" sz="2000" dirty="0"/>
          </a:p>
        </p:txBody>
      </p:sp>
      <p:sp>
        <p:nvSpPr>
          <p:cNvPr id="22" name="Text 12"/>
          <p:cNvSpPr txBox="1"/>
          <p:nvPr/>
        </p:nvSpPr>
        <p:spPr>
          <a:xfrm>
            <a:off x="8794672" y="4348702"/>
            <a:ext cx="2458980" cy="743407"/>
          </a:xfrm>
          <a:prstGeom prst="rect">
            <a:avLst/>
          </a:prstGeom>
          <a:noFill/>
          <a:ln/>
        </p:spPr>
        <p:txBody>
          <a:bodyPr wrap="square" lIns="0" tIns="0" rIns="0" bIns="0" rtlCol="0" anchor="t"/>
          <a:lstStyle/>
          <a:p>
            <a:pPr marL="0" indent="0" algn="ctr">
              <a:buNone/>
            </a:pP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ゼロから一緒に作ることで</a:t>
            </a:r>
            <a:endParaRPr lang="en-US" sz="1400" dirty="0"/>
          </a:p>
          <a:p>
            <a:pPr marL="0" indent="0" algn="ctr">
              <a:buNone/>
            </a:pPr>
            <a:r>
              <a:rPr lang="en-US" sz="1600">
                <a:solidFill>
                  <a:srgbClr val="6B7280"/>
                </a:solidFill>
                <a:latin typeface="Noto Sans JP" pitchFamily="34" charset="0"/>
                <a:ea typeface="Noto Sans JP" pitchFamily="34" charset="-122"/>
                <a:cs typeface="Noto Sans JP" pitchFamily="34" charset="-120"/>
              </a:rPr>
              <a:t> 仕組みを理解します</a:t>
            </a:r>
            <a:r>
              <a:rPr lang="en-US" sz="1600" dirty="0">
                <a:solidFill>
                  <a:srgbClr val="6B7280"/>
                </a:solidFill>
                <a:latin typeface="Noto Sans JP" pitchFamily="34" charset="0"/>
                <a:ea typeface="Noto Sans JP" pitchFamily="34" charset="-122"/>
                <a:cs typeface="Noto Sans JP" pitchFamily="34" charset="-120"/>
              </a:rPr>
              <a:t>。 </a:t>
            </a:r>
            <a:endParaRPr lang="en-US" sz="1400" dirty="0"/>
          </a:p>
        </p:txBody>
      </p:sp>
      <p:pic>
        <p:nvPicPr>
          <p:cNvPr id="23" name="Image 8" descr="preencoded.png"/>
          <p:cNvPicPr>
            <a:picLocks noChangeAspect="1"/>
          </p:cNvPicPr>
          <p:nvPr/>
        </p:nvPicPr>
        <p:blipFill>
          <a:blip r:embed="rId9"/>
          <a:srcRect t="-40" b="-40"/>
          <a:stretch/>
        </p:blipFill>
        <p:spPr>
          <a:xfrm>
            <a:off x="3625596" y="5471770"/>
            <a:ext cx="4939589" cy="629107"/>
          </a:xfrm>
          <a:prstGeom prst="rect">
            <a:avLst/>
          </a:prstGeom>
        </p:spPr>
      </p:pic>
      <p:sp>
        <p:nvSpPr>
          <p:cNvPr id="24" name="Shape 13"/>
          <p:cNvSpPr/>
          <p:nvPr/>
        </p:nvSpPr>
        <p:spPr>
          <a:xfrm>
            <a:off x="3940150" y="5596128"/>
            <a:ext cx="323698" cy="381305"/>
          </a:xfrm>
          <a:prstGeom prst="roundRect">
            <a:avLst>
              <a:gd name="adj" fmla="val 282486"/>
            </a:avLst>
          </a:prstGeom>
          <a:solidFill>
            <a:srgbClr val="D1FAE5"/>
          </a:solidFill>
          <a:ln w="12700">
            <a:solidFill>
              <a:srgbClr val="FFFFFF">
                <a:alpha val="0"/>
              </a:srgbClr>
            </a:solidFill>
            <a:prstDash val="solid"/>
          </a:ln>
        </p:spPr>
        <p:txBody>
          <a:bodyPr/>
          <a:lstStyle/>
          <a:p>
            <a:endParaRPr lang="ja-JP" altLang="en-US"/>
          </a:p>
        </p:txBody>
      </p:sp>
      <p:sp>
        <p:nvSpPr>
          <p:cNvPr id="25" name="Text 14"/>
          <p:cNvSpPr txBox="1"/>
          <p:nvPr/>
        </p:nvSpPr>
        <p:spPr>
          <a:xfrm>
            <a:off x="4416552" y="5652821"/>
            <a:ext cx="4026103" cy="267005"/>
          </a:xfrm>
          <a:prstGeom prst="rect">
            <a:avLst/>
          </a:prstGeom>
          <a:noFill/>
          <a:ln/>
        </p:spPr>
        <p:txBody>
          <a:bodyPr wrap="square" lIns="0" tIns="0" rIns="0" bIns="0" rtlCol="0" anchor="ctr"/>
          <a:lstStyle/>
          <a:p>
            <a:pPr marL="0" indent="0" algn="l">
              <a:buNone/>
            </a:pPr>
            <a:r>
              <a:rPr lang="en-US" sz="1600" b="1" dirty="0">
                <a:solidFill>
                  <a:srgbClr val="374151"/>
                </a:solidFill>
                <a:latin typeface="Noto Sans JP" pitchFamily="34" charset="0"/>
                <a:ea typeface="Noto Sans JP" pitchFamily="34" charset="-122"/>
                <a:cs typeface="Noto Sans JP" pitchFamily="34" charset="-120"/>
              </a:rPr>
              <a:t>Power Automate 未経験・知識ゼロでも大丈夫！</a:t>
            </a:r>
            <a:endParaRPr lang="en-US" sz="1300" dirty="0"/>
          </a:p>
        </p:txBody>
      </p:sp>
      <p:pic>
        <p:nvPicPr>
          <p:cNvPr id="26" name="Image 9" descr="preencoded.png"/>
          <p:cNvPicPr>
            <a:picLocks noChangeAspect="1"/>
          </p:cNvPicPr>
          <p:nvPr/>
        </p:nvPicPr>
        <p:blipFill>
          <a:blip r:embed="rId10"/>
          <a:srcRect l="-1648" r="-1648"/>
          <a:stretch/>
        </p:blipFill>
        <p:spPr>
          <a:xfrm>
            <a:off x="4016959" y="5686654"/>
            <a:ext cx="171907" cy="190195"/>
          </a:xfrm>
          <a:prstGeom prst="rect">
            <a:avLst/>
          </a:prstGeom>
        </p:spPr>
      </p:pic>
      <p:sp>
        <p:nvSpPr>
          <p:cNvPr id="27" name="Shape 15"/>
          <p:cNvSpPr/>
          <p:nvPr/>
        </p:nvSpPr>
        <p:spPr>
          <a:xfrm>
            <a:off x="0" y="0"/>
            <a:ext cx="12191695" cy="1333195"/>
          </a:xfrm>
          <a:prstGeom prst="rect">
            <a:avLst/>
          </a:prstGeom>
          <a:solidFill>
            <a:srgbClr val="FFFFFF"/>
          </a:solidFill>
          <a:ln/>
        </p:spPr>
        <p:txBody>
          <a:bodyPr/>
          <a:lstStyle/>
          <a:p>
            <a:endParaRPr lang="ja-JP" altLang="en-US"/>
          </a:p>
        </p:txBody>
      </p:sp>
      <p:sp>
        <p:nvSpPr>
          <p:cNvPr id="28" name="Shape 16"/>
          <p:cNvSpPr/>
          <p:nvPr/>
        </p:nvSpPr>
        <p:spPr>
          <a:xfrm>
            <a:off x="0" y="132405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29" name="Text 17"/>
          <p:cNvSpPr txBox="1"/>
          <p:nvPr/>
        </p:nvSpPr>
        <p:spPr>
          <a:xfrm>
            <a:off x="457200" y="152705"/>
            <a:ext cx="2318004"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INTRODUCTION</a:t>
            </a:r>
            <a:endParaRPr lang="en-US" sz="1500" dirty="0"/>
          </a:p>
        </p:txBody>
      </p:sp>
      <p:sp>
        <p:nvSpPr>
          <p:cNvPr id="30" name="Text 18"/>
          <p:cNvSpPr txBox="1"/>
          <p:nvPr/>
        </p:nvSpPr>
        <p:spPr>
          <a:xfrm>
            <a:off x="457200" y="457200"/>
            <a:ext cx="3439058"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PA45</a:t>
            </a:r>
            <a:r>
              <a:rPr lang="en-US" sz="1800" b="1" dirty="0">
                <a:solidFill>
                  <a:srgbClr val="6B7280"/>
                </a:solidFill>
                <a:latin typeface="Noto Sans JP" pitchFamily="34" charset="0"/>
                <a:ea typeface="Noto Sans JP" pitchFamily="34" charset="-122"/>
                <a:cs typeface="Noto Sans JP" pitchFamily="34" charset="-120"/>
              </a:rPr>
              <a:t>とは？</a:t>
            </a:r>
            <a:endParaRPr lang="en-US" sz="4500" dirty="0"/>
          </a:p>
        </p:txBody>
      </p:sp>
      <p:sp>
        <p:nvSpPr>
          <p:cNvPr id="31" name="Shape 19"/>
          <p:cNvSpPr/>
          <p:nvPr/>
        </p:nvSpPr>
        <p:spPr>
          <a:xfrm>
            <a:off x="10669220" y="266700"/>
            <a:ext cx="152705" cy="152705"/>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32" name="Text 20"/>
          <p:cNvSpPr txBox="1"/>
          <p:nvPr/>
        </p:nvSpPr>
        <p:spPr>
          <a:xfrm>
            <a:off x="10935310" y="210007"/>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35" name="Shape 22"/>
          <p:cNvSpPr/>
          <p:nvPr/>
        </p:nvSpPr>
        <p:spPr>
          <a:xfrm>
            <a:off x="0" y="6248095"/>
            <a:ext cx="12191695" cy="609905"/>
          </a:xfrm>
          <a:prstGeom prst="rect">
            <a:avLst/>
          </a:prstGeom>
          <a:solidFill>
            <a:srgbClr val="FFFFFF"/>
          </a:solidFill>
          <a:ln/>
        </p:spPr>
        <p:txBody>
          <a:bodyPr/>
          <a:lstStyle/>
          <a:p>
            <a:endParaRPr lang="ja-JP" altLang="en-US"/>
          </a:p>
        </p:txBody>
      </p:sp>
      <p:sp>
        <p:nvSpPr>
          <p:cNvPr id="36" name="Shape 23"/>
          <p:cNvSpPr/>
          <p:nvPr/>
        </p:nvSpPr>
        <p:spPr>
          <a:xfrm>
            <a:off x="0" y="624809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7" name="Text 24"/>
          <p:cNvSpPr txBox="1"/>
          <p:nvPr/>
        </p:nvSpPr>
        <p:spPr>
          <a:xfrm>
            <a:off x="457200" y="644377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38" name="Text 25"/>
          <p:cNvSpPr txBox="1"/>
          <p:nvPr/>
        </p:nvSpPr>
        <p:spPr>
          <a:xfrm>
            <a:off x="10490911" y="6443777"/>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39" name="Image 11" descr="preencoded.png"/>
          <p:cNvPicPr>
            <a:picLocks noChangeAspect="1"/>
          </p:cNvPicPr>
          <p:nvPr/>
        </p:nvPicPr>
        <p:blipFill>
          <a:blip r:embed="rId11"/>
          <a:srcRect t="-1" b="-1"/>
          <a:stretch/>
        </p:blipFill>
        <p:spPr>
          <a:xfrm>
            <a:off x="0" y="6743700"/>
            <a:ext cx="12191695" cy="114300"/>
          </a:xfrm>
          <a:prstGeom prst="rect">
            <a:avLst/>
          </a:prstGeom>
        </p:spPr>
      </p:pic>
      <p:grpSp>
        <p:nvGrpSpPr>
          <p:cNvPr id="48" name="グループ化 47">
            <a:extLst>
              <a:ext uri="{FF2B5EF4-FFF2-40B4-BE49-F238E27FC236}">
                <a16:creationId xmlns:a16="http://schemas.microsoft.com/office/drawing/2014/main" id="{573DEEFF-2E18-F859-557D-46C5895E5E23}"/>
              </a:ext>
            </a:extLst>
          </p:cNvPr>
          <p:cNvGrpSpPr/>
          <p:nvPr/>
        </p:nvGrpSpPr>
        <p:grpSpPr>
          <a:xfrm>
            <a:off x="4603551" y="6322778"/>
            <a:ext cx="7350682" cy="405017"/>
            <a:chOff x="5861349" y="604238"/>
            <a:chExt cx="6035909" cy="405017"/>
          </a:xfrm>
        </p:grpSpPr>
        <p:sp>
          <p:nvSpPr>
            <p:cNvPr id="49" name="Shape 31">
              <a:extLst>
                <a:ext uri="{FF2B5EF4-FFF2-40B4-BE49-F238E27FC236}">
                  <a16:creationId xmlns:a16="http://schemas.microsoft.com/office/drawing/2014/main" id="{EB34D72B-3BD9-5C6D-172D-3C12236AFA7F}"/>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0" name="Text 21">
              <a:extLst>
                <a:ext uri="{FF2B5EF4-FFF2-40B4-BE49-F238E27FC236}">
                  <a16:creationId xmlns:a16="http://schemas.microsoft.com/office/drawing/2014/main" id="{60D4689B-59D1-541B-9719-C75A816A4F1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1" name="Image 2" descr="preencoded.png">
              <a:extLst>
                <a:ext uri="{FF2B5EF4-FFF2-40B4-BE49-F238E27FC236}">
                  <a16:creationId xmlns:a16="http://schemas.microsoft.com/office/drawing/2014/main" id="{91D0F47D-91FD-FF45-2771-9D7B634F6D96}"/>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067105"/>
            <a:ext cx="12191695" cy="52578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7" name="Image 2" descr="preencoded.png"/>
          <p:cNvPicPr>
            <a:picLocks noChangeAspect="1"/>
          </p:cNvPicPr>
          <p:nvPr/>
        </p:nvPicPr>
        <p:blipFill>
          <a:blip r:embed="rId3"/>
          <a:srcRect l="-1" r="-1"/>
          <a:stretch/>
        </p:blipFill>
        <p:spPr>
          <a:xfrm>
            <a:off x="381305" y="1295705"/>
            <a:ext cx="3683203" cy="2305202"/>
          </a:xfrm>
          <a:prstGeom prst="rect">
            <a:avLst/>
          </a:prstGeom>
        </p:spPr>
      </p:pic>
      <p:pic>
        <p:nvPicPr>
          <p:cNvPr id="8" name="Image 3" descr="preencoded.png"/>
          <p:cNvPicPr>
            <a:picLocks noChangeAspect="1"/>
          </p:cNvPicPr>
          <p:nvPr/>
        </p:nvPicPr>
        <p:blipFill>
          <a:blip r:embed="rId4"/>
          <a:srcRect/>
          <a:stretch/>
        </p:blipFill>
        <p:spPr>
          <a:xfrm>
            <a:off x="685800" y="1524305"/>
            <a:ext cx="533095" cy="533095"/>
          </a:xfrm>
          <a:prstGeom prst="rect">
            <a:avLst/>
          </a:prstGeom>
        </p:spPr>
      </p:pic>
      <p:pic>
        <p:nvPicPr>
          <p:cNvPr id="9" name="Image 4" descr="preencoded.png"/>
          <p:cNvPicPr>
            <a:picLocks noChangeAspect="1"/>
          </p:cNvPicPr>
          <p:nvPr/>
        </p:nvPicPr>
        <p:blipFill>
          <a:blip r:embed="rId5"/>
          <a:srcRect l="-607" r="-607"/>
          <a:stretch/>
        </p:blipFill>
        <p:spPr>
          <a:xfrm>
            <a:off x="771754" y="1647749"/>
            <a:ext cx="362102" cy="286207"/>
          </a:xfrm>
          <a:prstGeom prst="rect">
            <a:avLst/>
          </a:prstGeom>
        </p:spPr>
      </p:pic>
      <p:sp>
        <p:nvSpPr>
          <p:cNvPr id="10" name="Text 3"/>
          <p:cNvSpPr txBox="1"/>
          <p:nvPr/>
        </p:nvSpPr>
        <p:spPr>
          <a:xfrm>
            <a:off x="1371599" y="1524305"/>
            <a:ext cx="244671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みんなで気持ちよく</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学ぶために</a:t>
            </a:r>
            <a:endParaRPr lang="en-US" sz="1600" dirty="0"/>
          </a:p>
        </p:txBody>
      </p:sp>
      <p:sp>
        <p:nvSpPr>
          <p:cNvPr id="11" name="Text 4"/>
          <p:cNvSpPr txBox="1"/>
          <p:nvPr/>
        </p:nvSpPr>
        <p:spPr>
          <a:xfrm>
            <a:off x="895197" y="254603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誹謗中傷・不適切な発言は</a:t>
            </a:r>
            <a:r>
              <a:rPr lang="en-US" sz="1600" b="1" dirty="0">
                <a:solidFill>
                  <a:srgbClr val="2563EB"/>
                </a:solidFill>
                <a:latin typeface="Noto Sans JP" pitchFamily="34" charset="0"/>
                <a:ea typeface="Noto Sans JP" pitchFamily="34" charset="-122"/>
                <a:cs typeface="Noto Sans JP" pitchFamily="34" charset="-120"/>
              </a:rPr>
              <a:t>禁止</a:t>
            </a:r>
            <a:endParaRPr lang="en-US" sz="1400" dirty="0"/>
          </a:p>
        </p:txBody>
      </p:sp>
      <p:pic>
        <p:nvPicPr>
          <p:cNvPr id="12" name="Image 5" descr="preencoded.png"/>
          <p:cNvPicPr>
            <a:picLocks noChangeAspect="1"/>
          </p:cNvPicPr>
          <p:nvPr/>
        </p:nvPicPr>
        <p:blipFill>
          <a:blip r:embed="rId6"/>
          <a:srcRect/>
          <a:stretch/>
        </p:blipFill>
        <p:spPr>
          <a:xfrm>
            <a:off x="609904" y="2553004"/>
            <a:ext cx="209398" cy="209398"/>
          </a:xfrm>
          <a:prstGeom prst="rect">
            <a:avLst/>
          </a:prstGeom>
        </p:spPr>
      </p:pic>
      <p:sp>
        <p:nvSpPr>
          <p:cNvPr id="15" name="Text 6"/>
          <p:cNvSpPr txBox="1"/>
          <p:nvPr/>
        </p:nvSpPr>
        <p:spPr>
          <a:xfrm>
            <a:off x="902429" y="2999232"/>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お互いを尊重し合いましょう</a:t>
            </a:r>
            <a:endParaRPr lang="en-US" sz="1400" dirty="0"/>
          </a:p>
        </p:txBody>
      </p:sp>
      <p:pic>
        <p:nvPicPr>
          <p:cNvPr id="16" name="Image 7" descr="preencoded.png"/>
          <p:cNvPicPr>
            <a:picLocks noChangeAspect="1"/>
          </p:cNvPicPr>
          <p:nvPr/>
        </p:nvPicPr>
        <p:blipFill>
          <a:blip r:embed="rId6"/>
          <a:srcRect/>
          <a:stretch/>
        </p:blipFill>
        <p:spPr>
          <a:xfrm>
            <a:off x="617136" y="2956725"/>
            <a:ext cx="209398" cy="209398"/>
          </a:xfrm>
          <a:prstGeom prst="rect">
            <a:avLst/>
          </a:prstGeom>
        </p:spPr>
      </p:pic>
      <p:pic>
        <p:nvPicPr>
          <p:cNvPr id="17" name="Image 8" descr="preencoded.png"/>
          <p:cNvPicPr>
            <a:picLocks noChangeAspect="1"/>
          </p:cNvPicPr>
          <p:nvPr/>
        </p:nvPicPr>
        <p:blipFill>
          <a:blip r:embed="rId7"/>
          <a:srcRect t="-1" b="-1"/>
          <a:stretch/>
        </p:blipFill>
        <p:spPr>
          <a:xfrm>
            <a:off x="4254703" y="1295705"/>
            <a:ext cx="3683203" cy="2305202"/>
          </a:xfrm>
          <a:prstGeom prst="rect">
            <a:avLst/>
          </a:prstGeom>
        </p:spPr>
      </p:pic>
      <p:pic>
        <p:nvPicPr>
          <p:cNvPr id="18" name="Image 9" descr="preencoded.png"/>
          <p:cNvPicPr>
            <a:picLocks noChangeAspect="1"/>
          </p:cNvPicPr>
          <p:nvPr/>
        </p:nvPicPr>
        <p:blipFill>
          <a:blip r:embed="rId4"/>
          <a:srcRect/>
          <a:stretch/>
        </p:blipFill>
        <p:spPr>
          <a:xfrm>
            <a:off x="4559198" y="1524305"/>
            <a:ext cx="533095" cy="533095"/>
          </a:xfrm>
          <a:prstGeom prst="rect">
            <a:avLst/>
          </a:prstGeom>
        </p:spPr>
      </p:pic>
      <p:pic>
        <p:nvPicPr>
          <p:cNvPr id="19" name="Image 10" descr="preencoded.png"/>
          <p:cNvPicPr>
            <a:picLocks noChangeAspect="1"/>
          </p:cNvPicPr>
          <p:nvPr/>
        </p:nvPicPr>
        <p:blipFill>
          <a:blip r:embed="rId8"/>
          <a:srcRect l="-266" r="-266"/>
          <a:stretch/>
        </p:blipFill>
        <p:spPr>
          <a:xfrm>
            <a:off x="4664354" y="1647749"/>
            <a:ext cx="323698" cy="286207"/>
          </a:xfrm>
          <a:prstGeom prst="rect">
            <a:avLst/>
          </a:prstGeom>
        </p:spPr>
      </p:pic>
      <p:sp>
        <p:nvSpPr>
          <p:cNvPr id="20" name="Text 7"/>
          <p:cNvSpPr txBox="1"/>
          <p:nvPr/>
        </p:nvSpPr>
        <p:spPr>
          <a:xfrm>
            <a:off x="5274259" y="1673670"/>
            <a:ext cx="2540817" cy="238658"/>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講座の録画について</a:t>
            </a:r>
            <a:endParaRPr lang="en-US" sz="1600" dirty="0"/>
          </a:p>
        </p:txBody>
      </p:sp>
      <p:sp>
        <p:nvSpPr>
          <p:cNvPr id="21" name="Text 8"/>
          <p:cNvSpPr txBox="1"/>
          <p:nvPr/>
        </p:nvSpPr>
        <p:spPr>
          <a:xfrm>
            <a:off x="480060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後日</a:t>
            </a:r>
            <a:r>
              <a:rPr lang="en-US" sz="1600">
                <a:solidFill>
                  <a:srgbClr val="4B5563"/>
                </a:solidFill>
                <a:latin typeface="Noto Sans JP" pitchFamily="34" charset="0"/>
                <a:ea typeface="Noto Sans JP" pitchFamily="34" charset="-122"/>
                <a:cs typeface="Noto Sans JP" pitchFamily="34" charset="-120"/>
              </a:rPr>
              <a:t>YouTube公開</a:t>
            </a:r>
            <a:r>
              <a:rPr lang="ja-JP" altLang="en-US" sz="1600">
                <a:solidFill>
                  <a:srgbClr val="4B5563"/>
                </a:solidFill>
                <a:latin typeface="Noto Sans JP" pitchFamily="34" charset="0"/>
                <a:ea typeface="Noto Sans JP" pitchFamily="34" charset="-122"/>
                <a:cs typeface="Noto Sans JP" pitchFamily="34" charset="-120"/>
              </a:rPr>
              <a:t>予定</a:t>
            </a:r>
            <a:endParaRPr lang="en-US" sz="1400" dirty="0"/>
          </a:p>
        </p:txBody>
      </p:sp>
      <p:pic>
        <p:nvPicPr>
          <p:cNvPr id="22" name="Image 11" descr="preencoded.png"/>
          <p:cNvPicPr>
            <a:picLocks noChangeAspect="1"/>
          </p:cNvPicPr>
          <p:nvPr/>
        </p:nvPicPr>
        <p:blipFill>
          <a:blip r:embed="rId9"/>
          <a:srcRect/>
          <a:stretch/>
        </p:blipFill>
        <p:spPr>
          <a:xfrm>
            <a:off x="4459755" y="2316941"/>
            <a:ext cx="222199" cy="222199"/>
          </a:xfrm>
          <a:prstGeom prst="rect">
            <a:avLst/>
          </a:prstGeom>
        </p:spPr>
      </p:pic>
      <p:sp>
        <p:nvSpPr>
          <p:cNvPr id="23" name="Text 9"/>
          <p:cNvSpPr txBox="1"/>
          <p:nvPr/>
        </p:nvSpPr>
        <p:spPr>
          <a:xfrm>
            <a:off x="4799966" y="2759178"/>
            <a:ext cx="3096158"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表示名が映る場合があります</a:t>
            </a:r>
            <a:r>
              <a:rPr lang="en-US" sz="1600" b="1" dirty="0">
                <a:solidFill>
                  <a:srgbClr val="0078D4"/>
                </a:solidFill>
                <a:latin typeface="Noto Sans JP" pitchFamily="34" charset="0"/>
                <a:ea typeface="Noto Sans JP" pitchFamily="34" charset="-122"/>
                <a:cs typeface="Noto Sans JP" pitchFamily="34" charset="-120"/>
              </a:rPr>
              <a:t/>
            </a:r>
            <a:endParaRPr lang="en-US" sz="1400" dirty="0"/>
          </a:p>
        </p:txBody>
      </p:sp>
      <p:pic>
        <p:nvPicPr>
          <p:cNvPr id="24" name="Image 12" descr="preencoded.png"/>
          <p:cNvPicPr>
            <a:picLocks noChangeAspect="1"/>
          </p:cNvPicPr>
          <p:nvPr/>
        </p:nvPicPr>
        <p:blipFill>
          <a:blip r:embed="rId10"/>
          <a:srcRect l="-1507" r="-1507"/>
          <a:stretch/>
        </p:blipFill>
        <p:spPr>
          <a:xfrm>
            <a:off x="4444986" y="2768803"/>
            <a:ext cx="286120" cy="222199"/>
          </a:xfrm>
          <a:prstGeom prst="rect">
            <a:avLst/>
          </a:prstGeom>
        </p:spPr>
      </p:pic>
      <p:sp>
        <p:nvSpPr>
          <p:cNvPr id="25" name="Text 10"/>
          <p:cNvSpPr txBox="1"/>
          <p:nvPr/>
        </p:nvSpPr>
        <p:spPr>
          <a:xfrm>
            <a:off x="4794577" y="3183750"/>
            <a:ext cx="3115361"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匿名参加で非表示にできます</a:t>
            </a:r>
            <a:endParaRPr lang="en-US" sz="1400" dirty="0"/>
          </a:p>
        </p:txBody>
      </p:sp>
      <p:pic>
        <p:nvPicPr>
          <p:cNvPr id="26" name="Image 13" descr="preencoded.png"/>
          <p:cNvPicPr>
            <a:picLocks noChangeAspect="1"/>
          </p:cNvPicPr>
          <p:nvPr/>
        </p:nvPicPr>
        <p:blipFill>
          <a:blip r:embed="rId11"/>
          <a:srcRect l="-837" r="-837"/>
          <a:stretch/>
        </p:blipFill>
        <p:spPr>
          <a:xfrm>
            <a:off x="4467442" y="3183750"/>
            <a:ext cx="236379" cy="206654"/>
          </a:xfrm>
          <a:prstGeom prst="rect">
            <a:avLst/>
          </a:prstGeom>
        </p:spPr>
      </p:pic>
      <p:pic>
        <p:nvPicPr>
          <p:cNvPr id="27" name="Image 14" descr="preencoded.png"/>
          <p:cNvPicPr>
            <a:picLocks noChangeAspect="1"/>
          </p:cNvPicPr>
          <p:nvPr/>
        </p:nvPicPr>
        <p:blipFill>
          <a:blip r:embed="rId12"/>
          <a:srcRect l="-1" r="-1"/>
          <a:stretch/>
        </p:blipFill>
        <p:spPr>
          <a:xfrm>
            <a:off x="8128102" y="1295705"/>
            <a:ext cx="3683203" cy="2305202"/>
          </a:xfrm>
          <a:prstGeom prst="rect">
            <a:avLst/>
          </a:prstGeom>
        </p:spPr>
      </p:pic>
      <p:pic>
        <p:nvPicPr>
          <p:cNvPr id="28" name="Image 15" descr="preencoded.png"/>
          <p:cNvPicPr>
            <a:picLocks noChangeAspect="1"/>
          </p:cNvPicPr>
          <p:nvPr/>
        </p:nvPicPr>
        <p:blipFill>
          <a:blip r:embed="rId4"/>
          <a:srcRect/>
          <a:stretch/>
        </p:blipFill>
        <p:spPr>
          <a:xfrm>
            <a:off x="8432597" y="1524305"/>
            <a:ext cx="533095" cy="533095"/>
          </a:xfrm>
          <a:prstGeom prst="rect">
            <a:avLst/>
          </a:prstGeom>
        </p:spPr>
      </p:pic>
      <p:pic>
        <p:nvPicPr>
          <p:cNvPr id="29" name="Image 16" descr="preencoded.png"/>
          <p:cNvPicPr>
            <a:picLocks noChangeAspect="1"/>
          </p:cNvPicPr>
          <p:nvPr/>
        </p:nvPicPr>
        <p:blipFill>
          <a:blip r:embed="rId13"/>
          <a:srcRect l="-607" r="-607"/>
          <a:stretch/>
        </p:blipFill>
        <p:spPr>
          <a:xfrm>
            <a:off x="8518550" y="1647749"/>
            <a:ext cx="362102" cy="286207"/>
          </a:xfrm>
          <a:prstGeom prst="rect">
            <a:avLst/>
          </a:prstGeom>
        </p:spPr>
      </p:pic>
      <p:sp>
        <p:nvSpPr>
          <p:cNvPr id="30" name="Text 11"/>
          <p:cNvSpPr txBox="1"/>
          <p:nvPr/>
        </p:nvSpPr>
        <p:spPr>
          <a:xfrm>
            <a:off x="9118396" y="1524305"/>
            <a:ext cx="217569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チャットは気軽に</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どうぞ</a:t>
            </a:r>
            <a:endParaRPr lang="en-US" sz="1600" dirty="0"/>
          </a:p>
        </p:txBody>
      </p:sp>
      <p:sp>
        <p:nvSpPr>
          <p:cNvPr id="31" name="Text 12"/>
          <p:cNvSpPr txBox="1"/>
          <p:nvPr/>
        </p:nvSpPr>
        <p:spPr>
          <a:xfrm>
            <a:off x="863896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「できました！」の声など大歓迎</a:t>
            </a:r>
            <a:endParaRPr lang="en-US" sz="1400" dirty="0"/>
          </a:p>
        </p:txBody>
      </p:sp>
      <p:pic>
        <p:nvPicPr>
          <p:cNvPr id="32" name="Image 17" descr="preencoded.png"/>
          <p:cNvPicPr>
            <a:picLocks noChangeAspect="1"/>
          </p:cNvPicPr>
          <p:nvPr/>
        </p:nvPicPr>
        <p:blipFill>
          <a:blip r:embed="rId14"/>
          <a:srcRect/>
          <a:stretch/>
        </p:blipFill>
        <p:spPr>
          <a:xfrm>
            <a:off x="8323811" y="2357209"/>
            <a:ext cx="242288" cy="242288"/>
          </a:xfrm>
          <a:prstGeom prst="rect">
            <a:avLst/>
          </a:prstGeom>
        </p:spPr>
      </p:pic>
      <p:sp>
        <p:nvSpPr>
          <p:cNvPr id="33" name="Text 13"/>
          <p:cNvSpPr txBox="1"/>
          <p:nvPr/>
        </p:nvSpPr>
        <p:spPr>
          <a:xfrm>
            <a:off x="8722752" y="2735885"/>
            <a:ext cx="3134563"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小さな質問でも</a:t>
            </a:r>
            <a:r>
              <a:rPr lang="en-US" sz="1600" b="1" dirty="0">
                <a:solidFill>
                  <a:srgbClr val="0078D4"/>
                </a:solidFill>
                <a:latin typeface="Noto Sans JP" pitchFamily="34" charset="0"/>
                <a:ea typeface="Noto Sans JP" pitchFamily="34" charset="-122"/>
                <a:cs typeface="Noto Sans JP" pitchFamily="34" charset="-120"/>
              </a:rPr>
              <a:t>OK</a:t>
            </a:r>
            <a:r>
              <a:rPr lang="en-US" sz="1600" dirty="0">
                <a:solidFill>
                  <a:srgbClr val="4B5563"/>
                </a:solidFill>
                <a:latin typeface="Noto Sans JP" pitchFamily="34" charset="0"/>
                <a:ea typeface="Noto Sans JP" pitchFamily="34" charset="-122"/>
                <a:cs typeface="Noto Sans JP" pitchFamily="34" charset="-120"/>
              </a:rPr>
              <a:t>です</a:t>
            </a:r>
            <a:endParaRPr lang="en-US" sz="1400" dirty="0"/>
          </a:p>
        </p:txBody>
      </p:sp>
      <p:pic>
        <p:nvPicPr>
          <p:cNvPr id="34" name="Image 18" descr="preencoded.png"/>
          <p:cNvPicPr>
            <a:picLocks noChangeAspect="1"/>
          </p:cNvPicPr>
          <p:nvPr/>
        </p:nvPicPr>
        <p:blipFill>
          <a:blip r:embed="rId15"/>
          <a:srcRect/>
          <a:stretch/>
        </p:blipFill>
        <p:spPr>
          <a:xfrm>
            <a:off x="8323811" y="2748714"/>
            <a:ext cx="242288" cy="242288"/>
          </a:xfrm>
          <a:prstGeom prst="rect">
            <a:avLst/>
          </a:prstGeom>
        </p:spPr>
      </p:pic>
      <p:sp>
        <p:nvSpPr>
          <p:cNvPr id="35" name="Text 14"/>
          <p:cNvSpPr txBox="1"/>
          <p:nvPr/>
        </p:nvSpPr>
        <p:spPr>
          <a:xfrm>
            <a:off x="8641994" y="316199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反応があると講師も嬉しいです</a:t>
            </a:r>
            <a:endParaRPr lang="en-US" sz="1400" dirty="0"/>
          </a:p>
        </p:txBody>
      </p:sp>
      <p:pic>
        <p:nvPicPr>
          <p:cNvPr id="36" name="Image 19" descr="preencoded.png"/>
          <p:cNvPicPr>
            <a:picLocks noChangeAspect="1"/>
          </p:cNvPicPr>
          <p:nvPr/>
        </p:nvPicPr>
        <p:blipFill>
          <a:blip r:embed="rId16"/>
          <a:srcRect/>
          <a:stretch/>
        </p:blipFill>
        <p:spPr>
          <a:xfrm>
            <a:off x="8343442" y="3148206"/>
            <a:ext cx="216712" cy="216712"/>
          </a:xfrm>
          <a:prstGeom prst="rect">
            <a:avLst/>
          </a:prstGeom>
        </p:spPr>
      </p:pic>
      <p:pic>
        <p:nvPicPr>
          <p:cNvPr id="37" name="Image 20" descr="preencoded.png"/>
          <p:cNvPicPr>
            <a:picLocks noChangeAspect="1"/>
          </p:cNvPicPr>
          <p:nvPr/>
        </p:nvPicPr>
        <p:blipFill>
          <a:blip r:embed="rId17"/>
          <a:srcRect t="-1" b="-1"/>
          <a:stretch/>
        </p:blipFill>
        <p:spPr>
          <a:xfrm>
            <a:off x="381305" y="3791102"/>
            <a:ext cx="5619902" cy="2305202"/>
          </a:xfrm>
          <a:prstGeom prst="rect">
            <a:avLst/>
          </a:prstGeom>
        </p:spPr>
      </p:pic>
      <p:pic>
        <p:nvPicPr>
          <p:cNvPr id="38" name="Image 21" descr="preencoded.png"/>
          <p:cNvPicPr>
            <a:picLocks noChangeAspect="1"/>
          </p:cNvPicPr>
          <p:nvPr/>
        </p:nvPicPr>
        <p:blipFill>
          <a:blip r:embed="rId18">
            <a:alphaModFix amt="10000"/>
          </a:blip>
          <a:srcRect/>
          <a:stretch/>
        </p:blipFill>
        <p:spPr>
          <a:xfrm>
            <a:off x="4914900" y="5009998"/>
            <a:ext cx="1218895" cy="1218895"/>
          </a:xfrm>
          <a:prstGeom prst="rect">
            <a:avLst/>
          </a:prstGeom>
        </p:spPr>
      </p:pic>
      <p:pic>
        <p:nvPicPr>
          <p:cNvPr id="39" name="Image 22" descr="preencoded.png"/>
          <p:cNvPicPr>
            <a:picLocks noChangeAspect="1"/>
          </p:cNvPicPr>
          <p:nvPr/>
        </p:nvPicPr>
        <p:blipFill>
          <a:blip r:embed="rId19"/>
          <a:srcRect/>
          <a:stretch/>
        </p:blipFill>
        <p:spPr>
          <a:xfrm>
            <a:off x="629107" y="4038905"/>
            <a:ext cx="609905" cy="609905"/>
          </a:xfrm>
          <a:prstGeom prst="rect">
            <a:avLst/>
          </a:prstGeom>
        </p:spPr>
      </p:pic>
      <p:pic>
        <p:nvPicPr>
          <p:cNvPr id="40" name="Image 23" descr="preencoded.png"/>
          <p:cNvPicPr>
            <a:picLocks noChangeAspect="1"/>
          </p:cNvPicPr>
          <p:nvPr/>
        </p:nvPicPr>
        <p:blipFill>
          <a:blip r:embed="rId20"/>
          <a:srcRect/>
          <a:stretch/>
        </p:blipFill>
        <p:spPr>
          <a:xfrm>
            <a:off x="790956" y="4200754"/>
            <a:ext cx="286207" cy="286207"/>
          </a:xfrm>
          <a:prstGeom prst="rect">
            <a:avLst/>
          </a:prstGeom>
        </p:spPr>
      </p:pic>
      <p:pic>
        <p:nvPicPr>
          <p:cNvPr id="41" name="Image 24" descr="preencoded.png"/>
          <p:cNvPicPr>
            <a:picLocks noChangeAspect="1"/>
          </p:cNvPicPr>
          <p:nvPr/>
        </p:nvPicPr>
        <p:blipFill>
          <a:blip r:embed="rId21"/>
          <a:srcRect t="-2" b="-2"/>
          <a:stretch/>
        </p:blipFill>
        <p:spPr>
          <a:xfrm>
            <a:off x="6191402" y="3791102"/>
            <a:ext cx="5619902" cy="2305202"/>
          </a:xfrm>
          <a:prstGeom prst="rect">
            <a:avLst/>
          </a:prstGeom>
        </p:spPr>
      </p:pic>
      <p:pic>
        <p:nvPicPr>
          <p:cNvPr id="42" name="Image 25" descr="preencoded.png"/>
          <p:cNvPicPr>
            <a:picLocks noChangeAspect="1"/>
          </p:cNvPicPr>
          <p:nvPr/>
        </p:nvPicPr>
        <p:blipFill>
          <a:blip r:embed="rId22">
            <a:alphaModFix amt="10000"/>
          </a:blip>
          <a:srcRect l="-23" r="-23"/>
          <a:stretch/>
        </p:blipFill>
        <p:spPr>
          <a:xfrm>
            <a:off x="10420502" y="5009998"/>
            <a:ext cx="1524305" cy="1218895"/>
          </a:xfrm>
          <a:prstGeom prst="rect">
            <a:avLst/>
          </a:prstGeom>
        </p:spPr>
      </p:pic>
      <p:pic>
        <p:nvPicPr>
          <p:cNvPr id="43" name="Image 26" descr="preencoded.png"/>
          <p:cNvPicPr>
            <a:picLocks noChangeAspect="1"/>
          </p:cNvPicPr>
          <p:nvPr/>
        </p:nvPicPr>
        <p:blipFill>
          <a:blip r:embed="rId19"/>
          <a:srcRect/>
          <a:stretch/>
        </p:blipFill>
        <p:spPr>
          <a:xfrm>
            <a:off x="6439205" y="4038905"/>
            <a:ext cx="609905" cy="609905"/>
          </a:xfrm>
          <a:prstGeom prst="rect">
            <a:avLst/>
          </a:prstGeom>
        </p:spPr>
      </p:pic>
      <p:pic>
        <p:nvPicPr>
          <p:cNvPr id="44" name="Image 27" descr="preencoded.png"/>
          <p:cNvPicPr>
            <a:picLocks noChangeAspect="1"/>
          </p:cNvPicPr>
          <p:nvPr/>
        </p:nvPicPr>
        <p:blipFill>
          <a:blip r:embed="rId23"/>
          <a:srcRect t="-530" b="-530"/>
          <a:stretch/>
        </p:blipFill>
        <p:spPr>
          <a:xfrm>
            <a:off x="6619342" y="4200754"/>
            <a:ext cx="247802" cy="286207"/>
          </a:xfrm>
          <a:prstGeom prst="rect">
            <a:avLst/>
          </a:prstGeom>
        </p:spPr>
      </p:pic>
      <p:sp>
        <p:nvSpPr>
          <p:cNvPr id="45" name="Shape 15"/>
          <p:cNvSpPr/>
          <p:nvPr/>
        </p:nvSpPr>
        <p:spPr>
          <a:xfrm>
            <a:off x="1429207" y="4644238"/>
            <a:ext cx="4324198" cy="19202"/>
          </a:xfrm>
          <a:prstGeom prst="rect">
            <a:avLst/>
          </a:prstGeom>
          <a:solidFill>
            <a:srgbClr val="DDD6FE"/>
          </a:solidFill>
          <a:ln w="12700">
            <a:solidFill>
              <a:srgbClr val="DDD6FE">
                <a:alpha val="0"/>
              </a:srgbClr>
            </a:solidFill>
            <a:prstDash val="solid"/>
          </a:ln>
        </p:spPr>
        <p:txBody>
          <a:bodyPr/>
          <a:lstStyle/>
          <a:p>
            <a:endParaRPr lang="ja-JP" altLang="en-US"/>
          </a:p>
        </p:txBody>
      </p:sp>
      <p:sp>
        <p:nvSpPr>
          <p:cNvPr id="46" name="Text 16"/>
          <p:cNvSpPr txBox="1"/>
          <p:nvPr/>
        </p:nvSpPr>
        <p:spPr>
          <a:xfrm>
            <a:off x="1429207"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4C1D95"/>
                </a:solidFill>
                <a:latin typeface="Noto Sans JP" pitchFamily="34" charset="0"/>
                <a:ea typeface="Noto Sans JP" pitchFamily="34" charset="-122"/>
                <a:cs typeface="Noto Sans JP" pitchFamily="34" charset="-120"/>
              </a:rPr>
              <a:t>アウトプットで学びが定着</a:t>
            </a:r>
            <a:endParaRPr lang="en-US" sz="2400" dirty="0"/>
          </a:p>
        </p:txBody>
      </p:sp>
      <p:sp>
        <p:nvSpPr>
          <p:cNvPr id="47" name="Text 17"/>
          <p:cNvSpPr txBox="1"/>
          <p:nvPr/>
        </p:nvSpPr>
        <p:spPr>
          <a:xfrm>
            <a:off x="1580997" y="4777740"/>
            <a:ext cx="4210812" cy="238658"/>
          </a:xfrm>
          <a:prstGeom prst="rect">
            <a:avLst/>
          </a:prstGeom>
          <a:noFill/>
          <a:ln/>
        </p:spPr>
        <p:txBody>
          <a:bodyPr wrap="square" lIns="0" tIns="0" rIns="0" bIns="0" rtlCol="0" anchor="ctr"/>
          <a:lstStyle/>
          <a:p>
            <a:pPr marL="0" indent="0" algn="l">
              <a:buNone/>
            </a:pPr>
            <a:r>
              <a:rPr lang="en-US" sz="1600" b="1" dirty="0">
                <a:solidFill>
                  <a:srgbClr val="4C1D95"/>
                </a:solidFill>
                <a:latin typeface="Noto Sans JP" pitchFamily="34" charset="0"/>
                <a:ea typeface="Noto Sans JP" pitchFamily="34" charset="-122"/>
                <a:cs typeface="Noto Sans JP" pitchFamily="34" charset="-120"/>
              </a:rPr>
              <a:t>#PA45</a:t>
            </a:r>
            <a:r>
              <a:rPr lang="en-US" sz="1600" dirty="0">
                <a:solidFill>
                  <a:srgbClr val="5B21B6"/>
                </a:solidFill>
                <a:latin typeface="Noto Sans JP" pitchFamily="34" charset="0"/>
                <a:ea typeface="Noto Sans JP" pitchFamily="34" charset="-122"/>
                <a:cs typeface="Noto Sans JP" pitchFamily="34" charset="-120"/>
              </a:rPr>
              <a:t> をつけて投稿しよう！</a:t>
            </a:r>
            <a:endParaRPr lang="en-US" sz="1600" dirty="0"/>
          </a:p>
        </p:txBody>
      </p:sp>
      <p:sp>
        <p:nvSpPr>
          <p:cNvPr id="48" name="Text 18"/>
          <p:cNvSpPr txBox="1"/>
          <p:nvPr/>
        </p:nvSpPr>
        <p:spPr>
          <a:xfrm>
            <a:off x="1580997" y="5183398"/>
            <a:ext cx="4325112" cy="210312"/>
          </a:xfrm>
          <a:prstGeom prst="rect">
            <a:avLst/>
          </a:prstGeom>
          <a:noFill/>
          <a:ln/>
        </p:spPr>
        <p:txBody>
          <a:bodyPr wrap="square" lIns="0" tIns="0" rIns="0" bIns="0" rtlCol="0" anchor="ctr"/>
          <a:lstStyle/>
          <a:p>
            <a:pPr marL="0" indent="0" algn="l">
              <a:buNone/>
            </a:pPr>
            <a:r>
              <a:rPr lang="en-US" sz="1600" dirty="0">
                <a:solidFill>
                  <a:srgbClr val="5B21B6"/>
                </a:solidFill>
                <a:latin typeface="Noto Sans JP" pitchFamily="34" charset="0"/>
                <a:ea typeface="Noto Sans JP" pitchFamily="34" charset="-122"/>
                <a:cs typeface="Noto Sans JP" pitchFamily="34" charset="-120"/>
              </a:rPr>
              <a:t>「作ったフロー」「気づき」など何でもOK</a:t>
            </a:r>
            <a:endParaRPr lang="en-US" sz="1600" dirty="0"/>
          </a:p>
        </p:txBody>
      </p:sp>
      <p:sp>
        <p:nvSpPr>
          <p:cNvPr id="49" name="Text 19"/>
          <p:cNvSpPr txBox="1"/>
          <p:nvPr/>
        </p:nvSpPr>
        <p:spPr>
          <a:xfrm>
            <a:off x="1580997" y="5591735"/>
            <a:ext cx="4286707" cy="210312"/>
          </a:xfrm>
          <a:prstGeom prst="rect">
            <a:avLst/>
          </a:prstGeom>
          <a:noFill/>
          <a:ln/>
        </p:spPr>
        <p:txBody>
          <a:bodyPr wrap="square" lIns="0" tIns="0" rIns="0" bIns="0" rtlCol="0" anchor="ctr"/>
          <a:lstStyle/>
          <a:p>
            <a:pPr marL="0" indent="0" algn="l">
              <a:buNone/>
            </a:pPr>
            <a:r>
              <a:rPr lang="en-US" sz="1600">
                <a:solidFill>
                  <a:srgbClr val="5B21B6"/>
                </a:solidFill>
                <a:latin typeface="Noto Sans JP" pitchFamily="34" charset="0"/>
                <a:ea typeface="Noto Sans JP" pitchFamily="34" charset="-122"/>
                <a:cs typeface="Noto Sans JP" pitchFamily="34" charset="-120"/>
              </a:rPr>
              <a:t>投稿は</a:t>
            </a:r>
            <a:r>
              <a:rPr lang="ja-JP" altLang="en-US" sz="1600">
                <a:solidFill>
                  <a:srgbClr val="5B21B6"/>
                </a:solidFill>
                <a:latin typeface="Noto Sans JP" pitchFamily="34" charset="0"/>
                <a:ea typeface="Noto Sans JP" pitchFamily="34" charset="-122"/>
                <a:cs typeface="Noto Sans JP" pitchFamily="34" charset="-120"/>
              </a:rPr>
              <a:t>運営</a:t>
            </a:r>
            <a:r>
              <a:rPr lang="en-US" sz="1600">
                <a:solidFill>
                  <a:srgbClr val="5B21B6"/>
                </a:solidFill>
                <a:latin typeface="Noto Sans JP" pitchFamily="34" charset="0"/>
                <a:ea typeface="Noto Sans JP" pitchFamily="34" charset="-122"/>
                <a:cs typeface="Noto Sans JP" pitchFamily="34" charset="-120"/>
              </a:rPr>
              <a:t>の励みになります</a:t>
            </a:r>
            <a:r>
              <a:rPr lang="en-US" sz="1600" dirty="0">
                <a:solidFill>
                  <a:srgbClr val="5B21B6"/>
                </a:solidFill>
                <a:latin typeface="Noto Sans JP" pitchFamily="34" charset="0"/>
                <a:ea typeface="Noto Sans JP" pitchFamily="34" charset="-122"/>
                <a:cs typeface="Noto Sans JP" pitchFamily="34" charset="-120"/>
              </a:rPr>
              <a:t>！</a:t>
            </a:r>
            <a:endParaRPr lang="en-US" sz="1600" dirty="0"/>
          </a:p>
        </p:txBody>
      </p:sp>
      <p:pic>
        <p:nvPicPr>
          <p:cNvPr id="50" name="Image 28" descr="preencoded.png"/>
          <p:cNvPicPr>
            <a:picLocks noChangeAspect="1"/>
          </p:cNvPicPr>
          <p:nvPr/>
        </p:nvPicPr>
        <p:blipFill>
          <a:blip r:embed="rId24"/>
          <a:srcRect l="-760" r="-760"/>
          <a:stretch/>
        </p:blipFill>
        <p:spPr>
          <a:xfrm>
            <a:off x="1179048" y="4768333"/>
            <a:ext cx="228601" cy="257347"/>
          </a:xfrm>
          <a:prstGeom prst="rect">
            <a:avLst/>
          </a:prstGeom>
        </p:spPr>
      </p:pic>
      <p:pic>
        <p:nvPicPr>
          <p:cNvPr id="51" name="Image 29" descr="preencoded.png"/>
          <p:cNvPicPr>
            <a:picLocks noChangeAspect="1"/>
          </p:cNvPicPr>
          <p:nvPr/>
        </p:nvPicPr>
        <p:blipFill>
          <a:blip r:embed="rId25"/>
          <a:srcRect t="-100" b="-100"/>
          <a:stretch/>
        </p:blipFill>
        <p:spPr>
          <a:xfrm>
            <a:off x="1179048" y="5181514"/>
            <a:ext cx="171108" cy="228601"/>
          </a:xfrm>
          <a:prstGeom prst="rect">
            <a:avLst/>
          </a:prstGeom>
        </p:spPr>
      </p:pic>
      <p:pic>
        <p:nvPicPr>
          <p:cNvPr id="52" name="Image 30" descr="preencoded.png"/>
          <p:cNvPicPr>
            <a:picLocks noChangeAspect="1"/>
          </p:cNvPicPr>
          <p:nvPr/>
        </p:nvPicPr>
        <p:blipFill>
          <a:blip r:embed="rId26"/>
          <a:srcRect/>
          <a:stretch/>
        </p:blipFill>
        <p:spPr>
          <a:xfrm>
            <a:off x="1179048" y="5589309"/>
            <a:ext cx="228601" cy="228601"/>
          </a:xfrm>
          <a:prstGeom prst="rect">
            <a:avLst/>
          </a:prstGeom>
        </p:spPr>
      </p:pic>
      <p:sp>
        <p:nvSpPr>
          <p:cNvPr id="53" name="Shape 20"/>
          <p:cNvSpPr/>
          <p:nvPr/>
        </p:nvSpPr>
        <p:spPr>
          <a:xfrm>
            <a:off x="7239305" y="4644238"/>
            <a:ext cx="4324198" cy="19202"/>
          </a:xfrm>
          <a:prstGeom prst="rect">
            <a:avLst/>
          </a:prstGeom>
          <a:solidFill>
            <a:srgbClr val="A7F3D0"/>
          </a:solidFill>
          <a:ln w="12700">
            <a:solidFill>
              <a:srgbClr val="A7F3D0">
                <a:alpha val="0"/>
              </a:srgbClr>
            </a:solidFill>
            <a:prstDash val="solid"/>
          </a:ln>
        </p:spPr>
        <p:txBody>
          <a:bodyPr/>
          <a:lstStyle/>
          <a:p>
            <a:endParaRPr lang="ja-JP" altLang="en-US"/>
          </a:p>
        </p:txBody>
      </p:sp>
      <p:sp>
        <p:nvSpPr>
          <p:cNvPr id="54" name="Text 21"/>
          <p:cNvSpPr txBox="1"/>
          <p:nvPr/>
        </p:nvSpPr>
        <p:spPr>
          <a:xfrm>
            <a:off x="7239305"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064E3B"/>
                </a:solidFill>
                <a:latin typeface="Noto Sans JP" pitchFamily="34" charset="0"/>
                <a:ea typeface="Noto Sans JP" pitchFamily="34" charset="-122"/>
                <a:cs typeface="Noto Sans JP" pitchFamily="34" charset="-120"/>
              </a:rPr>
              <a:t>初心者大歓迎の講座です</a:t>
            </a:r>
            <a:endParaRPr lang="en-US" sz="2400" dirty="0"/>
          </a:p>
        </p:txBody>
      </p:sp>
      <p:sp>
        <p:nvSpPr>
          <p:cNvPr id="55" name="Text 22"/>
          <p:cNvSpPr txBox="1"/>
          <p:nvPr/>
        </p:nvSpPr>
        <p:spPr>
          <a:xfrm>
            <a:off x="7487107" y="4777740"/>
            <a:ext cx="4267505" cy="238658"/>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難しい専門用語は使いません</a:t>
            </a:r>
            <a:endParaRPr lang="en-US" sz="1600" dirty="0"/>
          </a:p>
        </p:txBody>
      </p:sp>
      <p:sp>
        <p:nvSpPr>
          <p:cNvPr id="56" name="Text 23"/>
          <p:cNvSpPr txBox="1"/>
          <p:nvPr/>
        </p:nvSpPr>
        <p:spPr>
          <a:xfrm>
            <a:off x="7487107" y="5187602"/>
            <a:ext cx="4343400" cy="210312"/>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置いてけぼりにならないようゆっくり進行</a:t>
            </a:r>
            <a:endParaRPr lang="en-US" sz="1600" dirty="0"/>
          </a:p>
        </p:txBody>
      </p:sp>
      <p:sp>
        <p:nvSpPr>
          <p:cNvPr id="57" name="Text 24"/>
          <p:cNvSpPr txBox="1"/>
          <p:nvPr/>
        </p:nvSpPr>
        <p:spPr>
          <a:xfrm>
            <a:off x="7487107" y="5569117"/>
            <a:ext cx="4210812" cy="210312"/>
          </a:xfrm>
          <a:prstGeom prst="rect">
            <a:avLst/>
          </a:prstGeom>
          <a:noFill/>
          <a:ln/>
        </p:spPr>
        <p:txBody>
          <a:bodyPr wrap="square" lIns="0" tIns="0" rIns="0" bIns="0" rtlCol="0" anchor="ctr"/>
          <a:lstStyle/>
          <a:p>
            <a:pPr marL="0" indent="0" algn="l">
              <a:buNone/>
            </a:pPr>
            <a:r>
              <a:rPr lang="en-US" sz="1600" b="1">
                <a:solidFill>
                  <a:srgbClr val="064E3B"/>
                </a:solidFill>
                <a:latin typeface="Noto Sans JP" pitchFamily="34" charset="0"/>
                <a:ea typeface="Noto Sans JP" pitchFamily="34" charset="-122"/>
                <a:cs typeface="Noto Sans JP" pitchFamily="34" charset="-120"/>
              </a:rPr>
              <a:t>安心</a:t>
            </a:r>
            <a:r>
              <a:rPr lang="en-US" sz="1600">
                <a:solidFill>
                  <a:srgbClr val="065F46"/>
                </a:solidFill>
                <a:latin typeface="Noto Sans JP" pitchFamily="34" charset="0"/>
                <a:ea typeface="Noto Sans JP" pitchFamily="34" charset="-122"/>
                <a:cs typeface="Noto Sans JP" pitchFamily="34" charset="-120"/>
              </a:rPr>
              <a:t>してご参加ください</a:t>
            </a:r>
            <a:endParaRPr lang="en-US" sz="1600" dirty="0"/>
          </a:p>
        </p:txBody>
      </p:sp>
      <p:pic>
        <p:nvPicPr>
          <p:cNvPr id="58" name="Image 31" descr="preencoded.png"/>
          <p:cNvPicPr>
            <a:picLocks noChangeAspect="1"/>
          </p:cNvPicPr>
          <p:nvPr/>
        </p:nvPicPr>
        <p:blipFill>
          <a:blip r:embed="rId27"/>
          <a:srcRect/>
          <a:stretch/>
        </p:blipFill>
        <p:spPr>
          <a:xfrm rot="21065181">
            <a:off x="7152519" y="4767307"/>
            <a:ext cx="258514" cy="258514"/>
          </a:xfrm>
          <a:prstGeom prst="rect">
            <a:avLst/>
          </a:prstGeom>
        </p:spPr>
      </p:pic>
      <p:pic>
        <p:nvPicPr>
          <p:cNvPr id="59" name="Image 32" descr="preencoded.png"/>
          <p:cNvPicPr>
            <a:picLocks noChangeAspect="1"/>
          </p:cNvPicPr>
          <p:nvPr/>
        </p:nvPicPr>
        <p:blipFill>
          <a:blip r:embed="rId28"/>
          <a:srcRect t="-180" b="-180"/>
          <a:stretch/>
        </p:blipFill>
        <p:spPr>
          <a:xfrm rot="21065181">
            <a:off x="7150980" y="5180425"/>
            <a:ext cx="143009" cy="229638"/>
          </a:xfrm>
          <a:prstGeom prst="rect">
            <a:avLst/>
          </a:prstGeom>
        </p:spPr>
      </p:pic>
      <p:pic>
        <p:nvPicPr>
          <p:cNvPr id="60" name="Image 33" descr="preencoded.png"/>
          <p:cNvPicPr>
            <a:picLocks noChangeAspect="1"/>
          </p:cNvPicPr>
          <p:nvPr/>
        </p:nvPicPr>
        <p:blipFill>
          <a:blip r:embed="rId29"/>
          <a:srcRect/>
          <a:stretch/>
        </p:blipFill>
        <p:spPr>
          <a:xfrm rot="21065181">
            <a:off x="7150457" y="5564667"/>
            <a:ext cx="229638" cy="229638"/>
          </a:xfrm>
          <a:prstGeom prst="rect">
            <a:avLst/>
          </a:prstGeom>
        </p:spPr>
      </p:pic>
      <p:sp>
        <p:nvSpPr>
          <p:cNvPr id="61" name="Shape 25"/>
          <p:cNvSpPr/>
          <p:nvPr/>
        </p:nvSpPr>
        <p:spPr>
          <a:xfrm>
            <a:off x="0" y="0"/>
            <a:ext cx="12191695" cy="1067105"/>
          </a:xfrm>
          <a:prstGeom prst="rect">
            <a:avLst/>
          </a:prstGeom>
          <a:solidFill>
            <a:srgbClr val="FFFFFF"/>
          </a:solidFill>
          <a:ln/>
        </p:spPr>
        <p:txBody>
          <a:bodyPr/>
          <a:lstStyle/>
          <a:p>
            <a:endParaRPr lang="ja-JP" altLang="en-US"/>
          </a:p>
        </p:txBody>
      </p:sp>
      <p:sp>
        <p:nvSpPr>
          <p:cNvPr id="62" name="Shape 26"/>
          <p:cNvSpPr/>
          <p:nvPr/>
        </p:nvSpPr>
        <p:spPr>
          <a:xfrm>
            <a:off x="0" y="105796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3" name="Text 27"/>
          <p:cNvSpPr txBox="1"/>
          <p:nvPr/>
        </p:nvSpPr>
        <p:spPr>
          <a:xfrm>
            <a:off x="381305" y="-9144"/>
            <a:ext cx="5391302" cy="267005"/>
          </a:xfrm>
          <a:prstGeom prst="rect">
            <a:avLst/>
          </a:prstGeom>
          <a:noFill/>
          <a:ln/>
        </p:spPr>
        <p:txBody>
          <a:bodyPr wrap="square" lIns="0" tIns="0" rIns="0" bIns="0" rtlCol="0" anchor="ctr"/>
          <a:lstStyle/>
          <a:p>
            <a:pPr marL="0" indent="0" algn="l">
              <a:buNone/>
            </a:pPr>
            <a:r>
              <a:rPr lang="en-US" sz="1600" b="1" kern="0" spc="135" dirty="0">
                <a:solidFill>
                  <a:srgbClr val="6B7280"/>
                </a:solidFill>
                <a:latin typeface="Noto Sans JP" pitchFamily="34" charset="0"/>
                <a:ea typeface="Noto Sans JP" pitchFamily="34" charset="-122"/>
                <a:cs typeface="Noto Sans JP" pitchFamily="34" charset="-120"/>
              </a:rPr>
              <a:t>PA45 Online Course</a:t>
            </a:r>
            <a:endParaRPr lang="en-US" sz="1300" dirty="0"/>
          </a:p>
        </p:txBody>
      </p:sp>
      <p:sp>
        <p:nvSpPr>
          <p:cNvPr id="64" name="Text 28"/>
          <p:cNvSpPr txBox="1"/>
          <p:nvPr/>
        </p:nvSpPr>
        <p:spPr>
          <a:xfrm>
            <a:off x="344647" y="385241"/>
            <a:ext cx="7565291" cy="571500"/>
          </a:xfrm>
          <a:prstGeom prst="rect">
            <a:avLst/>
          </a:prstGeom>
          <a:noFill/>
          <a:ln/>
        </p:spPr>
        <p:txBody>
          <a:bodyPr wrap="square" lIns="0" tIns="0" rIns="0" bIns="0" rtlCol="0" anchor="ctr"/>
          <a:lstStyle/>
          <a:p>
            <a:pPr marL="0" indent="0" algn="l">
              <a:buNone/>
            </a:pPr>
            <a:r>
              <a:rPr lang="en-US" sz="3600" b="1">
                <a:solidFill>
                  <a:srgbClr val="1F2937"/>
                </a:solidFill>
                <a:latin typeface="Noto Sans JP" pitchFamily="34" charset="0"/>
                <a:ea typeface="Noto Sans JP" pitchFamily="34" charset="-122"/>
                <a:cs typeface="Noto Sans JP" pitchFamily="34" charset="-120"/>
              </a:rPr>
              <a:t>ご参加にあたっての</a:t>
            </a:r>
            <a:r>
              <a:rPr lang="en-US" sz="2700" b="1">
                <a:solidFill>
                  <a:srgbClr val="6B7280"/>
                </a:solidFill>
                <a:latin typeface="Noto Sans JP" pitchFamily="34" charset="0"/>
                <a:ea typeface="Noto Sans JP" pitchFamily="34" charset="-122"/>
                <a:cs typeface="Noto Sans JP" pitchFamily="34" charset="-120"/>
              </a:rPr>
              <a:t>お願い</a:t>
            </a:r>
            <a:r>
              <a:rPr lang="ja-JP" altLang="en-US" sz="2700" b="1">
                <a:solidFill>
                  <a:srgbClr val="6B7280"/>
                </a:solidFill>
                <a:latin typeface="Noto Sans JP" pitchFamily="34" charset="0"/>
                <a:ea typeface="Noto Sans JP" pitchFamily="34" charset="-122"/>
                <a:cs typeface="Noto Sans JP" pitchFamily="34" charset="-120"/>
              </a:rPr>
              <a:t>　（ルール）</a:t>
            </a:r>
            <a:endParaRPr lang="en-US" sz="3600" dirty="0"/>
          </a:p>
        </p:txBody>
      </p:sp>
      <p:sp>
        <p:nvSpPr>
          <p:cNvPr id="65" name="Shape 29"/>
          <p:cNvSpPr/>
          <p:nvPr/>
        </p:nvSpPr>
        <p:spPr>
          <a:xfrm>
            <a:off x="10477195" y="295351"/>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66" name="Text 30"/>
          <p:cNvSpPr txBox="1"/>
          <p:nvPr/>
        </p:nvSpPr>
        <p:spPr>
          <a:xfrm>
            <a:off x="10667390" y="219456"/>
            <a:ext cx="12289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Guidelines</a:t>
            </a:r>
            <a:endParaRPr lang="en-US" sz="1500" dirty="0"/>
          </a:p>
        </p:txBody>
      </p:sp>
      <p:sp>
        <p:nvSpPr>
          <p:cNvPr id="70" name="Shape 33"/>
          <p:cNvSpPr/>
          <p:nvPr/>
        </p:nvSpPr>
        <p:spPr>
          <a:xfrm>
            <a:off x="0" y="6324905"/>
            <a:ext cx="12191695" cy="533095"/>
          </a:xfrm>
          <a:prstGeom prst="rect">
            <a:avLst/>
          </a:prstGeom>
          <a:solidFill>
            <a:srgbClr val="FFFFFF"/>
          </a:solidFill>
          <a:ln/>
        </p:spPr>
        <p:txBody>
          <a:bodyPr/>
          <a:lstStyle/>
          <a:p>
            <a:endParaRPr lang="ja-JP" altLang="en-US"/>
          </a:p>
        </p:txBody>
      </p:sp>
      <p:sp>
        <p:nvSpPr>
          <p:cNvPr id="71" name="Shape 34"/>
          <p:cNvSpPr/>
          <p:nvPr/>
        </p:nvSpPr>
        <p:spPr>
          <a:xfrm>
            <a:off x="0" y="632490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72" name="Text 35"/>
          <p:cNvSpPr txBox="1"/>
          <p:nvPr/>
        </p:nvSpPr>
        <p:spPr>
          <a:xfrm>
            <a:off x="381305" y="6500470"/>
            <a:ext cx="2301545"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3" name="Text 36"/>
          <p:cNvSpPr txBox="1"/>
          <p:nvPr/>
        </p:nvSpPr>
        <p:spPr>
          <a:xfrm>
            <a:off x="10696651" y="6500470"/>
            <a:ext cx="1324966"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4" name="Image 35" descr="preencoded.png"/>
          <p:cNvPicPr>
            <a:picLocks noChangeAspect="1"/>
          </p:cNvPicPr>
          <p:nvPr/>
        </p:nvPicPr>
        <p:blipFill>
          <a:blip r:embed="rId30"/>
          <a:srcRect l="-200" r="-200"/>
          <a:stretch/>
        </p:blipFill>
        <p:spPr>
          <a:xfrm>
            <a:off x="0" y="6782105"/>
            <a:ext cx="12191695" cy="75895"/>
          </a:xfrm>
          <a:prstGeom prst="rect">
            <a:avLst/>
          </a:prstGeom>
        </p:spPr>
      </p:pic>
      <p:grpSp>
        <p:nvGrpSpPr>
          <p:cNvPr id="81" name="グループ化 80">
            <a:extLst>
              <a:ext uri="{FF2B5EF4-FFF2-40B4-BE49-F238E27FC236}">
                <a16:creationId xmlns:a16="http://schemas.microsoft.com/office/drawing/2014/main" id="{8E4ED06A-AC89-9A5E-A038-C0DE0C4BEAAA}"/>
              </a:ext>
            </a:extLst>
          </p:cNvPr>
          <p:cNvGrpSpPr/>
          <p:nvPr/>
        </p:nvGrpSpPr>
        <p:grpSpPr>
          <a:xfrm>
            <a:off x="4603551" y="6322778"/>
            <a:ext cx="7350682" cy="405017"/>
            <a:chOff x="5861349" y="604238"/>
            <a:chExt cx="6035909" cy="405017"/>
          </a:xfrm>
        </p:grpSpPr>
        <p:sp>
          <p:nvSpPr>
            <p:cNvPr id="82" name="Shape 31">
              <a:extLst>
                <a:ext uri="{FF2B5EF4-FFF2-40B4-BE49-F238E27FC236}">
                  <a16:creationId xmlns:a16="http://schemas.microsoft.com/office/drawing/2014/main" id="{816E518C-775F-CF5E-F78F-7DC8A323C86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83" name="Text 21">
              <a:extLst>
                <a:ext uri="{FF2B5EF4-FFF2-40B4-BE49-F238E27FC236}">
                  <a16:creationId xmlns:a16="http://schemas.microsoft.com/office/drawing/2014/main" id="{C48EAE25-B3A2-44BF-FDA3-59AEEDA2C26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84" name="Image 2" descr="preencoded.png">
              <a:extLst>
                <a:ext uri="{FF2B5EF4-FFF2-40B4-BE49-F238E27FC236}">
                  <a16:creationId xmlns:a16="http://schemas.microsoft.com/office/drawing/2014/main" id="{23CC5DF4-18BE-DCF5-C8FA-FBF931AFDA4F}"/>
                </a:ext>
              </a:extLst>
            </p:cNvPr>
            <p:cNvPicPr>
              <a:picLocks noChangeAspect="1"/>
            </p:cNvPicPr>
            <p:nvPr/>
          </p:nvPicPr>
          <p:blipFill>
            <a:blip r:embed="rId31"/>
            <a:srcRect/>
            <a:stretch/>
          </p:blipFill>
          <p:spPr>
            <a:xfrm>
              <a:off x="5861349" y="619679"/>
              <a:ext cx="263236" cy="389576"/>
            </a:xfrm>
            <a:prstGeom prst="rect">
              <a:avLst/>
            </a:prstGeom>
          </p:spPr>
        </p:pic>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sp>
        <p:nvSpPr>
          <p:cNvPr id="3" name="Shape 1"/>
          <p:cNvSpPr/>
          <p:nvPr/>
        </p:nvSpPr>
        <p:spPr>
          <a:xfrm>
            <a:off x="0" y="10798"/>
            <a:ext cx="12191695" cy="6858000"/>
          </a:xfrm>
          <a:prstGeom prst="rect">
            <a:avLst/>
          </a:prstGeom>
          <a:solidFill>
            <a:srgbClr val="FFFFFF"/>
          </a:solidFill>
          <a:ln w="12700">
            <a:solidFill>
              <a:srgbClr val="FFFFFF">
                <a:alpha val="0"/>
              </a:srgbClr>
            </a:solidFill>
            <a:prstDash val="solid"/>
          </a:ln>
        </p:spPr>
        <p:txBody>
          <a:bodyPr/>
          <a:lstStyle/>
          <a:p>
            <a:endParaRPr lang="ja-JP" altLang="en-US"/>
          </a:p>
        </p:txBody>
      </p:sp>
      <p:sp>
        <p:nvSpPr>
          <p:cNvPr id="4" name="Shape 2"/>
          <p:cNvSpPr/>
          <p:nvPr/>
        </p:nvSpPr>
        <p:spPr>
          <a:xfrm>
            <a:off x="8191195" y="-1143000"/>
            <a:ext cx="4762195" cy="4762195"/>
          </a:xfrm>
          <a:prstGeom prst="ellipse">
            <a:avLst/>
          </a:prstGeom>
          <a:solidFill>
            <a:srgbClr val="0078D4">
              <a:alpha val="4000"/>
            </a:srgbClr>
          </a:solidFill>
          <a:ln w="12700">
            <a:solidFill>
              <a:srgbClr val="FFFFFF">
                <a:alpha val="0"/>
              </a:srgbClr>
            </a:solidFill>
            <a:prstDash val="solid"/>
          </a:ln>
        </p:spPr>
        <p:txBody>
          <a:bodyPr/>
          <a:lstStyle/>
          <a:p>
            <a:endParaRPr lang="ja-JP" altLang="en-US"/>
          </a:p>
        </p:txBody>
      </p:sp>
      <p:sp>
        <p:nvSpPr>
          <p:cNvPr id="5" name="Shape 3"/>
          <p:cNvSpPr/>
          <p:nvPr/>
        </p:nvSpPr>
        <p:spPr>
          <a:xfrm>
            <a:off x="-761695" y="2762402"/>
            <a:ext cx="3333902" cy="3333902"/>
          </a:xfrm>
          <a:prstGeom prst="ellipse">
            <a:avLst/>
          </a:prstGeom>
          <a:solidFill>
            <a:srgbClr val="0078D4">
              <a:alpha val="3000"/>
            </a:srgbClr>
          </a:solidFill>
          <a:ln w="12700">
            <a:solidFill>
              <a:srgbClr val="FFFFFF">
                <a:alpha val="0"/>
              </a:srgbClr>
            </a:solidFill>
            <a:prstDash val="solid"/>
          </a:ln>
        </p:spPr>
        <p:txBody>
          <a:bodyPr/>
          <a:lstStyle/>
          <a:p>
            <a:endParaRPr lang="ja-JP" altLang="en-US"/>
          </a:p>
        </p:txBody>
      </p:sp>
      <p:sp>
        <p:nvSpPr>
          <p:cNvPr id="6" name="Shape 4"/>
          <p:cNvSpPr/>
          <p:nvPr/>
        </p:nvSpPr>
        <p:spPr>
          <a:xfrm rot="900000">
            <a:off x="10477195" y="1904695"/>
            <a:ext cx="1143000" cy="1143000"/>
          </a:xfrm>
          <a:prstGeom prst="roundRect">
            <a:avLst>
              <a:gd name="adj" fmla="val 32000"/>
            </a:avLst>
          </a:prstGeom>
          <a:solidFill>
            <a:srgbClr val="0078D4">
              <a:alpha val="5000"/>
            </a:srgbClr>
          </a:solidFill>
          <a:ln w="12700">
            <a:solidFill>
              <a:srgbClr val="FFFFFF">
                <a:alpha val="0"/>
              </a:srgbClr>
            </a:solidFill>
            <a:prstDash val="solid"/>
          </a:ln>
        </p:spPr>
        <p:txBody>
          <a:bodyPr/>
          <a:lstStyle/>
          <a:p>
            <a:endParaRPr lang="ja-JP" altLang="en-US"/>
          </a:p>
        </p:txBody>
      </p:sp>
      <p:pic>
        <p:nvPicPr>
          <p:cNvPr id="7" name="Image 0" descr="preencoded.png"/>
          <p:cNvPicPr>
            <a:picLocks noChangeAspect="1"/>
          </p:cNvPicPr>
          <p:nvPr/>
        </p:nvPicPr>
        <p:blipFill>
          <a:blip r:embed="rId3"/>
          <a:srcRect/>
          <a:stretch/>
        </p:blipFill>
        <p:spPr>
          <a:xfrm>
            <a:off x="571500" y="418795"/>
            <a:ext cx="609905" cy="609905"/>
          </a:xfrm>
          <a:prstGeom prst="rect">
            <a:avLst/>
          </a:prstGeom>
        </p:spPr>
      </p:pic>
      <p:pic>
        <p:nvPicPr>
          <p:cNvPr id="8" name="Image 1" descr="preencoded.png"/>
          <p:cNvPicPr>
            <a:picLocks noChangeAspect="1"/>
          </p:cNvPicPr>
          <p:nvPr/>
        </p:nvPicPr>
        <p:blipFill>
          <a:blip r:embed="rId4"/>
          <a:srcRect/>
          <a:stretch/>
        </p:blipFill>
        <p:spPr>
          <a:xfrm>
            <a:off x="724205" y="571500"/>
            <a:ext cx="304495" cy="304495"/>
          </a:xfrm>
          <a:prstGeom prst="rect">
            <a:avLst/>
          </a:prstGeom>
        </p:spPr>
      </p:pic>
      <p:sp>
        <p:nvSpPr>
          <p:cNvPr id="9" name="Text 5"/>
          <p:cNvSpPr txBox="1"/>
          <p:nvPr/>
        </p:nvSpPr>
        <p:spPr>
          <a:xfrm>
            <a:off x="1352398" y="381305"/>
            <a:ext cx="5095951" cy="342900"/>
          </a:xfrm>
          <a:prstGeom prst="rect">
            <a:avLst/>
          </a:prstGeom>
          <a:noFill/>
          <a:ln/>
        </p:spPr>
        <p:txBody>
          <a:bodyPr wrap="square" lIns="0" tIns="0" rIns="0" bIns="0" rtlCol="0" anchor="ctr"/>
          <a:lstStyle/>
          <a:p>
            <a:pPr marL="0" indent="0" algn="l">
              <a:buNone/>
            </a:pPr>
            <a:r>
              <a:rPr lang="en-US" sz="2700" b="1" kern="0" spc="-67" dirty="0">
                <a:solidFill>
                  <a:srgbClr val="1F2937"/>
                </a:solidFill>
                <a:latin typeface="BIZ UDGothic" pitchFamily="34" charset="0"/>
                <a:ea typeface="BIZ UDGothic" pitchFamily="34" charset="-122"/>
                <a:cs typeface="BIZ UDGothic" pitchFamily="34" charset="-120"/>
              </a:rPr>
              <a:t>Power Automate 45 </a:t>
            </a:r>
            <a:r>
              <a:rPr lang="en-US" sz="2700" b="1" kern="0" spc="-67" dirty="0">
                <a:solidFill>
                  <a:srgbClr val="2563EB"/>
                </a:solidFill>
                <a:latin typeface="BIZ UDGothic" pitchFamily="34" charset="0"/>
                <a:ea typeface="BIZ UDGothic" pitchFamily="34" charset="-122"/>
                <a:cs typeface="BIZ UDGothic" pitchFamily="34" charset="-120"/>
              </a:rPr>
              <a:t>(PA45)</a:t>
            </a:r>
            <a:endParaRPr lang="en-US" sz="2700" dirty="0"/>
          </a:p>
        </p:txBody>
      </p:sp>
      <p:sp>
        <p:nvSpPr>
          <p:cNvPr id="10" name="Text 6"/>
          <p:cNvSpPr txBox="1"/>
          <p:nvPr/>
        </p:nvSpPr>
        <p:spPr>
          <a:xfrm>
            <a:off x="1353241" y="837923"/>
            <a:ext cx="4772254" cy="305410"/>
          </a:xfrm>
          <a:prstGeom prst="rect">
            <a:avLst/>
          </a:prstGeom>
          <a:noFill/>
          <a:ln/>
        </p:spPr>
        <p:txBody>
          <a:bodyPr wrap="square" lIns="0" tIns="0" rIns="0" bIns="0" rtlCol="0" anchor="ctr"/>
          <a:lstStyle/>
          <a:p>
            <a:pPr marL="0" indent="0" algn="l">
              <a:buNone/>
            </a:pPr>
            <a:r>
              <a:rPr lang="en-US" sz="1800" b="1" kern="0" spc="45" dirty="0">
                <a:solidFill>
                  <a:srgbClr val="4B5563"/>
                </a:solidFill>
                <a:latin typeface="BIZ UDGothic" pitchFamily="34" charset="0"/>
                <a:ea typeface="BIZ UDGothic" pitchFamily="34" charset="-122"/>
                <a:cs typeface="BIZ UDGothic" pitchFamily="34" charset="-120"/>
              </a:rPr>
              <a:t>今日も一緒に “1粒だけ” 深掘りします！</a:t>
            </a:r>
            <a:endParaRPr lang="en-US" sz="1800" dirty="0"/>
          </a:p>
        </p:txBody>
      </p:sp>
      <p:pic>
        <p:nvPicPr>
          <p:cNvPr id="11" name="Image 2" descr="preencoded.png"/>
          <p:cNvPicPr>
            <a:picLocks noChangeAspect="1"/>
          </p:cNvPicPr>
          <p:nvPr/>
        </p:nvPicPr>
        <p:blipFill>
          <a:blip r:embed="rId5"/>
          <a:srcRect t="-401" b="-401"/>
          <a:stretch/>
        </p:blipFill>
        <p:spPr>
          <a:xfrm>
            <a:off x="571500" y="1295705"/>
            <a:ext cx="11048695" cy="57607"/>
          </a:xfrm>
          <a:prstGeom prst="rect">
            <a:avLst/>
          </a:prstGeom>
        </p:spPr>
      </p:pic>
      <p:pic>
        <p:nvPicPr>
          <p:cNvPr id="12" name="Image 3" descr="preencoded.png"/>
          <p:cNvPicPr>
            <a:picLocks noChangeAspect="1"/>
          </p:cNvPicPr>
          <p:nvPr/>
        </p:nvPicPr>
        <p:blipFill>
          <a:blip r:embed="rId6"/>
          <a:srcRect t="-400" b="-400"/>
          <a:stretch/>
        </p:blipFill>
        <p:spPr>
          <a:xfrm>
            <a:off x="571500" y="1295705"/>
            <a:ext cx="1828800" cy="57607"/>
          </a:xfrm>
          <a:prstGeom prst="rect">
            <a:avLst/>
          </a:prstGeom>
        </p:spPr>
      </p:pic>
      <p:pic>
        <p:nvPicPr>
          <p:cNvPr id="13" name="Image 4" descr="preencoded.png"/>
          <p:cNvPicPr>
            <a:picLocks noChangeAspect="1"/>
          </p:cNvPicPr>
          <p:nvPr/>
        </p:nvPicPr>
        <p:blipFill>
          <a:blip r:embed="rId7"/>
          <a:srcRect/>
          <a:stretch/>
        </p:blipFill>
        <p:spPr>
          <a:xfrm>
            <a:off x="1467612" y="1638605"/>
            <a:ext cx="1904695" cy="1904695"/>
          </a:xfrm>
          <a:prstGeom prst="rect">
            <a:avLst/>
          </a:prstGeom>
        </p:spPr>
      </p:pic>
      <p:pic>
        <p:nvPicPr>
          <p:cNvPr id="15" name="Image 6" descr="preencoded.png"/>
          <p:cNvPicPr>
            <a:picLocks noChangeAspect="1"/>
          </p:cNvPicPr>
          <p:nvPr/>
        </p:nvPicPr>
        <p:blipFill>
          <a:blip r:embed="rId8"/>
          <a:srcRect t="-187" b="-187"/>
          <a:stretch/>
        </p:blipFill>
        <p:spPr>
          <a:xfrm>
            <a:off x="571500" y="3737631"/>
            <a:ext cx="3705149" cy="743407"/>
          </a:xfrm>
          <a:prstGeom prst="rect">
            <a:avLst/>
          </a:prstGeom>
        </p:spPr>
      </p:pic>
      <p:sp>
        <p:nvSpPr>
          <p:cNvPr id="16" name="Text 7"/>
          <p:cNvSpPr/>
          <p:nvPr/>
        </p:nvSpPr>
        <p:spPr>
          <a:xfrm>
            <a:off x="531266" y="3733495"/>
            <a:ext cx="3785616" cy="743407"/>
          </a:xfrm>
          <a:prstGeom prst="rect">
            <a:avLst/>
          </a:prstGeom>
          <a:noFill/>
          <a:ln/>
        </p:spPr>
        <p:txBody>
          <a:bodyPr wrap="square" lIns="0" tIns="0" rIns="0" bIns="0" rtlCol="0" anchor="ctr"/>
          <a:lstStyle/>
          <a:p>
            <a:pPr marL="0" indent="0" algn="ctr">
              <a:buNone/>
            </a:pPr>
            <a:r>
              <a:rPr lang="en-US" altLang="ja-JP" sz="3600" b="1">
                <a:solidFill>
                  <a:srgbClr val="FFFFFF"/>
                </a:solidFill>
                <a:latin typeface="BIZ UDGothic" pitchFamily="34" charset="0"/>
                <a:ea typeface="BIZ UDGothic" pitchFamily="34" charset="-122"/>
                <a:cs typeface="BIZ UDGothic" pitchFamily="34" charset="-120"/>
              </a:rPr>
              <a:t>Haru</a:t>
            </a:r>
            <a:r>
              <a:rPr lang="en-US" sz="1600" b="1">
                <a:solidFill>
                  <a:srgbClr val="FFFFFF"/>
                </a:solidFill>
                <a:latin typeface="BIZ UDGothic" pitchFamily="34" charset="0"/>
                <a:ea typeface="BIZ UDGothic" pitchFamily="34" charset="-122"/>
                <a:cs typeface="BIZ UDGothic" pitchFamily="34" charset="-120"/>
              </a:rPr>
              <a:t> </a:t>
            </a:r>
            <a:endParaRPr lang="en-US" sz="1600" dirty="0"/>
          </a:p>
        </p:txBody>
      </p:sp>
      <p:sp>
        <p:nvSpPr>
          <p:cNvPr id="17" name="Text 8"/>
          <p:cNvSpPr txBox="1"/>
          <p:nvPr/>
        </p:nvSpPr>
        <p:spPr>
          <a:xfrm>
            <a:off x="914400" y="4663440"/>
            <a:ext cx="3476549" cy="247802"/>
          </a:xfrm>
          <a:prstGeom prst="rect">
            <a:avLst/>
          </a:prstGeom>
          <a:noFill/>
          <a:ln/>
        </p:spPr>
        <p:txBody>
          <a:bodyPr wrap="square" lIns="0" tIns="0" rIns="0" bIns="0" rtlCol="0" anchor="ctr"/>
          <a:lstStyle/>
          <a:p>
            <a:pPr marL="0" indent="0" algn="l">
              <a:buNone/>
            </a:pPr>
            <a:r>
              <a:rPr lang="en-US" sz="1600" b="1" dirty="0">
                <a:solidFill>
                  <a:srgbClr val="374151"/>
                </a:solidFill>
                <a:latin typeface="BIZ UDGothic" pitchFamily="34" charset="0"/>
                <a:ea typeface="BIZ UDGothic" pitchFamily="34" charset="-122"/>
                <a:cs typeface="BIZ UDGothic" pitchFamily="34" charset="-120"/>
              </a:rPr>
              <a:t>Power Platform / DX 推進</a:t>
            </a:r>
            <a:endParaRPr lang="en-US" sz="1600" dirty="0"/>
          </a:p>
        </p:txBody>
      </p:sp>
      <p:pic>
        <p:nvPicPr>
          <p:cNvPr id="18" name="Image 7" descr="preencoded.png"/>
          <p:cNvPicPr>
            <a:picLocks noChangeAspect="1"/>
          </p:cNvPicPr>
          <p:nvPr/>
        </p:nvPicPr>
        <p:blipFill>
          <a:blip r:embed="rId9"/>
          <a:srcRect l="-15989" r="-15989"/>
          <a:stretch/>
        </p:blipFill>
        <p:spPr>
          <a:xfrm>
            <a:off x="647395" y="4663440"/>
            <a:ext cx="267005" cy="161849"/>
          </a:xfrm>
          <a:prstGeom prst="rect">
            <a:avLst/>
          </a:prstGeom>
        </p:spPr>
      </p:pic>
      <p:sp>
        <p:nvSpPr>
          <p:cNvPr id="19" name="Text 9"/>
          <p:cNvSpPr txBox="1"/>
          <p:nvPr/>
        </p:nvSpPr>
        <p:spPr>
          <a:xfrm>
            <a:off x="914400" y="4999025"/>
            <a:ext cx="3476549" cy="247802"/>
          </a:xfrm>
          <a:prstGeom prst="rect">
            <a:avLst/>
          </a:prstGeom>
          <a:noFill/>
          <a:ln/>
        </p:spPr>
        <p:txBody>
          <a:bodyPr wrap="square" lIns="0" tIns="0" rIns="0" bIns="0" rtlCol="0" anchor="ctr"/>
          <a:lstStyle/>
          <a:p>
            <a:pPr marL="0" indent="0" algn="l">
              <a:buNone/>
            </a:pPr>
            <a:endParaRPr lang="en-US" sz="1200" dirty="0"/>
          </a:p>
        </p:txBody>
      </p:sp>
      <p:pic>
        <p:nvPicPr>
          <p:cNvPr id="20" name="Image 8" descr="preencoded.png"/>
          <p:cNvPicPr>
            <a:picLocks noChangeAspect="1"/>
          </p:cNvPicPr>
          <p:nvPr/>
        </p:nvPicPr>
        <p:blipFill>
          <a:blip r:embed="rId10"/>
          <a:srcRect l="-32486" r="-32486"/>
          <a:stretch/>
        </p:blipFill>
        <p:spPr>
          <a:xfrm>
            <a:off x="647395" y="4999025"/>
            <a:ext cx="267005" cy="161849"/>
          </a:xfrm>
          <a:prstGeom prst="rect">
            <a:avLst/>
          </a:prstGeom>
        </p:spPr>
      </p:pic>
      <p:sp>
        <p:nvSpPr>
          <p:cNvPr id="21" name="Text 10"/>
          <p:cNvSpPr txBox="1"/>
          <p:nvPr/>
        </p:nvSpPr>
        <p:spPr>
          <a:xfrm>
            <a:off x="914400" y="5333695"/>
            <a:ext cx="35533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社内外のコミュニティ運営</a:t>
            </a:r>
            <a:endParaRPr lang="en-US" sz="1600" dirty="0"/>
          </a:p>
        </p:txBody>
      </p:sp>
      <p:pic>
        <p:nvPicPr>
          <p:cNvPr id="22" name="Image 9" descr="preencoded.png"/>
          <p:cNvPicPr>
            <a:picLocks noChangeAspect="1"/>
          </p:cNvPicPr>
          <p:nvPr/>
        </p:nvPicPr>
        <p:blipFill>
          <a:blip r:embed="rId11"/>
          <a:srcRect l="-15989" r="-15989"/>
          <a:stretch/>
        </p:blipFill>
        <p:spPr>
          <a:xfrm>
            <a:off x="647395" y="5333695"/>
            <a:ext cx="267005" cy="161849"/>
          </a:xfrm>
          <a:prstGeom prst="rect">
            <a:avLst/>
          </a:prstGeom>
        </p:spPr>
      </p:pic>
      <p:sp>
        <p:nvSpPr>
          <p:cNvPr id="23" name="Text 11"/>
          <p:cNvSpPr txBox="1"/>
          <p:nvPr/>
        </p:nvSpPr>
        <p:spPr>
          <a:xfrm>
            <a:off x="1028700" y="5669280"/>
            <a:ext cx="3439058" cy="247802"/>
          </a:xfrm>
          <a:prstGeom prst="rect">
            <a:avLst/>
          </a:prstGeom>
          <a:noFill/>
          <a:ln/>
        </p:spPr>
        <p:txBody>
          <a:bodyPr wrap="square" lIns="0" tIns="0" rIns="0" bIns="0" rtlCol="0" anchor="ctr"/>
          <a:lstStyle/>
          <a:p>
            <a:pPr marL="0" indent="0" algn="l">
              <a:buNone/>
            </a:pPr>
            <a:r>
              <a:rPr lang="en-US" sz="1600">
                <a:solidFill>
                  <a:srgbClr val="333333"/>
                </a:solidFill>
                <a:latin typeface="BIZ UDGothic" pitchFamily="34" charset="0"/>
                <a:ea typeface="BIZ UDGothic" pitchFamily="34" charset="-122"/>
                <a:cs typeface="BIZ UDGothic" pitchFamily="34" charset="-120"/>
              </a:rPr>
              <a:t>・社内</a:t>
            </a:r>
            <a:r>
              <a:rPr lang="en-US" altLang="ja-JP" sz="1600">
                <a:solidFill>
                  <a:srgbClr val="333333"/>
                </a:solidFill>
                <a:latin typeface="BIZ UDGothic" pitchFamily="34" charset="0"/>
                <a:ea typeface="BIZ UDGothic" pitchFamily="34" charset="-122"/>
                <a:cs typeface="BIZ UDGothic" pitchFamily="34" charset="-120"/>
              </a:rPr>
              <a:t>PowerPlatform</a:t>
            </a:r>
            <a:r>
              <a:rPr lang="en-US" sz="1600">
                <a:solidFill>
                  <a:srgbClr val="333333"/>
                </a:solidFill>
                <a:latin typeface="BIZ UDGothic" pitchFamily="34" charset="0"/>
                <a:ea typeface="BIZ UDGothic" pitchFamily="34" charset="-122"/>
                <a:cs typeface="BIZ UDGothic" pitchFamily="34" charset="-120"/>
              </a:rPr>
              <a:t>コミュニティ</a:t>
            </a:r>
            <a:endParaRPr lang="en-US" sz="1600" dirty="0"/>
          </a:p>
        </p:txBody>
      </p:sp>
      <p:sp>
        <p:nvSpPr>
          <p:cNvPr id="24" name="Text 12"/>
          <p:cNvSpPr txBox="1"/>
          <p:nvPr/>
        </p:nvSpPr>
        <p:spPr>
          <a:xfrm>
            <a:off x="1028700" y="6004865"/>
            <a:ext cx="34390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・広島コミュニティ </a:t>
            </a:r>
            <a:r>
              <a:rPr lang="en-US" sz="1600">
                <a:solidFill>
                  <a:srgbClr val="333333"/>
                </a:solidFill>
                <a:latin typeface="BIZ UDGothic" pitchFamily="34" charset="0"/>
                <a:ea typeface="BIZ UDGothic" pitchFamily="34" charset="-122"/>
                <a:cs typeface="BIZ UDGothic" pitchFamily="34" charset="-120"/>
              </a:rPr>
              <a:t>PLUG </a:t>
            </a:r>
            <a:r>
              <a:rPr lang="ja-JP" altLang="en-US" sz="1600">
                <a:solidFill>
                  <a:srgbClr val="333333"/>
                </a:solidFill>
                <a:latin typeface="BIZ UDGothic" pitchFamily="34" charset="0"/>
                <a:ea typeface="BIZ UDGothic" pitchFamily="34" charset="-122"/>
                <a:cs typeface="BIZ UDGothic" pitchFamily="34" charset="-120"/>
              </a:rPr>
              <a:t>運営</a:t>
            </a:r>
            <a:endParaRPr lang="en-US" sz="1600" dirty="0"/>
          </a:p>
        </p:txBody>
      </p:sp>
      <p:sp>
        <p:nvSpPr>
          <p:cNvPr id="25" name="Shape 13"/>
          <p:cNvSpPr/>
          <p:nvPr/>
        </p:nvSpPr>
        <p:spPr>
          <a:xfrm>
            <a:off x="647395" y="6358738"/>
            <a:ext cx="3629254" cy="418795"/>
          </a:xfrm>
          <a:prstGeom prst="roundRect">
            <a:avLst>
              <a:gd name="adj" fmla="val 79397"/>
            </a:avLst>
          </a:prstGeom>
          <a:solidFill>
            <a:srgbClr val="EFF6FF"/>
          </a:solidFill>
          <a:ln w="12700">
            <a:solidFill>
              <a:srgbClr val="DBEAFE"/>
            </a:solidFill>
            <a:prstDash val="solid"/>
          </a:ln>
        </p:spPr>
        <p:txBody>
          <a:bodyPr/>
          <a:lstStyle/>
          <a:p>
            <a:endParaRPr lang="ja-JP" altLang="en-US"/>
          </a:p>
        </p:txBody>
      </p:sp>
      <p:sp>
        <p:nvSpPr>
          <p:cNvPr id="26" name="Text 14"/>
          <p:cNvSpPr txBox="1"/>
          <p:nvPr/>
        </p:nvSpPr>
        <p:spPr>
          <a:xfrm>
            <a:off x="999439" y="6358738"/>
            <a:ext cx="3354019" cy="419710"/>
          </a:xfrm>
          <a:prstGeom prst="rect">
            <a:avLst/>
          </a:prstGeom>
          <a:solidFill>
            <a:srgbClr val="FFFFFF">
              <a:alpha val="0"/>
            </a:srgbClr>
          </a:solidFill>
          <a:ln>
            <a:solidFill>
              <a:srgbClr val="FFFFFF">
                <a:alpha val="0"/>
              </a:srgbClr>
            </a:solidFill>
          </a:ln>
        </p:spPr>
        <p:txBody>
          <a:bodyPr wrap="square" lIns="76200" tIns="76200" rIns="76200" bIns="7620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初心者支援が専門</a:t>
            </a:r>
            <a:endParaRPr lang="en-US" sz="1600" dirty="0"/>
          </a:p>
        </p:txBody>
      </p:sp>
      <p:pic>
        <p:nvPicPr>
          <p:cNvPr id="27" name="Image 10" descr="preencoded.png"/>
          <p:cNvPicPr>
            <a:picLocks noChangeAspect="1"/>
          </p:cNvPicPr>
          <p:nvPr/>
        </p:nvPicPr>
        <p:blipFill>
          <a:blip r:embed="rId12"/>
          <a:srcRect l="-32486" r="-32486"/>
          <a:stretch/>
        </p:blipFill>
        <p:spPr>
          <a:xfrm>
            <a:off x="733349" y="6444691"/>
            <a:ext cx="267005" cy="161849"/>
          </a:xfrm>
          <a:prstGeom prst="rect">
            <a:avLst/>
          </a:prstGeom>
        </p:spPr>
      </p:pic>
      <p:sp>
        <p:nvSpPr>
          <p:cNvPr id="28" name="Text 15"/>
          <p:cNvSpPr txBox="1"/>
          <p:nvPr/>
        </p:nvSpPr>
        <p:spPr>
          <a:xfrm>
            <a:off x="5336438" y="1870862"/>
            <a:ext cx="6477610" cy="305410"/>
          </a:xfrm>
          <a:prstGeom prst="rect">
            <a:avLst/>
          </a:prstGeom>
          <a:noFill/>
          <a:ln/>
        </p:spPr>
        <p:txBody>
          <a:bodyPr wrap="square" lIns="0" tIns="0" rIns="0" bIns="0" rtlCol="0" anchor="ctr"/>
          <a:lstStyle/>
          <a:p>
            <a:pPr marL="0" indent="0" algn="l">
              <a:buNone/>
            </a:pPr>
            <a:r>
              <a:rPr lang="en-US" sz="1800" b="1" dirty="0">
                <a:solidFill>
                  <a:srgbClr val="1E40AF"/>
                </a:solidFill>
                <a:latin typeface="BIZ UDGothic" pitchFamily="34" charset="0"/>
                <a:ea typeface="BIZ UDGothic" pitchFamily="34" charset="-122"/>
                <a:cs typeface="BIZ UDGothic" pitchFamily="34" charset="-120"/>
              </a:rPr>
              <a:t> 主な活動・実績 </a:t>
            </a:r>
            <a:endParaRPr lang="en-US" sz="1800" dirty="0"/>
          </a:p>
        </p:txBody>
      </p:sp>
      <p:sp>
        <p:nvSpPr>
          <p:cNvPr id="29" name="Shape 16"/>
          <p:cNvSpPr/>
          <p:nvPr/>
        </p:nvSpPr>
        <p:spPr>
          <a:xfrm>
            <a:off x="4898441" y="23664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0" name="Shape 17"/>
          <p:cNvSpPr/>
          <p:nvPr/>
        </p:nvSpPr>
        <p:spPr>
          <a:xfrm>
            <a:off x="4898441" y="2366467"/>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31" name="Text 18"/>
          <p:cNvSpPr txBox="1"/>
          <p:nvPr/>
        </p:nvSpPr>
        <p:spPr>
          <a:xfrm>
            <a:off x="5450738" y="2509114"/>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社内講座の実施</a:t>
            </a:r>
            <a:endParaRPr lang="en-US" sz="1600" dirty="0"/>
          </a:p>
        </p:txBody>
      </p:sp>
      <p:pic>
        <p:nvPicPr>
          <p:cNvPr id="32" name="Image 11" descr="preencoded.png"/>
          <p:cNvPicPr>
            <a:picLocks noChangeAspect="1"/>
          </p:cNvPicPr>
          <p:nvPr/>
        </p:nvPicPr>
        <p:blipFill>
          <a:blip r:embed="rId13"/>
          <a:srcRect l="-38653" r="-38653"/>
          <a:stretch/>
        </p:blipFill>
        <p:spPr>
          <a:xfrm>
            <a:off x="4816719" y="2388501"/>
            <a:ext cx="558124" cy="419709"/>
          </a:xfrm>
          <a:prstGeom prst="rect">
            <a:avLst/>
          </a:prstGeom>
        </p:spPr>
      </p:pic>
      <p:sp>
        <p:nvSpPr>
          <p:cNvPr id="33" name="Text 19"/>
          <p:cNvSpPr txBox="1"/>
          <p:nvPr/>
        </p:nvSpPr>
        <p:spPr>
          <a:xfrm>
            <a:off x="5146243" y="2813609"/>
            <a:ext cx="6391656"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PA</a:t>
            </a:r>
            <a:r>
              <a:rPr lang="en-US" sz="1600">
                <a:solidFill>
                  <a:srgbClr val="4B5563"/>
                </a:solidFill>
                <a:latin typeface="BIZ UDGothic" pitchFamily="34" charset="0"/>
                <a:ea typeface="BIZ UDGothic" pitchFamily="34" charset="-122"/>
                <a:cs typeface="BIZ UDGothic" pitchFamily="34" charset="-120"/>
              </a:rPr>
              <a:t>／Copilot</a:t>
            </a:r>
            <a:r>
              <a:rPr lang="ja-JP" altLang="en-US" sz="1600">
                <a:solidFill>
                  <a:srgbClr val="4B5563"/>
                </a:solidFill>
                <a:latin typeface="BIZ UDGothic" pitchFamily="34" charset="0"/>
                <a:ea typeface="BIZ UDGothic" pitchFamily="34" charset="-122"/>
                <a:cs typeface="BIZ UDGothic" pitchFamily="34" charset="-120"/>
              </a:rPr>
              <a:t>　ハンズオン講座</a:t>
            </a:r>
            <a:r>
              <a:rPr lang="en-US" sz="1600">
                <a:solidFill>
                  <a:srgbClr val="4B5563"/>
                </a:solidFill>
                <a:latin typeface="BIZ UDGothic" pitchFamily="34" charset="0"/>
                <a:ea typeface="BIZ UDGothic" pitchFamily="34" charset="-122"/>
                <a:cs typeface="BIZ UDGothic" pitchFamily="34" charset="-120"/>
              </a:rPr>
              <a:t>などを開催し</a:t>
            </a:r>
            <a:r>
              <a:rPr lang="en-US" sz="1600" dirty="0">
                <a:solidFill>
                  <a:srgbClr val="4B5563"/>
                </a:solidFill>
                <a:latin typeface="BIZ UDGothic" pitchFamily="34" charset="0"/>
                <a:ea typeface="BIZ UDGothic" pitchFamily="34" charset="-122"/>
                <a:cs typeface="BIZ UDGothic" pitchFamily="34" charset="-120"/>
              </a:rPr>
              <a:t>、社内の</a:t>
            </a:r>
            <a:r>
              <a:rPr lang="en-US" sz="1600">
                <a:solidFill>
                  <a:srgbClr val="4B5563"/>
                </a:solidFill>
                <a:latin typeface="BIZ UDGothic" pitchFamily="34" charset="0"/>
                <a:ea typeface="BIZ UDGothic" pitchFamily="34" charset="-122"/>
                <a:cs typeface="BIZ UDGothic" pitchFamily="34" charset="-120"/>
              </a:rPr>
              <a:t>DXを</a:t>
            </a:r>
            <a:r>
              <a:rPr lang="ja-JP" altLang="en-US" sz="1600">
                <a:solidFill>
                  <a:srgbClr val="4B5563"/>
                </a:solidFill>
                <a:latin typeface="BIZ UDGothic" pitchFamily="34" charset="0"/>
                <a:ea typeface="BIZ UDGothic" pitchFamily="34" charset="-122"/>
                <a:cs typeface="BIZ UDGothic" pitchFamily="34" charset="-120"/>
              </a:rPr>
              <a:t>推進</a:t>
            </a:r>
            <a:endParaRPr lang="en-US" sz="1600" dirty="0"/>
          </a:p>
        </p:txBody>
      </p:sp>
      <p:sp>
        <p:nvSpPr>
          <p:cNvPr id="34" name="Shape 20"/>
          <p:cNvSpPr/>
          <p:nvPr/>
        </p:nvSpPr>
        <p:spPr>
          <a:xfrm>
            <a:off x="4898441" y="3375965"/>
            <a:ext cx="6724498" cy="819302"/>
          </a:xfrm>
          <a:prstGeom prst="roundRect">
            <a:avLst>
              <a:gd name="adj" fmla="val 31146"/>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5" name="Shape 21"/>
          <p:cNvSpPr/>
          <p:nvPr/>
        </p:nvSpPr>
        <p:spPr>
          <a:xfrm>
            <a:off x="4898441" y="3375965"/>
            <a:ext cx="57607" cy="819302"/>
          </a:xfrm>
          <a:prstGeom prst="roundRect">
            <a:avLst>
              <a:gd name="adj" fmla="val 442969"/>
            </a:avLst>
          </a:prstGeom>
          <a:solidFill>
            <a:srgbClr val="F0F4F8"/>
          </a:solidFill>
          <a:ln w="12700">
            <a:solidFill>
              <a:srgbClr val="F0F4F8">
                <a:alpha val="0"/>
              </a:srgbClr>
            </a:solidFill>
            <a:prstDash val="solid"/>
          </a:ln>
        </p:spPr>
        <p:txBody>
          <a:bodyPr/>
          <a:lstStyle/>
          <a:p>
            <a:endParaRPr lang="ja-JP" altLang="en-US"/>
          </a:p>
        </p:txBody>
      </p:sp>
      <p:sp>
        <p:nvSpPr>
          <p:cNvPr id="36" name="Text 22"/>
          <p:cNvSpPr txBox="1"/>
          <p:nvPr/>
        </p:nvSpPr>
        <p:spPr>
          <a:xfrm>
            <a:off x="5450738" y="3518611"/>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外部コミュニティ登壇</a:t>
            </a:r>
            <a:endParaRPr lang="en-US" sz="1600" dirty="0"/>
          </a:p>
        </p:txBody>
      </p:sp>
      <p:pic>
        <p:nvPicPr>
          <p:cNvPr id="37" name="Image 12" descr="preencoded.png"/>
          <p:cNvPicPr>
            <a:picLocks noChangeAspect="1"/>
          </p:cNvPicPr>
          <p:nvPr/>
        </p:nvPicPr>
        <p:blipFill>
          <a:blip r:embed="rId14"/>
          <a:srcRect l="-38653" r="-38653"/>
          <a:stretch/>
        </p:blipFill>
        <p:spPr>
          <a:xfrm>
            <a:off x="4827643" y="3423078"/>
            <a:ext cx="558124" cy="419709"/>
          </a:xfrm>
          <a:prstGeom prst="rect">
            <a:avLst/>
          </a:prstGeom>
        </p:spPr>
      </p:pic>
      <p:sp>
        <p:nvSpPr>
          <p:cNvPr id="38" name="Text 23"/>
          <p:cNvSpPr txBox="1"/>
          <p:nvPr/>
        </p:nvSpPr>
        <p:spPr>
          <a:xfrm>
            <a:off x="5152644" y="3880735"/>
            <a:ext cx="6467551" cy="228600"/>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広島コミュニティ「</a:t>
            </a:r>
            <a:r>
              <a:rPr lang="en-US" sz="1600">
                <a:solidFill>
                  <a:srgbClr val="4B5563"/>
                </a:solidFill>
                <a:latin typeface="BIZ UDGothic" pitchFamily="34" charset="0"/>
                <a:ea typeface="BIZ UDGothic" pitchFamily="34" charset="-122"/>
                <a:cs typeface="BIZ UDGothic" pitchFamily="34" charset="-120"/>
              </a:rPr>
              <a:t>PLUG」</a:t>
            </a:r>
            <a:r>
              <a:rPr lang="ja-JP" altLang="en-US" sz="1600">
                <a:solidFill>
                  <a:srgbClr val="4B5563"/>
                </a:solidFill>
                <a:latin typeface="BIZ UDGothic" pitchFamily="34" charset="0"/>
                <a:ea typeface="BIZ UDGothic" pitchFamily="34" charset="-122"/>
                <a:cs typeface="BIZ UDGothic" pitchFamily="34" charset="-120"/>
              </a:rPr>
              <a:t>運営。外部コミュニティ登壇</a:t>
            </a:r>
            <a:endParaRPr lang="en-US" sz="1600" dirty="0"/>
          </a:p>
        </p:txBody>
      </p:sp>
      <p:sp>
        <p:nvSpPr>
          <p:cNvPr id="39" name="Shape 24"/>
          <p:cNvSpPr/>
          <p:nvPr/>
        </p:nvSpPr>
        <p:spPr>
          <a:xfrm>
            <a:off x="4898441" y="4327855"/>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0" name="Shape 25"/>
          <p:cNvSpPr/>
          <p:nvPr/>
        </p:nvSpPr>
        <p:spPr>
          <a:xfrm>
            <a:off x="4898441" y="4327855"/>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41" name="Text 26"/>
          <p:cNvSpPr txBox="1"/>
          <p:nvPr/>
        </p:nvSpPr>
        <p:spPr>
          <a:xfrm>
            <a:off x="5450738" y="4471416"/>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X (Twitter) での情報発信</a:t>
            </a:r>
            <a:endParaRPr lang="en-US" sz="1600" dirty="0"/>
          </a:p>
        </p:txBody>
      </p:sp>
      <p:pic>
        <p:nvPicPr>
          <p:cNvPr id="42" name="Image 13" descr="preencoded.png"/>
          <p:cNvPicPr>
            <a:picLocks noChangeAspect="1"/>
          </p:cNvPicPr>
          <p:nvPr/>
        </p:nvPicPr>
        <p:blipFill>
          <a:blip r:embed="rId15"/>
          <a:srcRect l="-16489" r="-16489"/>
          <a:stretch/>
        </p:blipFill>
        <p:spPr>
          <a:xfrm>
            <a:off x="4848148" y="4405580"/>
            <a:ext cx="558124" cy="419709"/>
          </a:xfrm>
          <a:prstGeom prst="rect">
            <a:avLst/>
          </a:prstGeom>
        </p:spPr>
      </p:pic>
      <p:sp>
        <p:nvSpPr>
          <p:cNvPr id="43" name="Text 27"/>
          <p:cNvSpPr txBox="1"/>
          <p:nvPr/>
        </p:nvSpPr>
        <p:spPr>
          <a:xfrm>
            <a:off x="5146243" y="4775911"/>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初心者向けPAチップスを</a:t>
            </a:r>
            <a:r>
              <a:rPr lang="en-US" b="1" dirty="0">
                <a:solidFill>
                  <a:srgbClr val="0078D4"/>
                </a:solidFill>
                <a:latin typeface="BIZ UDGothic" pitchFamily="34" charset="0"/>
                <a:ea typeface="BIZ UDGothic" pitchFamily="34" charset="-122"/>
                <a:cs typeface="BIZ UDGothic" pitchFamily="34" charset="-120"/>
              </a:rPr>
              <a:t>2日に1回</a:t>
            </a:r>
            <a:r>
              <a:rPr lang="en-US" sz="1600" dirty="0">
                <a:solidFill>
                  <a:srgbClr val="4B5563"/>
                </a:solidFill>
                <a:latin typeface="BIZ UDGothic" pitchFamily="34" charset="0"/>
                <a:ea typeface="BIZ UDGothic" pitchFamily="34" charset="-122"/>
                <a:cs typeface="BIZ UDGothic" pitchFamily="34" charset="-120"/>
              </a:rPr>
              <a:t>継続発信中！</a:t>
            </a:r>
            <a:endParaRPr lang="en-US" sz="1600" dirty="0"/>
          </a:p>
        </p:txBody>
      </p:sp>
      <p:sp>
        <p:nvSpPr>
          <p:cNvPr id="44" name="Shape 28"/>
          <p:cNvSpPr/>
          <p:nvPr/>
        </p:nvSpPr>
        <p:spPr>
          <a:xfrm>
            <a:off x="4898441" y="53382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5" name="Shape 29"/>
          <p:cNvSpPr/>
          <p:nvPr/>
        </p:nvSpPr>
        <p:spPr>
          <a:xfrm>
            <a:off x="4898441" y="5338267"/>
            <a:ext cx="57607" cy="875995"/>
          </a:xfrm>
          <a:prstGeom prst="roundRect">
            <a:avLst>
              <a:gd name="adj" fmla="val 414080"/>
            </a:avLst>
          </a:prstGeom>
          <a:solidFill>
            <a:srgbClr val="FF9900"/>
          </a:solidFill>
          <a:ln w="12700">
            <a:solidFill>
              <a:srgbClr val="FF9900">
                <a:alpha val="0"/>
              </a:srgbClr>
            </a:solidFill>
            <a:prstDash val="solid"/>
          </a:ln>
        </p:spPr>
        <p:txBody>
          <a:bodyPr/>
          <a:lstStyle/>
          <a:p>
            <a:endParaRPr lang="ja-JP" altLang="en-US"/>
          </a:p>
        </p:txBody>
      </p:sp>
      <p:sp>
        <p:nvSpPr>
          <p:cNvPr id="46" name="Text 30"/>
          <p:cNvSpPr txBox="1"/>
          <p:nvPr/>
        </p:nvSpPr>
        <p:spPr>
          <a:xfrm>
            <a:off x="5450738" y="5480914"/>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45 (PA45)</a:t>
            </a:r>
            <a:endParaRPr lang="en-US" sz="1600" dirty="0"/>
          </a:p>
        </p:txBody>
      </p:sp>
      <p:pic>
        <p:nvPicPr>
          <p:cNvPr id="47" name="Image 14" descr="preencoded.png"/>
          <p:cNvPicPr>
            <a:picLocks noChangeAspect="1"/>
          </p:cNvPicPr>
          <p:nvPr/>
        </p:nvPicPr>
        <p:blipFill>
          <a:blip r:embed="rId16"/>
          <a:srcRect l="-16489" r="-16489"/>
          <a:stretch/>
        </p:blipFill>
        <p:spPr>
          <a:xfrm>
            <a:off x="5146243" y="5528462"/>
            <a:ext cx="228600" cy="171907"/>
          </a:xfrm>
          <a:prstGeom prst="rect">
            <a:avLst/>
          </a:prstGeom>
        </p:spPr>
      </p:pic>
      <p:sp>
        <p:nvSpPr>
          <p:cNvPr id="48" name="Text 31"/>
          <p:cNvSpPr txBox="1"/>
          <p:nvPr/>
        </p:nvSpPr>
        <p:spPr>
          <a:xfrm>
            <a:off x="5146243" y="5785409"/>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45分の</a:t>
            </a:r>
            <a:r>
              <a:rPr lang="en-US" b="1" dirty="0">
                <a:solidFill>
                  <a:srgbClr val="0078D4"/>
                </a:solidFill>
                <a:latin typeface="BIZ UDGothic" pitchFamily="34" charset="0"/>
                <a:ea typeface="BIZ UDGothic" pitchFamily="34" charset="-122"/>
                <a:cs typeface="BIZ UDGothic" pitchFamily="34" charset="-120"/>
              </a:rPr>
              <a:t>“1粒ハンズオン”</a:t>
            </a:r>
            <a:r>
              <a:rPr lang="en-US" sz="1600" dirty="0">
                <a:solidFill>
                  <a:srgbClr val="4B5563"/>
                </a:solidFill>
                <a:latin typeface="BIZ UDGothic" pitchFamily="34" charset="0"/>
                <a:ea typeface="BIZ UDGothic" pitchFamily="34" charset="-122"/>
                <a:cs typeface="BIZ UDGothic" pitchFamily="34" charset="-120"/>
              </a:rPr>
              <a:t>を毎週開催・運営</a:t>
            </a:r>
            <a:endParaRPr lang="en-US" sz="1600" dirty="0"/>
          </a:p>
        </p:txBody>
      </p:sp>
      <p:pic>
        <p:nvPicPr>
          <p:cNvPr id="50" name="Image 15" descr="preencoded.png"/>
          <p:cNvPicPr>
            <a:picLocks noChangeAspect="1"/>
          </p:cNvPicPr>
          <p:nvPr/>
        </p:nvPicPr>
        <p:blipFill>
          <a:blip r:embed="rId17"/>
          <a:srcRect l="-266" r="-266"/>
          <a:stretch/>
        </p:blipFill>
        <p:spPr>
          <a:xfrm>
            <a:off x="4898441" y="1880006"/>
            <a:ext cx="323698" cy="286207"/>
          </a:xfrm>
          <a:prstGeom prst="rect">
            <a:avLst/>
          </a:prstGeom>
        </p:spPr>
      </p:pic>
      <p:pic>
        <p:nvPicPr>
          <p:cNvPr id="51" name="Image 16" descr="preencoded.png"/>
          <p:cNvPicPr>
            <a:picLocks noChangeAspect="1"/>
          </p:cNvPicPr>
          <p:nvPr/>
        </p:nvPicPr>
        <p:blipFill>
          <a:blip r:embed="rId18"/>
          <a:srcRect l="-3" r="-3"/>
          <a:stretch/>
        </p:blipFill>
        <p:spPr>
          <a:xfrm>
            <a:off x="5222139" y="6318921"/>
            <a:ext cx="5617657" cy="386820"/>
          </a:xfrm>
          <a:prstGeom prst="rect">
            <a:avLst/>
          </a:prstGeom>
        </p:spPr>
      </p:pic>
      <p:sp>
        <p:nvSpPr>
          <p:cNvPr id="52" name="Text 33"/>
          <p:cNvSpPr txBox="1"/>
          <p:nvPr/>
        </p:nvSpPr>
        <p:spPr>
          <a:xfrm>
            <a:off x="5696197" y="6341920"/>
            <a:ext cx="8332013" cy="350368"/>
          </a:xfrm>
          <a:prstGeom prst="rect">
            <a:avLst/>
          </a:prstGeom>
          <a:noFill/>
          <a:ln/>
        </p:spPr>
        <p:txBody>
          <a:bodyPr wrap="square" lIns="0" tIns="0" rIns="0" bIns="0" rtlCol="0" anchor="ctr"/>
          <a:lstStyle/>
          <a:p>
            <a:pPr marL="0" indent="0" algn="l">
              <a:buNone/>
            </a:pPr>
            <a:r>
              <a:rPr lang="en-US" sz="1600" b="1" kern="0" spc="96" dirty="0">
                <a:solidFill>
                  <a:srgbClr val="FFFFFF"/>
                </a:solidFill>
                <a:latin typeface="BIZ UDGothic" pitchFamily="34" charset="0"/>
                <a:ea typeface="BIZ UDGothic" pitchFamily="34" charset="-122"/>
                <a:cs typeface="BIZ UDGothic" pitchFamily="34" charset="-120"/>
              </a:rPr>
              <a:t>今日は「できた！」を一緒に作っていきましょう😊</a:t>
            </a:r>
            <a:endParaRPr lang="en-US" sz="1600" dirty="0"/>
          </a:p>
        </p:txBody>
      </p:sp>
      <p:pic>
        <p:nvPicPr>
          <p:cNvPr id="53" name="Image 17" descr="preencoded.png"/>
          <p:cNvPicPr>
            <a:picLocks noChangeAspect="1"/>
          </p:cNvPicPr>
          <p:nvPr/>
        </p:nvPicPr>
        <p:blipFill>
          <a:blip r:embed="rId19"/>
          <a:srcRect l="-1845" r="-1845"/>
          <a:stretch/>
        </p:blipFill>
        <p:spPr>
          <a:xfrm>
            <a:off x="5260028" y="6393142"/>
            <a:ext cx="256946" cy="233291"/>
          </a:xfrm>
          <a:prstGeom prst="rect">
            <a:avLst/>
          </a:prstGeom>
        </p:spPr>
      </p:pic>
      <p:pic>
        <p:nvPicPr>
          <p:cNvPr id="55" name="図 54" descr="The image depicts a person with dark hair and glasses, sitting in front of a computer, typing on a laptop.  AI 生成コンテンツは誤りを含む可能性があります。">
            <a:extLst>
              <a:ext uri="{FF2B5EF4-FFF2-40B4-BE49-F238E27FC236}">
                <a16:creationId xmlns:a16="http://schemas.microsoft.com/office/drawing/2014/main" id="{47F0CBEE-0475-F1DC-9373-7429D3A7B53E}"/>
              </a:ext>
            </a:extLst>
          </p:cNvPr>
          <p:cNvPicPr>
            <a:picLocks noChangeAspect="1"/>
          </p:cNvPicPr>
          <p:nvPr/>
        </p:nvPicPr>
        <p:blipFill>
          <a:blip r:embed="rId20">
            <a:extLst>
              <a:ext uri="{BEBA8EAE-BF5A-486C-A8C5-ECC9F3942E4B}">
                <a14:imgProps xmlns:a14="http://schemas.microsoft.com/office/drawing/2010/main">
                  <a14:imgLayer r:embed="rId21">
                    <a14:imgEffect>
                      <a14:backgroundRemoval t="586" b="98438" l="4590" r="98438">
                        <a14:foregroundMark x1="63379" y1="18848" x2="53516" y2="16699"/>
                        <a14:foregroundMark x1="53516" y1="16699" x2="37793" y2="18262"/>
                        <a14:foregroundMark x1="37793" y1="18262" x2="29590" y2="31348"/>
                        <a14:foregroundMark x1="29590" y1="31348" x2="26563" y2="66797"/>
                        <a14:foregroundMark x1="26563" y1="66797" x2="29004" y2="75684"/>
                        <a14:foregroundMark x1="21387" y1="77246" x2="16895" y2="64160"/>
                        <a14:foregroundMark x1="16895" y1="64160" x2="19434" y2="36621"/>
                        <a14:foregroundMark x1="19434" y1="36621" x2="30957" y2="15234"/>
                        <a14:foregroundMark x1="30957" y1="15234" x2="44434" y2="6055"/>
                        <a14:foregroundMark x1="44434" y1="6055" x2="60449" y2="5566"/>
                        <a14:foregroundMark x1="60449" y1="5566" x2="67090" y2="7715"/>
                        <a14:foregroundMark x1="60547" y1="29004" x2="60547" y2="29004"/>
                        <a14:foregroundMark x1="59082" y1="29004" x2="59082" y2="29004"/>
                        <a14:foregroundMark x1="62891" y1="28320" x2="62891" y2="28320"/>
                        <a14:foregroundMark x1="62891" y1="28320" x2="58691" y2="27832"/>
                        <a14:foregroundMark x1="22754" y1="34570" x2="21094" y2="48730"/>
                        <a14:foregroundMark x1="21094" y1="48730" x2="12109" y2="65820"/>
                        <a14:foregroundMark x1="12109" y1="65820" x2="9570" y2="40527"/>
                        <a14:foregroundMark x1="9570" y1="40527" x2="26563" y2="20605"/>
                        <a14:foregroundMark x1="26563" y1="20605" x2="37793" y2="81934"/>
                        <a14:foregroundMark x1="37793" y1="81934" x2="49023" y2="91113"/>
                        <a14:foregroundMark x1="49023" y1="91113" x2="70605" y2="93750"/>
                        <a14:foregroundMark x1="70605" y1="93750" x2="84277" y2="80078"/>
                        <a14:foregroundMark x1="84277" y1="80078" x2="91211" y2="39063"/>
                        <a14:foregroundMark x1="95215" y1="39453" x2="97266" y2="48926"/>
                        <a14:foregroundMark x1="97266" y1="48926" x2="94824" y2="61914"/>
                        <a14:foregroundMark x1="94824" y1="61914" x2="89648" y2="70313"/>
                        <a14:foregroundMark x1="98535" y1="54883" x2="98535" y2="54883"/>
                        <a14:foregroundMark x1="40820" y1="5273" x2="40820" y2="5273"/>
                        <a14:foregroundMark x1="47949" y1="1660" x2="47949" y2="1660"/>
                        <a14:foregroundMark x1="19238" y1="17188" x2="13867" y2="27148"/>
                        <a14:foregroundMark x1="13867" y1="27148" x2="8984" y2="50098"/>
                        <a14:foregroundMark x1="8984" y1="50098" x2="11230" y2="66602"/>
                        <a14:foregroundMark x1="8594" y1="68164" x2="8594" y2="68164"/>
                        <a14:foregroundMark x1="8594" y1="68164" x2="8594" y2="68164"/>
                        <a14:foregroundMark x1="32520" y1="34375" x2="36914" y2="48145"/>
                        <a14:foregroundMark x1="36914" y1="48145" x2="41113" y2="54590"/>
                        <a14:foregroundMark x1="41113" y1="54590" x2="40234" y2="46973"/>
                        <a14:foregroundMark x1="40234" y1="46973" x2="44531" y2="62695"/>
                        <a14:foregroundMark x1="44531" y1="62695" x2="44531" y2="63379"/>
                        <a14:foregroundMark x1="62207" y1="26465" x2="62207" y2="26465"/>
                        <a14:foregroundMark x1="64160" y1="26270" x2="64160" y2="26270"/>
                        <a14:foregroundMark x1="62109" y1="25195" x2="62109" y2="25195"/>
                        <a14:foregroundMark x1="47656" y1="586" x2="47656" y2="586"/>
                        <a14:foregroundMark x1="14746" y1="20117" x2="3027" y2="66309"/>
                        <a14:foregroundMark x1="3027" y1="66309" x2="13770" y2="79199"/>
                        <a14:foregroundMark x1="13770" y1="79199" x2="36719" y2="98535"/>
                        <a14:foregroundMark x1="40430" y1="90820" x2="40430" y2="90820"/>
                        <a14:foregroundMark x1="4590" y1="44922" x2="4590" y2="44922"/>
                        <a14:foregroundMark x1="92480" y1="58301" x2="92480" y2="58301"/>
                        <a14:foregroundMark x1="92480" y1="58301" x2="90918" y2="63770"/>
                        <a14:foregroundMark x1="91309" y1="57129" x2="91309" y2="57129"/>
                        <a14:foregroundMark x1="94727" y1="54785" x2="93945" y2="53320"/>
                        <a14:foregroundMark x1="83203" y1="84277" x2="87012" y2="80371"/>
                        <a14:foregroundMark x1="87012" y1="82031" x2="87012" y2="82031"/>
                        <a14:foregroundMark x1="84180" y1="85156" x2="84180" y2="85156"/>
                        <a14:foregroundMark x1="85840" y1="83301" x2="85840" y2="83301"/>
                        <a14:foregroundMark x1="85254" y1="86133" x2="85254" y2="86133"/>
                        <a14:foregroundMark x1="86426" y1="84570" x2="86426" y2="84570"/>
                        <a14:foregroundMark x1="86133" y1="83789" x2="86133" y2="83789"/>
                      </a14:backgroundRemoval>
                    </a14:imgEffect>
                  </a14:imgLayer>
                </a14:imgProps>
              </a:ext>
            </a:extLst>
          </a:blip>
          <a:stretch>
            <a:fillRect/>
          </a:stretch>
        </p:blipFill>
        <p:spPr>
          <a:xfrm>
            <a:off x="1262523" y="1470548"/>
            <a:ext cx="2208540" cy="22085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F8FAFC"/>
          </a:solidFill>
          <a:ln w="12700">
            <a:solidFill>
              <a:srgbClr val="FFFFFF">
                <a:alpha val="0"/>
              </a:srgbClr>
            </a:solidFill>
            <a:prstDash val="solid"/>
          </a:ln>
        </p:spPr>
        <p:txBody>
          <a:bodyPr/>
          <a:lstStyle/>
          <a:p>
            <a:endParaRPr lang="ja-JP" altLang="en-US"/>
          </a:p>
        </p:txBody>
      </p:sp>
      <p:sp>
        <p:nvSpPr>
          <p:cNvPr id="5" name="Shape 2"/>
          <p:cNvSpPr/>
          <p:nvPr/>
        </p:nvSpPr>
        <p:spPr>
          <a:xfrm>
            <a:off x="6858000" y="0"/>
            <a:ext cx="6096305" cy="6858000"/>
          </a:xfrm>
          <a:prstGeom prst="rect">
            <a:avLst/>
          </a:prstGeom>
          <a:solidFill>
            <a:srgbClr val="EFF6FF">
              <a:alpha val="40000"/>
            </a:srgbClr>
          </a:solidFill>
          <a:ln w="12700">
            <a:solidFill>
              <a:srgbClr val="FFFFFF">
                <a:alpha val="0"/>
              </a:srgbClr>
            </a:solidFill>
            <a:prstDash val="solid"/>
          </a:ln>
        </p:spPr>
        <p:txBody>
          <a:bodyPr/>
          <a:lstStyle/>
          <a:p>
            <a:endParaRPr lang="ja-JP" altLang="en-US"/>
          </a:p>
        </p:txBody>
      </p:sp>
      <p:pic>
        <p:nvPicPr>
          <p:cNvPr id="6" name="Image 1" descr="preencoded.png"/>
          <p:cNvPicPr>
            <a:picLocks noChangeAspect="1"/>
          </p:cNvPicPr>
          <p:nvPr/>
        </p:nvPicPr>
        <p:blipFill>
          <a:blip r:embed="rId4">
            <a:alphaModFix amt="50000"/>
          </a:blip>
          <a:srcRect/>
          <a:stretch/>
        </p:blipFill>
        <p:spPr>
          <a:xfrm>
            <a:off x="9753905" y="0"/>
            <a:ext cx="2438705" cy="2438705"/>
          </a:xfrm>
          <a:prstGeom prst="rect">
            <a:avLst/>
          </a:prstGeom>
        </p:spPr>
      </p:pic>
      <p:sp>
        <p:nvSpPr>
          <p:cNvPr id="7" name="Shape 3"/>
          <p:cNvSpPr/>
          <p:nvPr/>
        </p:nvSpPr>
        <p:spPr>
          <a:xfrm>
            <a:off x="0" y="6705295"/>
            <a:ext cx="12191695" cy="152705"/>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8" name="Shape 4"/>
          <p:cNvSpPr/>
          <p:nvPr/>
        </p:nvSpPr>
        <p:spPr>
          <a:xfrm>
            <a:off x="609905" y="1100023"/>
            <a:ext cx="3886656" cy="381305"/>
          </a:xfrm>
          <a:prstGeom prst="roundRect">
            <a:avLst>
              <a:gd name="adj" fmla="val 239808"/>
            </a:avLst>
          </a:prstGeom>
          <a:solidFill>
            <a:srgbClr val="DBEAFE"/>
          </a:solidFill>
          <a:ln w="12700">
            <a:solidFill>
              <a:srgbClr val="FFFFFF">
                <a:alpha val="0"/>
              </a:srgbClr>
            </a:solidFill>
            <a:prstDash val="solid"/>
          </a:ln>
        </p:spPr>
        <p:txBody>
          <a:bodyPr/>
          <a:lstStyle/>
          <a:p>
            <a:endParaRPr lang="ja-JP" altLang="en-US"/>
          </a:p>
        </p:txBody>
      </p:sp>
      <p:sp>
        <p:nvSpPr>
          <p:cNvPr id="9" name="Text 5"/>
          <p:cNvSpPr/>
          <p:nvPr/>
        </p:nvSpPr>
        <p:spPr>
          <a:xfrm>
            <a:off x="422908" y="1107338"/>
            <a:ext cx="4032051" cy="3813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2000" b="1" kern="0" spc="30" dirty="0">
                <a:solidFill>
                  <a:srgbClr val="1E40AF"/>
                </a:solidFill>
                <a:latin typeface="Noto Sans JP" pitchFamily="34" charset="0"/>
                <a:ea typeface="Noto Sans JP" pitchFamily="34" charset="-122"/>
                <a:cs typeface="Noto Sans JP" pitchFamily="34" charset="-120"/>
              </a:rPr>
              <a:t>Power Automate 入門講座</a:t>
            </a:r>
            <a:endParaRPr lang="en-US" sz="2000" dirty="0"/>
          </a:p>
        </p:txBody>
      </p:sp>
      <p:sp>
        <p:nvSpPr>
          <p:cNvPr id="10" name="Shape 6"/>
          <p:cNvSpPr/>
          <p:nvPr/>
        </p:nvSpPr>
        <p:spPr>
          <a:xfrm>
            <a:off x="4877865" y="1106321"/>
            <a:ext cx="1353985" cy="381305"/>
          </a:xfrm>
          <a:prstGeom prst="roundRect">
            <a:avLst>
              <a:gd name="adj" fmla="val 239808"/>
            </a:avLst>
          </a:prstGeom>
          <a:solidFill>
            <a:schemeClr val="bg1">
              <a:lumMod val="85000"/>
            </a:schemeClr>
          </a:solidFill>
          <a:ln w="12700">
            <a:solidFill>
              <a:srgbClr val="FFFFFF">
                <a:alpha val="0"/>
              </a:srgbClr>
            </a:solidFill>
            <a:prstDash val="solid"/>
          </a:ln>
        </p:spPr>
        <p:txBody>
          <a:bodyPr/>
          <a:lstStyle/>
          <a:p>
            <a:endParaRPr lang="ja-JP" altLang="en-US"/>
          </a:p>
        </p:txBody>
      </p:sp>
      <p:sp>
        <p:nvSpPr>
          <p:cNvPr id="11" name="Text 7"/>
          <p:cNvSpPr/>
          <p:nvPr/>
        </p:nvSpPr>
        <p:spPr>
          <a:xfrm>
            <a:off x="4799373" y="1121762"/>
            <a:ext cx="1510967" cy="3813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2400" b="1" kern="0" spc="30" dirty="0">
                <a:solidFill>
                  <a:srgbClr val="4B5563"/>
                </a:solidFill>
                <a:latin typeface="Noto Sans JP" pitchFamily="34" charset="0"/>
                <a:ea typeface="Noto Sans JP" pitchFamily="34" charset="-122"/>
                <a:cs typeface="Noto Sans JP" pitchFamily="34" charset="-120"/>
              </a:rPr>
              <a:t>Vol.4</a:t>
            </a:r>
            <a:endParaRPr lang="en-US" sz="2400" dirty="0"/>
          </a:p>
        </p:txBody>
      </p:sp>
      <p:sp>
        <p:nvSpPr>
          <p:cNvPr id="12" name="Text 8"/>
          <p:cNvSpPr txBox="1"/>
          <p:nvPr/>
        </p:nvSpPr>
        <p:spPr>
          <a:xfrm>
            <a:off x="571957" y="1781708"/>
            <a:ext cx="2133143" cy="715061"/>
          </a:xfrm>
          <a:prstGeom prst="rect">
            <a:avLst/>
          </a:prstGeom>
          <a:noFill/>
          <a:ln/>
        </p:spPr>
        <p:txBody>
          <a:bodyPr wrap="square" lIns="0" tIns="0" rIns="0" bIns="0" rtlCol="0" anchor="ctr"/>
          <a:lstStyle/>
          <a:p>
            <a:pPr marL="0" indent="0" algn="l">
              <a:buNone/>
            </a:pPr>
            <a:r>
              <a:rPr lang="en-US" sz="4500" b="1" kern="0" spc="-112" dirty="0">
                <a:solidFill>
                  <a:srgbClr val="0078D4"/>
                </a:solidFill>
                <a:latin typeface="Noto Sans JP" pitchFamily="34" charset="0"/>
                <a:ea typeface="Noto Sans JP" pitchFamily="34" charset="-122"/>
                <a:cs typeface="Noto Sans JP" pitchFamily="34" charset="-120"/>
              </a:rPr>
              <a:t>PA45</a:t>
            </a:r>
            <a:endParaRPr lang="en-US" sz="4500" dirty="0"/>
          </a:p>
        </p:txBody>
      </p:sp>
      <p:sp>
        <p:nvSpPr>
          <p:cNvPr id="13" name="Text 9"/>
          <p:cNvSpPr txBox="1"/>
          <p:nvPr/>
        </p:nvSpPr>
        <p:spPr>
          <a:xfrm>
            <a:off x="609905" y="2576779"/>
            <a:ext cx="7220102"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第4回： Apply to Eachを使おう</a:t>
            </a:r>
            <a:endParaRPr lang="en-US" sz="4500" dirty="0"/>
          </a:p>
        </p:txBody>
      </p:sp>
      <p:sp>
        <p:nvSpPr>
          <p:cNvPr id="14" name="Text 10"/>
          <p:cNvSpPr txBox="1"/>
          <p:nvPr/>
        </p:nvSpPr>
        <p:spPr>
          <a:xfrm>
            <a:off x="609905" y="3519526"/>
            <a:ext cx="7029907" cy="488906"/>
          </a:xfrm>
          <a:prstGeom prst="rect">
            <a:avLst/>
          </a:prstGeom>
          <a:noFill/>
          <a:ln/>
        </p:spPr>
        <p:txBody>
          <a:bodyPr wrap="square" lIns="0" tIns="0" rIns="0" bIns="0" rtlCol="0" anchor="ctr"/>
          <a:lstStyle/>
          <a:p>
            <a:pPr marL="0" indent="0" algn="l">
              <a:buNone/>
            </a:pPr>
            <a:r>
              <a:rPr lang="en-US" sz="3200" dirty="0">
                <a:solidFill>
                  <a:srgbClr val="6B7280"/>
                </a:solidFill>
                <a:latin typeface="Noto Sans JP" pitchFamily="34" charset="0"/>
                <a:ea typeface="Noto Sans JP" pitchFamily="34" charset="-122"/>
                <a:cs typeface="Noto Sans JP" pitchFamily="34" charset="-120"/>
              </a:rPr>
              <a:t>Apply to Each (繰り返し処理を使おう)</a:t>
            </a:r>
            <a:endParaRPr lang="en-US" sz="3200" dirty="0"/>
          </a:p>
        </p:txBody>
      </p:sp>
      <p:sp>
        <p:nvSpPr>
          <p:cNvPr id="15" name="Shape 11"/>
          <p:cNvSpPr/>
          <p:nvPr/>
        </p:nvSpPr>
        <p:spPr>
          <a:xfrm>
            <a:off x="609905" y="4291279"/>
            <a:ext cx="75895" cy="1466698"/>
          </a:xfrm>
          <a:prstGeom prst="rect">
            <a:avLst/>
          </a:prstGeom>
          <a:solidFill>
            <a:srgbClr val="2563EB"/>
          </a:solidFill>
          <a:ln w="12700">
            <a:solidFill>
              <a:srgbClr val="2563EB">
                <a:alpha val="0"/>
              </a:srgbClr>
            </a:solidFill>
            <a:prstDash val="solid"/>
          </a:ln>
        </p:spPr>
        <p:txBody>
          <a:bodyPr/>
          <a:lstStyle/>
          <a:p>
            <a:endParaRPr lang="ja-JP" altLang="en-US"/>
          </a:p>
        </p:txBody>
      </p:sp>
      <p:sp>
        <p:nvSpPr>
          <p:cNvPr id="16" name="Text 12"/>
          <p:cNvSpPr txBox="1"/>
          <p:nvPr/>
        </p:nvSpPr>
        <p:spPr>
          <a:xfrm>
            <a:off x="1067105" y="4443070"/>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Theme</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Apply to Eachアクションの使い方</a:t>
            </a:r>
            <a:endParaRPr lang="en-US" dirty="0"/>
          </a:p>
        </p:txBody>
      </p:sp>
      <p:sp>
        <p:nvSpPr>
          <p:cNvPr id="17" name="Text 13"/>
          <p:cNvSpPr txBox="1"/>
          <p:nvPr/>
        </p:nvSpPr>
        <p:spPr>
          <a:xfrm>
            <a:off x="1067105" y="4881982"/>
            <a:ext cx="6648602"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Target</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はじめての方</a:t>
            </a:r>
            <a:r>
              <a:rPr lang="en-US" dirty="0">
                <a:solidFill>
                  <a:srgbClr val="374151"/>
                </a:solidFill>
                <a:latin typeface="Noto Sans JP" pitchFamily="34" charset="0"/>
                <a:ea typeface="Noto Sans JP" pitchFamily="34" charset="-122"/>
                <a:cs typeface="Noto Sans JP" pitchFamily="34" charset="-120"/>
              </a:rPr>
              <a:t>（プログラミング知識ゼロでOK）</a:t>
            </a:r>
            <a:endParaRPr lang="en-US" dirty="0"/>
          </a:p>
        </p:txBody>
      </p:sp>
      <p:sp>
        <p:nvSpPr>
          <p:cNvPr id="18" name="Text 14"/>
          <p:cNvSpPr txBox="1"/>
          <p:nvPr/>
        </p:nvSpPr>
        <p:spPr>
          <a:xfrm>
            <a:off x="1067105" y="5319979"/>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Time</a:t>
            </a:r>
            <a:r>
              <a:rPr lang="en-US">
                <a:solidFill>
                  <a:srgbClr val="374151"/>
                </a:solidFill>
                <a:latin typeface="Noto Sans JP" pitchFamily="34" charset="0"/>
                <a:ea typeface="Noto Sans JP" pitchFamily="34" charset="-122"/>
                <a:cs typeface="Noto Sans JP" pitchFamily="34" charset="-120"/>
              </a:rPr>
              <a:t> </a:t>
            </a:r>
            <a:r>
              <a:rPr lang="ja-JP" altLang="en-US">
                <a:solidFill>
                  <a:srgbClr val="374151"/>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約</a:t>
            </a:r>
            <a:r>
              <a:rPr lang="en-US" dirty="0">
                <a:solidFill>
                  <a:srgbClr val="374151"/>
                </a:solidFill>
                <a:latin typeface="Noto Sans JP" pitchFamily="34" charset="0"/>
                <a:ea typeface="Noto Sans JP" pitchFamily="34" charset="-122"/>
                <a:cs typeface="Noto Sans JP" pitchFamily="34" charset="-120"/>
              </a:rPr>
              <a:t>10分ハンズオン </a:t>
            </a:r>
            <a:endParaRPr lang="en-US" dirty="0"/>
          </a:p>
        </p:txBody>
      </p:sp>
      <p:pic>
        <p:nvPicPr>
          <p:cNvPr id="20" name="Image 3" descr="preencoded.png"/>
          <p:cNvPicPr>
            <a:picLocks noChangeAspect="1"/>
          </p:cNvPicPr>
          <p:nvPr/>
        </p:nvPicPr>
        <p:blipFill>
          <a:blip r:embed="rId5"/>
          <a:srcRect t="-14" b="-14"/>
          <a:stretch/>
        </p:blipFill>
        <p:spPr>
          <a:xfrm>
            <a:off x="9719158" y="2819095"/>
            <a:ext cx="2320747" cy="476402"/>
          </a:xfrm>
          <a:prstGeom prst="rect">
            <a:avLst/>
          </a:prstGeom>
        </p:spPr>
      </p:pic>
      <p:sp>
        <p:nvSpPr>
          <p:cNvPr id="21" name="Text 15"/>
          <p:cNvSpPr txBox="1"/>
          <p:nvPr/>
        </p:nvSpPr>
        <p:spPr>
          <a:xfrm>
            <a:off x="9918497" y="2943454"/>
            <a:ext cx="2001622" cy="228600"/>
          </a:xfrm>
          <a:prstGeom prst="rect">
            <a:avLst/>
          </a:prstGeom>
          <a:noFill/>
          <a:ln/>
        </p:spPr>
        <p:txBody>
          <a:bodyPr wrap="square" lIns="0" tIns="0" rIns="0" bIns="0" rtlCol="0" anchor="ctr"/>
          <a:lstStyle/>
          <a:p>
            <a:pPr marL="0" indent="0" algn="l">
              <a:buNone/>
            </a:pPr>
            <a:r>
              <a:rPr lang="en-US" sz="1600" dirty="0">
                <a:solidFill>
                  <a:srgbClr val="6B7280"/>
                </a:solidFill>
                <a:latin typeface="ui-monospace" pitchFamily="34" charset="0"/>
                <a:ea typeface="ui-monospace" pitchFamily="34" charset="-122"/>
                <a:cs typeface="ui-monospace" pitchFamily="34" charset="-120"/>
              </a:rPr>
              <a:t>var message = "Hello"</a:t>
            </a:r>
            <a:endParaRPr lang="en-US" sz="1200" dirty="0"/>
          </a:p>
        </p:txBody>
      </p:sp>
      <p:pic>
        <p:nvPicPr>
          <p:cNvPr id="22" name="Image 4" descr="preencoded.png"/>
          <p:cNvPicPr>
            <a:picLocks noChangeAspect="1"/>
          </p:cNvPicPr>
          <p:nvPr/>
        </p:nvPicPr>
        <p:blipFill>
          <a:blip r:embed="rId6"/>
          <a:srcRect l="-4" r="-4"/>
          <a:stretch/>
        </p:blipFill>
        <p:spPr>
          <a:xfrm>
            <a:off x="8128102" y="1600200"/>
            <a:ext cx="3454603" cy="3657600"/>
          </a:xfrm>
          <a:prstGeom prst="rect">
            <a:avLst/>
          </a:prstGeom>
        </p:spPr>
      </p:pic>
      <p:sp>
        <p:nvSpPr>
          <p:cNvPr id="23" name="Text 16"/>
          <p:cNvSpPr txBox="1"/>
          <p:nvPr/>
        </p:nvSpPr>
        <p:spPr>
          <a:xfrm>
            <a:off x="9245498" y="3847795"/>
            <a:ext cx="1219810" cy="305410"/>
          </a:xfrm>
          <a:prstGeom prst="rect">
            <a:avLst/>
          </a:prstGeom>
          <a:noFill/>
          <a:ln/>
        </p:spPr>
        <p:txBody>
          <a:bodyPr wrap="square" lIns="0" tIns="0" rIns="0" bIns="0" rtlCol="0" anchor="ctr"/>
          <a:lstStyle/>
          <a:p>
            <a:pPr marL="0" indent="0" algn="ctr">
              <a:buNone/>
            </a:pPr>
            <a:r>
              <a:rPr lang="en-US" sz="1800" b="1" dirty="0">
                <a:solidFill>
                  <a:srgbClr val="4B5563"/>
                </a:solidFill>
                <a:latin typeface="Noto Sans JP" pitchFamily="34" charset="0"/>
                <a:ea typeface="Noto Sans JP" pitchFamily="34" charset="-122"/>
                <a:cs typeface="Noto Sans JP" pitchFamily="34" charset="-120"/>
              </a:rPr>
              <a:t>Variable</a:t>
            </a:r>
            <a:endParaRPr lang="en-US" sz="1800" dirty="0"/>
          </a:p>
        </p:txBody>
      </p:sp>
      <p:pic>
        <p:nvPicPr>
          <p:cNvPr id="24" name="Image 5" descr="preencoded.png"/>
          <p:cNvPicPr>
            <a:picLocks noChangeAspect="1"/>
          </p:cNvPicPr>
          <p:nvPr/>
        </p:nvPicPr>
        <p:blipFill>
          <a:blip r:embed="rId7"/>
          <a:srcRect/>
          <a:stretch/>
        </p:blipFill>
        <p:spPr>
          <a:xfrm>
            <a:off x="9283903" y="2704795"/>
            <a:ext cx="1143000" cy="914400"/>
          </a:xfrm>
          <a:prstGeom prst="rect">
            <a:avLst/>
          </a:prstGeom>
        </p:spPr>
      </p:pic>
      <p:pic>
        <p:nvPicPr>
          <p:cNvPr id="25" name="Image 6" descr="preencoded.png"/>
          <p:cNvPicPr>
            <a:picLocks noChangeAspect="1"/>
          </p:cNvPicPr>
          <p:nvPr/>
        </p:nvPicPr>
        <p:blipFill>
          <a:blip r:embed="rId8"/>
          <a:srcRect t="-56" b="-56"/>
          <a:stretch/>
        </p:blipFill>
        <p:spPr>
          <a:xfrm>
            <a:off x="11162995" y="1371600"/>
            <a:ext cx="647395" cy="652882"/>
          </a:xfrm>
          <a:prstGeom prst="rect">
            <a:avLst/>
          </a:prstGeom>
        </p:spPr>
      </p:pic>
      <p:pic>
        <p:nvPicPr>
          <p:cNvPr id="26" name="Image 7" descr="preencoded.png"/>
          <p:cNvPicPr>
            <a:picLocks noChangeAspect="1"/>
          </p:cNvPicPr>
          <p:nvPr/>
        </p:nvPicPr>
        <p:blipFill>
          <a:blip r:embed="rId9"/>
          <a:srcRect/>
          <a:stretch/>
        </p:blipFill>
        <p:spPr>
          <a:xfrm>
            <a:off x="11315700" y="1524305"/>
            <a:ext cx="342900" cy="342900"/>
          </a:xfrm>
          <a:prstGeom prst="rect">
            <a:avLst/>
          </a:prstGeom>
        </p:spPr>
      </p:pic>
      <p:pic>
        <p:nvPicPr>
          <p:cNvPr id="27" name="Image 8" descr="preencoded.png"/>
          <p:cNvPicPr>
            <a:picLocks noChangeAspect="1"/>
          </p:cNvPicPr>
          <p:nvPr/>
        </p:nvPicPr>
        <p:blipFill>
          <a:blip r:embed="rId10"/>
          <a:srcRect t="-7" b="-7"/>
          <a:stretch/>
        </p:blipFill>
        <p:spPr>
          <a:xfrm>
            <a:off x="7899502" y="4453128"/>
            <a:ext cx="609905" cy="652882"/>
          </a:xfrm>
          <a:prstGeom prst="rect">
            <a:avLst/>
          </a:prstGeom>
        </p:spPr>
      </p:pic>
      <p:pic>
        <p:nvPicPr>
          <p:cNvPr id="28" name="Image 9" descr="preencoded.png"/>
          <p:cNvPicPr>
            <a:picLocks noChangeAspect="1"/>
          </p:cNvPicPr>
          <p:nvPr/>
        </p:nvPicPr>
        <p:blipFill>
          <a:blip r:embed="rId11"/>
          <a:srcRect l="-743" r="-743"/>
          <a:stretch/>
        </p:blipFill>
        <p:spPr>
          <a:xfrm>
            <a:off x="8052206" y="4604918"/>
            <a:ext cx="304495" cy="342900"/>
          </a:xfrm>
          <a:prstGeom prst="rect">
            <a:avLst/>
          </a:prstGeom>
        </p:spPr>
      </p:pic>
      <p:grpSp>
        <p:nvGrpSpPr>
          <p:cNvPr id="40" name="グループ化 39">
            <a:extLst>
              <a:ext uri="{FF2B5EF4-FFF2-40B4-BE49-F238E27FC236}">
                <a16:creationId xmlns:a16="http://schemas.microsoft.com/office/drawing/2014/main" id="{F62F2BB1-FC9A-9BF5-5863-AC5C7020B0F7}"/>
              </a:ext>
            </a:extLst>
          </p:cNvPr>
          <p:cNvGrpSpPr/>
          <p:nvPr/>
        </p:nvGrpSpPr>
        <p:grpSpPr>
          <a:xfrm>
            <a:off x="4603551" y="6322778"/>
            <a:ext cx="7350682" cy="405017"/>
            <a:chOff x="5861349" y="604238"/>
            <a:chExt cx="6035909" cy="405017"/>
          </a:xfrm>
        </p:grpSpPr>
        <p:sp>
          <p:nvSpPr>
            <p:cNvPr id="41" name="Shape 31">
              <a:extLst>
                <a:ext uri="{FF2B5EF4-FFF2-40B4-BE49-F238E27FC236}">
                  <a16:creationId xmlns:a16="http://schemas.microsoft.com/office/drawing/2014/main" id="{E330C5C1-44AB-B83C-FC54-E15E76393B08}"/>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2" name="Text 21">
              <a:extLst>
                <a:ext uri="{FF2B5EF4-FFF2-40B4-BE49-F238E27FC236}">
                  <a16:creationId xmlns:a16="http://schemas.microsoft.com/office/drawing/2014/main" id="{53E96C5C-B4CA-6382-053D-33B08C4E962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3" name="Image 2" descr="preencoded.png">
              <a:extLst>
                <a:ext uri="{FF2B5EF4-FFF2-40B4-BE49-F238E27FC236}">
                  <a16:creationId xmlns:a16="http://schemas.microsoft.com/office/drawing/2014/main" id="{08EBD2AE-13BF-C3DE-E2D6-955D3ED4FB0B}"/>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0"/>
            <a:ext cx="12191695" cy="1485900"/>
          </a:xfrm>
          <a:prstGeom prst="rect">
            <a:avLst/>
          </a:prstGeom>
          <a:solidFill>
            <a:srgbClr val="FFFFFF"/>
          </a:solidFill>
          <a:ln/>
        </p:spPr>
        <p:txBody>
          <a:bodyPr/>
          <a:lstStyle/>
          <a:p>
            <a:endParaRPr lang="ja-JP" altLang="en-US"/>
          </a:p>
        </p:txBody>
      </p:sp>
      <p:sp>
        <p:nvSpPr>
          <p:cNvPr id="5" name="Shape 3"/>
          <p:cNvSpPr/>
          <p:nvPr/>
        </p:nvSpPr>
        <p:spPr>
          <a:xfrm>
            <a:off x="0" y="1476756"/>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 name="Text 4"/>
          <p:cNvSpPr txBox="1"/>
          <p:nvPr/>
        </p:nvSpPr>
        <p:spPr>
          <a:xfrm>
            <a:off x="457200" y="228600"/>
            <a:ext cx="5600700"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PA45｜第4回</a:t>
            </a:r>
            <a:endParaRPr lang="en-US" sz="1500" dirty="0"/>
          </a:p>
        </p:txBody>
      </p:sp>
      <p:sp>
        <p:nvSpPr>
          <p:cNvPr id="7" name="Text 5"/>
          <p:cNvSpPr txBox="1"/>
          <p:nvPr/>
        </p:nvSpPr>
        <p:spPr>
          <a:xfrm>
            <a:off x="457200" y="533095"/>
            <a:ext cx="7781544"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今日やること</a:t>
            </a:r>
            <a:r>
              <a:rPr lang="en-US" sz="2700" b="1" dirty="0">
                <a:solidFill>
                  <a:srgbClr val="6B7280"/>
                </a:solidFill>
                <a:latin typeface="Noto Sans JP" pitchFamily="34" charset="0"/>
                <a:ea typeface="Noto Sans JP" pitchFamily="34" charset="-122"/>
                <a:cs typeface="Noto Sans JP" pitchFamily="34" charset="-120"/>
              </a:rPr>
              <a:t>（3つだけ）</a:t>
            </a:r>
            <a:endParaRPr lang="en-US" sz="4500" dirty="0"/>
          </a:p>
        </p:txBody>
      </p:sp>
      <p:sp>
        <p:nvSpPr>
          <p:cNvPr id="8" name="Shape 6"/>
          <p:cNvSpPr/>
          <p:nvPr/>
        </p:nvSpPr>
        <p:spPr>
          <a:xfrm>
            <a:off x="10858500" y="828446"/>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9" name="Text 7"/>
          <p:cNvSpPr txBox="1"/>
          <p:nvPr/>
        </p:nvSpPr>
        <p:spPr>
          <a:xfrm>
            <a:off x="11048695" y="752551"/>
            <a:ext cx="7717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Agenda</a:t>
            </a:r>
            <a:endParaRPr lang="en-US" sz="1500" dirty="0"/>
          </a:p>
        </p:txBody>
      </p:sp>
      <p:sp>
        <p:nvSpPr>
          <p:cNvPr id="13" name="Shape 9"/>
          <p:cNvSpPr/>
          <p:nvPr/>
        </p:nvSpPr>
        <p:spPr>
          <a:xfrm>
            <a:off x="0" y="1485900"/>
            <a:ext cx="12191695" cy="4914900"/>
          </a:xfrm>
          <a:prstGeom prst="rect">
            <a:avLst/>
          </a:prstGeom>
          <a:solidFill>
            <a:srgbClr val="F9FAFB"/>
          </a:solidFill>
          <a:ln w="12700">
            <a:solidFill>
              <a:srgbClr val="FFFFFF">
                <a:alpha val="0"/>
              </a:srgbClr>
            </a:solidFill>
            <a:prstDash val="solid"/>
          </a:ln>
        </p:spPr>
        <p:txBody>
          <a:bodyPr/>
          <a:lstStyle/>
          <a:p>
            <a:endParaRPr lang="ja-JP" altLang="en-US"/>
          </a:p>
        </p:txBody>
      </p:sp>
      <p:pic>
        <p:nvPicPr>
          <p:cNvPr id="14" name="Image 2" descr="preencoded.png"/>
          <p:cNvPicPr>
            <a:picLocks noChangeAspect="1"/>
          </p:cNvPicPr>
          <p:nvPr/>
        </p:nvPicPr>
        <p:blipFill>
          <a:blip r:embed="rId3"/>
          <a:srcRect t="-1" b="-1"/>
          <a:stretch/>
        </p:blipFill>
        <p:spPr>
          <a:xfrm>
            <a:off x="457200" y="2093976"/>
            <a:ext cx="3606394" cy="3697834"/>
          </a:xfrm>
          <a:prstGeom prst="rect">
            <a:avLst/>
          </a:prstGeom>
        </p:spPr>
      </p:pic>
      <p:sp>
        <p:nvSpPr>
          <p:cNvPr id="15" name="Shape 10"/>
          <p:cNvSpPr/>
          <p:nvPr/>
        </p:nvSpPr>
        <p:spPr>
          <a:xfrm>
            <a:off x="2835554"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6" name="Image 3" descr="preencoded.png"/>
          <p:cNvPicPr>
            <a:picLocks noChangeAspect="1"/>
          </p:cNvPicPr>
          <p:nvPr/>
        </p:nvPicPr>
        <p:blipFill>
          <a:blip r:embed="rId4">
            <a:alphaModFix amt="20000"/>
          </a:blip>
          <a:srcRect l="-9464" r="-9464"/>
          <a:stretch/>
        </p:blipFill>
        <p:spPr>
          <a:xfrm>
            <a:off x="2618842" y="2199132"/>
            <a:ext cx="1419149" cy="1591056"/>
          </a:xfrm>
          <a:prstGeom prst="rect">
            <a:avLst/>
          </a:prstGeom>
        </p:spPr>
      </p:pic>
      <p:pic>
        <p:nvPicPr>
          <p:cNvPr id="17" name="Image 4" descr="preencoded.png"/>
          <p:cNvPicPr>
            <a:picLocks noChangeAspect="1"/>
          </p:cNvPicPr>
          <p:nvPr/>
        </p:nvPicPr>
        <p:blipFill>
          <a:blip r:embed="rId5"/>
          <a:srcRect t="-3" b="-3"/>
          <a:stretch/>
        </p:blipFill>
        <p:spPr>
          <a:xfrm>
            <a:off x="4292194" y="2093976"/>
            <a:ext cx="3606394" cy="3697834"/>
          </a:xfrm>
          <a:prstGeom prst="rect">
            <a:avLst/>
          </a:prstGeom>
        </p:spPr>
      </p:pic>
      <p:sp>
        <p:nvSpPr>
          <p:cNvPr id="18" name="Shape 11"/>
          <p:cNvSpPr/>
          <p:nvPr/>
        </p:nvSpPr>
        <p:spPr>
          <a:xfrm>
            <a:off x="6670548"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9" name="Image 5" descr="preencoded.png"/>
          <p:cNvPicPr>
            <a:picLocks noChangeAspect="1"/>
          </p:cNvPicPr>
          <p:nvPr/>
        </p:nvPicPr>
        <p:blipFill>
          <a:blip r:embed="rId6">
            <a:alphaModFix amt="20000"/>
          </a:blip>
          <a:srcRect t="-3661" b="-3661"/>
          <a:stretch/>
        </p:blipFill>
        <p:spPr>
          <a:xfrm>
            <a:off x="6010351" y="2154326"/>
            <a:ext cx="1867205" cy="1781251"/>
          </a:xfrm>
          <a:prstGeom prst="rect">
            <a:avLst/>
          </a:prstGeom>
        </p:spPr>
      </p:pic>
      <p:pic>
        <p:nvPicPr>
          <p:cNvPr id="20" name="Image 6" descr="preencoded.png"/>
          <p:cNvPicPr>
            <a:picLocks noChangeAspect="1"/>
          </p:cNvPicPr>
          <p:nvPr/>
        </p:nvPicPr>
        <p:blipFill>
          <a:blip r:embed="rId3"/>
          <a:srcRect t="-1" b="-1"/>
          <a:stretch/>
        </p:blipFill>
        <p:spPr>
          <a:xfrm>
            <a:off x="8128102" y="2093976"/>
            <a:ext cx="3606394" cy="3697834"/>
          </a:xfrm>
          <a:prstGeom prst="rect">
            <a:avLst/>
          </a:prstGeom>
        </p:spPr>
      </p:pic>
      <p:sp>
        <p:nvSpPr>
          <p:cNvPr id="21" name="Shape 12"/>
          <p:cNvSpPr/>
          <p:nvPr/>
        </p:nvSpPr>
        <p:spPr>
          <a:xfrm>
            <a:off x="10505542"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22" name="Image 7" descr="preencoded.png"/>
          <p:cNvPicPr>
            <a:picLocks noChangeAspect="1"/>
          </p:cNvPicPr>
          <p:nvPr/>
        </p:nvPicPr>
        <p:blipFill>
          <a:blip r:embed="rId7">
            <a:alphaModFix amt="20000"/>
          </a:blip>
          <a:srcRect/>
          <a:stretch/>
        </p:blipFill>
        <p:spPr>
          <a:xfrm>
            <a:off x="10163556" y="2237537"/>
            <a:ext cx="1476756" cy="1476756"/>
          </a:xfrm>
          <a:prstGeom prst="rect">
            <a:avLst/>
          </a:prstGeom>
        </p:spPr>
      </p:pic>
      <p:pic>
        <p:nvPicPr>
          <p:cNvPr id="23" name="Image 8" descr="preencoded.png"/>
          <p:cNvPicPr>
            <a:picLocks noChangeAspect="1"/>
          </p:cNvPicPr>
          <p:nvPr/>
        </p:nvPicPr>
        <p:blipFill>
          <a:blip r:embed="rId8"/>
          <a:srcRect t="-401" b="-401"/>
          <a:stretch/>
        </p:blipFill>
        <p:spPr>
          <a:xfrm>
            <a:off x="0" y="6801307"/>
            <a:ext cx="12191695" cy="57607"/>
          </a:xfrm>
          <a:prstGeom prst="rect">
            <a:avLst/>
          </a:prstGeom>
        </p:spPr>
      </p:pic>
      <p:pic>
        <p:nvPicPr>
          <p:cNvPr id="24" name="Image 9" descr="preencoded.png"/>
          <p:cNvPicPr>
            <a:picLocks noChangeAspect="1"/>
          </p:cNvPicPr>
          <p:nvPr/>
        </p:nvPicPr>
        <p:blipFill>
          <a:blip r:embed="rId9"/>
          <a:srcRect/>
          <a:stretch/>
        </p:blipFill>
        <p:spPr>
          <a:xfrm>
            <a:off x="1955902" y="2380183"/>
            <a:ext cx="609905" cy="609905"/>
          </a:xfrm>
          <a:prstGeom prst="rect">
            <a:avLst/>
          </a:prstGeom>
        </p:spPr>
      </p:pic>
      <p:sp>
        <p:nvSpPr>
          <p:cNvPr id="25" name="Text 13"/>
          <p:cNvSpPr/>
          <p:nvPr/>
        </p:nvSpPr>
        <p:spPr>
          <a:xfrm>
            <a:off x="1927555"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1</a:t>
            </a:r>
            <a:endParaRPr lang="en-US" sz="2200" dirty="0"/>
          </a:p>
        </p:txBody>
      </p:sp>
      <p:sp>
        <p:nvSpPr>
          <p:cNvPr id="26" name="Text 14"/>
          <p:cNvSpPr txBox="1"/>
          <p:nvPr/>
        </p:nvSpPr>
        <p:spPr>
          <a:xfrm>
            <a:off x="1428293"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Apply to Eachとは何かを理解する</a:t>
            </a:r>
            <a:endParaRPr lang="en-US" sz="1400" dirty="0"/>
          </a:p>
        </p:txBody>
      </p:sp>
      <p:sp>
        <p:nvSpPr>
          <p:cNvPr id="27" name="Text 15"/>
          <p:cNvSpPr txBox="1"/>
          <p:nvPr/>
        </p:nvSpPr>
        <p:spPr>
          <a:xfrm>
            <a:off x="834034"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複数アイテムに同じ処理を繰り返す概念をイメージで掴みます。</a:t>
            </a:r>
            <a:endParaRPr lang="en-US" sz="1400" dirty="0"/>
          </a:p>
          <a:p>
            <a:pPr marL="0" indent="0" algn="ctr">
              <a:buNone/>
            </a:pPr>
            <a:endParaRPr lang="en-US" sz="1400" dirty="0"/>
          </a:p>
          <a:p>
            <a:pPr marL="0" indent="0" algn="ctr">
              <a:buNone/>
            </a:pPr>
            <a:endParaRPr lang="en-US" sz="1400" dirty="0"/>
          </a:p>
        </p:txBody>
      </p:sp>
      <p:pic>
        <p:nvPicPr>
          <p:cNvPr id="28" name="Image 10" descr="preencoded.png"/>
          <p:cNvPicPr>
            <a:picLocks noChangeAspect="1"/>
          </p:cNvPicPr>
          <p:nvPr/>
        </p:nvPicPr>
        <p:blipFill>
          <a:blip r:embed="rId10"/>
          <a:srcRect/>
          <a:stretch/>
        </p:blipFill>
        <p:spPr>
          <a:xfrm>
            <a:off x="1975104" y="3213202"/>
            <a:ext cx="571500" cy="571500"/>
          </a:xfrm>
          <a:prstGeom prst="rect">
            <a:avLst/>
          </a:prstGeom>
        </p:spPr>
      </p:pic>
      <p:pic>
        <p:nvPicPr>
          <p:cNvPr id="29" name="Image 11" descr="preencoded.png"/>
          <p:cNvPicPr>
            <a:picLocks noChangeAspect="1"/>
          </p:cNvPicPr>
          <p:nvPr/>
        </p:nvPicPr>
        <p:blipFill>
          <a:blip r:embed="rId9"/>
          <a:srcRect/>
          <a:stretch/>
        </p:blipFill>
        <p:spPr>
          <a:xfrm>
            <a:off x="5790895" y="2380183"/>
            <a:ext cx="609905" cy="609905"/>
          </a:xfrm>
          <a:prstGeom prst="rect">
            <a:avLst/>
          </a:prstGeom>
        </p:spPr>
      </p:pic>
      <p:sp>
        <p:nvSpPr>
          <p:cNvPr id="30" name="Text 16"/>
          <p:cNvSpPr/>
          <p:nvPr/>
        </p:nvSpPr>
        <p:spPr>
          <a:xfrm>
            <a:off x="5762549"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2</a:t>
            </a:r>
            <a:endParaRPr lang="en-US" sz="2200" dirty="0"/>
          </a:p>
        </p:txBody>
      </p:sp>
      <p:sp>
        <p:nvSpPr>
          <p:cNvPr id="31" name="Text 17"/>
          <p:cNvSpPr txBox="1"/>
          <p:nvPr/>
        </p:nvSpPr>
        <p:spPr>
          <a:xfrm>
            <a:off x="4663706"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Apply to Eachを追加する</a:t>
            </a:r>
            <a:endParaRPr lang="en-US" sz="1400" dirty="0"/>
          </a:p>
        </p:txBody>
      </p:sp>
      <p:sp>
        <p:nvSpPr>
          <p:cNvPr id="32" name="Text 18"/>
          <p:cNvSpPr txBox="1"/>
          <p:nvPr/>
        </p:nvSpPr>
        <p:spPr>
          <a:xfrm>
            <a:off x="4673600"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配列（Array）データを受け取り、ループ処理を設定してみます。</a:t>
            </a:r>
            <a:endParaRPr lang="en-US" sz="1400" dirty="0"/>
          </a:p>
          <a:p>
            <a:pPr marL="0" indent="0" algn="ctr">
              <a:buNone/>
            </a:pPr>
            <a:endParaRPr lang="en-US" sz="1400" dirty="0"/>
          </a:p>
          <a:p>
            <a:pPr marL="0" indent="0" algn="ctr">
              <a:buNone/>
            </a:pPr>
            <a:endParaRPr lang="en-US" sz="1400" dirty="0"/>
          </a:p>
        </p:txBody>
      </p:sp>
      <p:pic>
        <p:nvPicPr>
          <p:cNvPr id="33" name="Image 12" descr="preencoded.png"/>
          <p:cNvPicPr>
            <a:picLocks noChangeAspect="1"/>
          </p:cNvPicPr>
          <p:nvPr/>
        </p:nvPicPr>
        <p:blipFill>
          <a:blip r:embed="rId11"/>
          <a:srcRect/>
          <a:stretch/>
        </p:blipFill>
        <p:spPr>
          <a:xfrm>
            <a:off x="5810098" y="3213202"/>
            <a:ext cx="571500" cy="571500"/>
          </a:xfrm>
          <a:prstGeom prst="rect">
            <a:avLst/>
          </a:prstGeom>
        </p:spPr>
      </p:pic>
      <p:pic>
        <p:nvPicPr>
          <p:cNvPr id="34" name="Image 13" descr="preencoded.png"/>
          <p:cNvPicPr>
            <a:picLocks noChangeAspect="1"/>
          </p:cNvPicPr>
          <p:nvPr/>
        </p:nvPicPr>
        <p:blipFill>
          <a:blip r:embed="rId9"/>
          <a:srcRect/>
          <a:stretch/>
        </p:blipFill>
        <p:spPr>
          <a:xfrm>
            <a:off x="9626803" y="2380183"/>
            <a:ext cx="609905" cy="609905"/>
          </a:xfrm>
          <a:prstGeom prst="rect">
            <a:avLst/>
          </a:prstGeom>
        </p:spPr>
      </p:pic>
      <p:sp>
        <p:nvSpPr>
          <p:cNvPr id="35" name="Text 19"/>
          <p:cNvSpPr/>
          <p:nvPr/>
        </p:nvSpPr>
        <p:spPr>
          <a:xfrm>
            <a:off x="9597542"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3</a:t>
            </a:r>
            <a:endParaRPr lang="en-US" sz="2200" dirty="0"/>
          </a:p>
        </p:txBody>
      </p:sp>
      <p:sp>
        <p:nvSpPr>
          <p:cNvPr id="36" name="Text 20"/>
          <p:cNvSpPr txBox="1"/>
          <p:nvPr/>
        </p:nvSpPr>
        <p:spPr>
          <a:xfrm>
            <a:off x="9099194"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ループ内でアクションを実行する</a:t>
            </a:r>
            <a:endParaRPr lang="en-US" sz="1400" dirty="0"/>
          </a:p>
        </p:txBody>
      </p:sp>
      <p:sp>
        <p:nvSpPr>
          <p:cNvPr id="37" name="Text 21"/>
          <p:cNvSpPr txBox="1"/>
          <p:nvPr/>
        </p:nvSpPr>
        <p:spPr>
          <a:xfrm>
            <a:off x="8212590" y="4718304"/>
            <a:ext cx="3218324"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繰り返しの中でメール送信や通知など実際の処理を追加します。</a:t>
            </a:r>
            <a:endParaRPr lang="en-US" sz="1400" dirty="0"/>
          </a:p>
          <a:p>
            <a:pPr marL="0" indent="0" algn="ctr">
              <a:buNone/>
            </a:pPr>
            <a:endParaRPr lang="en-US" sz="1400" dirty="0"/>
          </a:p>
          <a:p>
            <a:pPr marL="0" indent="0" algn="ctr">
              <a:buNone/>
            </a:pPr>
            <a:endParaRPr lang="en-US" sz="1400" dirty="0"/>
          </a:p>
        </p:txBody>
      </p:sp>
      <p:pic>
        <p:nvPicPr>
          <p:cNvPr id="38" name="Image 14" descr="preencoded.png"/>
          <p:cNvPicPr>
            <a:picLocks noChangeAspect="1"/>
          </p:cNvPicPr>
          <p:nvPr/>
        </p:nvPicPr>
        <p:blipFill>
          <a:blip r:embed="rId12"/>
          <a:srcRect/>
          <a:stretch/>
        </p:blipFill>
        <p:spPr>
          <a:xfrm>
            <a:off x="9645091" y="3213202"/>
            <a:ext cx="571500" cy="571500"/>
          </a:xfrm>
          <a:prstGeom prst="rect">
            <a:avLst/>
          </a:prstGeom>
        </p:spPr>
      </p:pic>
      <p:sp>
        <p:nvSpPr>
          <p:cNvPr id="39" name="Shape 22"/>
          <p:cNvSpPr/>
          <p:nvPr/>
        </p:nvSpPr>
        <p:spPr>
          <a:xfrm>
            <a:off x="0" y="6400800"/>
            <a:ext cx="12191695" cy="457200"/>
          </a:xfrm>
          <a:prstGeom prst="rect">
            <a:avLst/>
          </a:prstGeom>
          <a:solidFill>
            <a:srgbClr val="FFFFFF"/>
          </a:solidFill>
          <a:ln/>
        </p:spPr>
        <p:txBody>
          <a:bodyPr/>
          <a:lstStyle/>
          <a:p>
            <a:endParaRPr lang="ja-JP" altLang="en-US"/>
          </a:p>
        </p:txBody>
      </p:sp>
      <p:sp>
        <p:nvSpPr>
          <p:cNvPr id="40" name="Shape 23"/>
          <p:cNvSpPr/>
          <p:nvPr/>
        </p:nvSpPr>
        <p:spPr>
          <a:xfrm>
            <a:off x="0" y="6400800"/>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41" name="Text 24"/>
          <p:cNvSpPr txBox="1"/>
          <p:nvPr/>
        </p:nvSpPr>
        <p:spPr>
          <a:xfrm>
            <a:off x="457200" y="6519672"/>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42" name="Text 25"/>
          <p:cNvSpPr txBox="1"/>
          <p:nvPr/>
        </p:nvSpPr>
        <p:spPr>
          <a:xfrm>
            <a:off x="10490911" y="651967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grpSp>
        <p:nvGrpSpPr>
          <p:cNvPr id="47" name="グループ化 46">
            <a:extLst>
              <a:ext uri="{FF2B5EF4-FFF2-40B4-BE49-F238E27FC236}">
                <a16:creationId xmlns:a16="http://schemas.microsoft.com/office/drawing/2014/main" id="{722FBEAE-8CB7-7493-F595-CD1F2E21BD05}"/>
              </a:ext>
            </a:extLst>
          </p:cNvPr>
          <p:cNvGrpSpPr/>
          <p:nvPr/>
        </p:nvGrpSpPr>
        <p:grpSpPr>
          <a:xfrm>
            <a:off x="4603551" y="6322778"/>
            <a:ext cx="7350682" cy="405017"/>
            <a:chOff x="5861349" y="604238"/>
            <a:chExt cx="6035909" cy="405017"/>
          </a:xfrm>
        </p:grpSpPr>
        <p:sp>
          <p:nvSpPr>
            <p:cNvPr id="48" name="Shape 31">
              <a:extLst>
                <a:ext uri="{FF2B5EF4-FFF2-40B4-BE49-F238E27FC236}">
                  <a16:creationId xmlns:a16="http://schemas.microsoft.com/office/drawing/2014/main" id="{DD44BB3C-F859-7A5E-7E34-CC1C35ECEA4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9" name="Text 21">
              <a:extLst>
                <a:ext uri="{FF2B5EF4-FFF2-40B4-BE49-F238E27FC236}">
                  <a16:creationId xmlns:a16="http://schemas.microsoft.com/office/drawing/2014/main" id="{A7F44BB1-1667-BB85-557B-D7C1AAD8A0FA}"/>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0" name="Image 2" descr="preencoded.png">
              <a:extLst>
                <a:ext uri="{FF2B5EF4-FFF2-40B4-BE49-F238E27FC236}">
                  <a16:creationId xmlns:a16="http://schemas.microsoft.com/office/drawing/2014/main" id="{003A3C3D-15E3-1F1A-D918-AB2472E8059D}"/>
                </a:ext>
              </a:extLst>
            </p:cNvPr>
            <p:cNvPicPr>
              <a:picLocks noChangeAspect="1"/>
            </p:cNvPicPr>
            <p:nvPr/>
          </p:nvPicPr>
          <p:blipFill>
            <a:blip r:embed="rId13"/>
            <a:srcRect/>
            <a:stretch/>
          </p:blipFill>
          <p:spPr>
            <a:xfrm>
              <a:off x="5861349" y="619679"/>
              <a:ext cx="263236" cy="389576"/>
            </a:xfrm>
            <a:prstGeom prst="rect">
              <a:avLst/>
            </a:prstGeom>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21606" y="24799"/>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6" name="Shape 4"/>
          <p:cNvSpPr/>
          <p:nvPr/>
        </p:nvSpPr>
        <p:spPr>
          <a:xfrm>
            <a:off x="8174242" y="1002854"/>
            <a:ext cx="4067251" cy="5829300"/>
          </a:xfrm>
          <a:prstGeom prst="rect">
            <a:avLst/>
          </a:prstGeom>
          <a:solidFill>
            <a:srgbClr val="EFF6FF">
              <a:alpha val="30000"/>
            </a:srgbClr>
          </a:solidFill>
          <a:ln w="12700">
            <a:solidFill>
              <a:srgbClr val="FFFFFF">
                <a:alpha val="0"/>
              </a:srgbClr>
            </a:solidFill>
            <a:prstDash val="solid"/>
          </a:ln>
        </p:spPr>
        <p:txBody>
          <a:bodyPr wrap="square"/>
          <a:lstStyle/>
          <a:p>
            <a:endParaRPr lang="ja-JP" altLang="en-US"/>
          </a:p>
        </p:txBody>
      </p:sp>
      <p:sp>
        <p:nvSpPr>
          <p:cNvPr id="8" name="Shape 6"/>
          <p:cNvSpPr/>
          <p:nvPr/>
        </p:nvSpPr>
        <p:spPr>
          <a:xfrm>
            <a:off x="7519904" y="1012241"/>
            <a:ext cx="9144" cy="5829300"/>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9" name="Text 7"/>
          <p:cNvSpPr txBox="1"/>
          <p:nvPr/>
        </p:nvSpPr>
        <p:spPr>
          <a:xfrm>
            <a:off x="793242" y="1196847"/>
            <a:ext cx="3705149" cy="3813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Apply to Eachの考え方</a:t>
            </a:r>
            <a:endParaRPr lang="en-US" sz="2400" dirty="0"/>
          </a:p>
        </p:txBody>
      </p:sp>
      <p:pic>
        <p:nvPicPr>
          <p:cNvPr id="10" name="Image 0" descr="preencoded.png"/>
          <p:cNvPicPr>
            <a:picLocks noChangeAspect="1"/>
          </p:cNvPicPr>
          <p:nvPr/>
        </p:nvPicPr>
        <p:blipFill>
          <a:blip r:embed="rId3"/>
          <a:srcRect/>
          <a:stretch/>
        </p:blipFill>
        <p:spPr>
          <a:xfrm>
            <a:off x="327045" y="1121429"/>
            <a:ext cx="340157" cy="453543"/>
          </a:xfrm>
          <a:prstGeom prst="rect">
            <a:avLst/>
          </a:prstGeom>
        </p:spPr>
      </p:pic>
      <p:sp>
        <p:nvSpPr>
          <p:cNvPr id="22" name="Shape 19"/>
          <p:cNvSpPr/>
          <p:nvPr/>
        </p:nvSpPr>
        <p:spPr>
          <a:xfrm>
            <a:off x="7539562" y="990752"/>
            <a:ext cx="4476902" cy="5829300"/>
          </a:xfrm>
          <a:prstGeom prst="rect">
            <a:avLst/>
          </a:prstGeom>
          <a:solidFill>
            <a:srgbClr val="EFF6FF">
              <a:alpha val="30000"/>
            </a:srgbClr>
          </a:solidFill>
          <a:ln w="12700">
            <a:solidFill>
              <a:srgbClr val="FFFFFF">
                <a:alpha val="0"/>
              </a:srgbClr>
            </a:solidFill>
            <a:prstDash val="solid"/>
          </a:ln>
        </p:spPr>
        <p:txBody>
          <a:bodyPr wrap="square"/>
          <a:lstStyle/>
          <a:p>
            <a:endParaRPr lang="ja-JP" altLang="en-US"/>
          </a:p>
        </p:txBody>
      </p:sp>
      <p:sp>
        <p:nvSpPr>
          <p:cNvPr id="23" name="Text 20"/>
          <p:cNvSpPr txBox="1"/>
          <p:nvPr/>
        </p:nvSpPr>
        <p:spPr>
          <a:xfrm>
            <a:off x="8395104" y="1314654"/>
            <a:ext cx="3715207" cy="483716"/>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よく使う場面（3選）</a:t>
            </a:r>
            <a:endParaRPr lang="en-US" sz="3200" dirty="0"/>
          </a:p>
        </p:txBody>
      </p:sp>
      <p:pic>
        <p:nvPicPr>
          <p:cNvPr id="24" name="Image 1" descr="preencoded.png"/>
          <p:cNvPicPr>
            <a:picLocks noChangeAspect="1"/>
          </p:cNvPicPr>
          <p:nvPr/>
        </p:nvPicPr>
        <p:blipFill>
          <a:blip r:embed="rId4"/>
          <a:srcRect/>
          <a:stretch/>
        </p:blipFill>
        <p:spPr>
          <a:xfrm>
            <a:off x="7812175" y="1373277"/>
            <a:ext cx="389534" cy="389534"/>
          </a:xfrm>
          <a:prstGeom prst="rect">
            <a:avLst/>
          </a:prstGeom>
        </p:spPr>
      </p:pic>
      <p:pic>
        <p:nvPicPr>
          <p:cNvPr id="25" name="Image 2" descr="preencoded.png"/>
          <p:cNvPicPr>
            <a:picLocks noChangeAspect="1"/>
          </p:cNvPicPr>
          <p:nvPr/>
        </p:nvPicPr>
        <p:blipFill>
          <a:blip r:embed="rId5"/>
          <a:srcRect l="-15" r="-15"/>
          <a:stretch/>
        </p:blipFill>
        <p:spPr>
          <a:xfrm>
            <a:off x="7689452" y="2131466"/>
            <a:ext cx="4012387" cy="1128370"/>
          </a:xfrm>
          <a:prstGeom prst="rect">
            <a:avLst/>
          </a:prstGeom>
        </p:spPr>
      </p:pic>
      <p:sp>
        <p:nvSpPr>
          <p:cNvPr id="26" name="Shape 21"/>
          <p:cNvSpPr/>
          <p:nvPr/>
        </p:nvSpPr>
        <p:spPr>
          <a:xfrm>
            <a:off x="7851301" y="2467051"/>
            <a:ext cx="457200" cy="457200"/>
          </a:xfrm>
          <a:prstGeom prst="ellipse">
            <a:avLst/>
          </a:prstGeom>
          <a:solidFill>
            <a:srgbClr val="DBEAFE"/>
          </a:solidFill>
          <a:ln w="12700">
            <a:solidFill>
              <a:srgbClr val="FFFFFF">
                <a:alpha val="0"/>
              </a:srgbClr>
            </a:solidFill>
            <a:prstDash val="solid"/>
          </a:ln>
        </p:spPr>
        <p:txBody>
          <a:bodyPr wrap="square"/>
          <a:lstStyle/>
          <a:p>
            <a:endParaRPr lang="ja-JP" altLang="en-US" sz="3200"/>
          </a:p>
        </p:txBody>
      </p:sp>
      <p:pic>
        <p:nvPicPr>
          <p:cNvPr id="27" name="Image 3" descr="preencoded.png"/>
          <p:cNvPicPr>
            <a:picLocks noChangeAspect="1"/>
          </p:cNvPicPr>
          <p:nvPr/>
        </p:nvPicPr>
        <p:blipFill>
          <a:blip r:embed="rId6"/>
          <a:srcRect l="-57" r="-57"/>
          <a:stretch/>
        </p:blipFill>
        <p:spPr>
          <a:xfrm>
            <a:off x="7980231" y="2581351"/>
            <a:ext cx="200254" cy="228600"/>
          </a:xfrm>
          <a:prstGeom prst="rect">
            <a:avLst/>
          </a:prstGeom>
        </p:spPr>
      </p:pic>
      <p:sp>
        <p:nvSpPr>
          <p:cNvPr id="28" name="Text 22"/>
          <p:cNvSpPr txBox="1"/>
          <p:nvPr/>
        </p:nvSpPr>
        <p:spPr>
          <a:xfrm>
            <a:off x="8408097" y="2090324"/>
            <a:ext cx="1636138" cy="193655"/>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メール一括送信</a:t>
            </a:r>
            <a:endParaRPr lang="en-US" sz="2000" dirty="0"/>
          </a:p>
        </p:txBody>
      </p:sp>
      <p:sp>
        <p:nvSpPr>
          <p:cNvPr id="29" name="Shape 23"/>
          <p:cNvSpPr/>
          <p:nvPr/>
        </p:nvSpPr>
        <p:spPr>
          <a:xfrm>
            <a:off x="11030670" y="2296972"/>
            <a:ext cx="514807" cy="228600"/>
          </a:xfrm>
          <a:prstGeom prst="roundRect">
            <a:avLst>
              <a:gd name="adj" fmla="val 400000"/>
            </a:avLst>
          </a:prstGeom>
          <a:solidFill>
            <a:srgbClr val="DBEAFE"/>
          </a:solidFill>
          <a:ln w="12700">
            <a:solidFill>
              <a:srgbClr val="FFFFFF">
                <a:alpha val="0"/>
              </a:srgbClr>
            </a:solidFill>
            <a:prstDash val="solid"/>
          </a:ln>
        </p:spPr>
        <p:txBody>
          <a:bodyPr wrap="square"/>
          <a:lstStyle/>
          <a:p>
            <a:endParaRPr lang="ja-JP" altLang="en-US" sz="3200"/>
          </a:p>
        </p:txBody>
      </p:sp>
      <p:sp>
        <p:nvSpPr>
          <p:cNvPr id="30" name="Text 24"/>
          <p:cNvSpPr/>
          <p:nvPr/>
        </p:nvSpPr>
        <p:spPr>
          <a:xfrm>
            <a:off x="10495911" y="2230892"/>
            <a:ext cx="1406412" cy="29468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2000" b="1" kern="0" spc="52" dirty="0">
                <a:solidFill>
                  <a:srgbClr val="1D4ED8"/>
                </a:solidFill>
                <a:latin typeface="Noto Sans JP" pitchFamily="34" charset="0"/>
                <a:ea typeface="Noto Sans JP" pitchFamily="34" charset="-122"/>
                <a:cs typeface="Noto Sans JP" pitchFamily="34" charset="-120"/>
              </a:rPr>
              <a:t>リスト活用</a:t>
            </a:r>
            <a:endParaRPr lang="en-US" sz="4000" dirty="0"/>
          </a:p>
        </p:txBody>
      </p:sp>
      <p:sp>
        <p:nvSpPr>
          <p:cNvPr id="31" name="Text 25"/>
          <p:cNvSpPr txBox="1"/>
          <p:nvPr/>
        </p:nvSpPr>
        <p:spPr>
          <a:xfrm>
            <a:off x="8408097" y="2473702"/>
            <a:ext cx="3314700"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Outlookの未読メール全件に</a:t>
            </a:r>
            <a:r>
              <a:rPr lang="en-US" sz="1600">
                <a:solidFill>
                  <a:srgbClr val="6B7280"/>
                </a:solidFill>
                <a:latin typeface="Noto Sans JP" pitchFamily="34" charset="0"/>
                <a:ea typeface="Noto Sans JP" pitchFamily="34" charset="-122"/>
                <a:cs typeface="Noto Sans JP" pitchFamily="34" charset="-120"/>
              </a:rPr>
              <a:t/>
            </a:r>
          </a:p>
          <a:p>
            <a:pPr marL="0" indent="0" algn="l">
              <a:buNone/>
            </a:pPr>
            <a:r>
              <a:rPr lang="en-US" sz="1600">
                <a:solidFill>
                  <a:srgbClr val="6B7280"/>
                </a:solidFill>
                <a:latin typeface="Noto Sans JP" pitchFamily="34" charset="0"/>
                <a:ea typeface="Noto Sans JP" pitchFamily="34" charset="-122"/>
                <a:cs typeface="Noto Sans JP" pitchFamily="34" charset="-120"/>
              </a:rPr>
              <a:t>同じ内容を</a:t>
            </a:r>
            <a:r>
              <a:rPr lang="en-US" sz="1600" dirty="0">
                <a:solidFill>
                  <a:srgbClr val="6B7280"/>
                </a:solidFill>
                <a:latin typeface="Noto Sans JP" pitchFamily="34" charset="0"/>
                <a:ea typeface="Noto Sans JP" pitchFamily="34" charset="-122"/>
                <a:cs typeface="Noto Sans JP" pitchFamily="34" charset="-120"/>
              </a:rPr>
              <a:t>一括で送れる</a:t>
            </a:r>
            <a:endParaRPr lang="en-US" dirty="0"/>
          </a:p>
        </p:txBody>
      </p:sp>
      <p:pic>
        <p:nvPicPr>
          <p:cNvPr id="32" name="Image 4" descr="preencoded.png"/>
          <p:cNvPicPr>
            <a:picLocks noChangeAspect="1"/>
          </p:cNvPicPr>
          <p:nvPr/>
        </p:nvPicPr>
        <p:blipFill>
          <a:blip r:embed="rId5"/>
          <a:srcRect l="-15" r="-15"/>
          <a:stretch/>
        </p:blipFill>
        <p:spPr>
          <a:xfrm>
            <a:off x="7728329" y="3535437"/>
            <a:ext cx="4012387" cy="1128370"/>
          </a:xfrm>
          <a:prstGeom prst="rect">
            <a:avLst/>
          </a:prstGeom>
        </p:spPr>
      </p:pic>
      <p:sp>
        <p:nvSpPr>
          <p:cNvPr id="33" name="Shape 26"/>
          <p:cNvSpPr/>
          <p:nvPr/>
        </p:nvSpPr>
        <p:spPr>
          <a:xfrm>
            <a:off x="7890178" y="3871936"/>
            <a:ext cx="457200" cy="457200"/>
          </a:xfrm>
          <a:prstGeom prst="ellipse">
            <a:avLst/>
          </a:prstGeom>
          <a:solidFill>
            <a:srgbClr val="D1FAE5"/>
          </a:solidFill>
          <a:ln w="12700">
            <a:solidFill>
              <a:srgbClr val="FFFFFF">
                <a:alpha val="0"/>
              </a:srgbClr>
            </a:solidFill>
            <a:prstDash val="solid"/>
          </a:ln>
        </p:spPr>
        <p:txBody>
          <a:bodyPr wrap="square"/>
          <a:lstStyle/>
          <a:p>
            <a:endParaRPr lang="ja-JP" altLang="en-US" sz="3200"/>
          </a:p>
        </p:txBody>
      </p:sp>
      <p:pic>
        <p:nvPicPr>
          <p:cNvPr id="34" name="Image 5" descr="preencoded.png"/>
          <p:cNvPicPr>
            <a:picLocks noChangeAspect="1"/>
          </p:cNvPicPr>
          <p:nvPr/>
        </p:nvPicPr>
        <p:blipFill>
          <a:blip r:embed="rId7"/>
          <a:srcRect l="-57" r="-57"/>
          <a:stretch/>
        </p:blipFill>
        <p:spPr>
          <a:xfrm>
            <a:off x="8019108" y="3986236"/>
            <a:ext cx="200254" cy="228600"/>
          </a:xfrm>
          <a:prstGeom prst="rect">
            <a:avLst/>
          </a:prstGeom>
        </p:spPr>
      </p:pic>
      <p:sp>
        <p:nvSpPr>
          <p:cNvPr id="35" name="Text 27"/>
          <p:cNvSpPr txBox="1"/>
          <p:nvPr/>
        </p:nvSpPr>
        <p:spPr>
          <a:xfrm>
            <a:off x="8476596" y="3646329"/>
            <a:ext cx="1783417" cy="295350"/>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承認依頼の一括通知</a:t>
            </a:r>
            <a:endParaRPr lang="en-US" sz="2000" dirty="0"/>
          </a:p>
        </p:txBody>
      </p:sp>
      <p:sp>
        <p:nvSpPr>
          <p:cNvPr id="36" name="Shape 28"/>
          <p:cNvSpPr/>
          <p:nvPr/>
        </p:nvSpPr>
        <p:spPr>
          <a:xfrm>
            <a:off x="11069547" y="3700943"/>
            <a:ext cx="514807" cy="228600"/>
          </a:xfrm>
          <a:prstGeom prst="roundRect">
            <a:avLst>
              <a:gd name="adj" fmla="val 400000"/>
            </a:avLst>
          </a:prstGeom>
          <a:solidFill>
            <a:srgbClr val="D1FAE5"/>
          </a:solidFill>
          <a:ln w="12700">
            <a:solidFill>
              <a:srgbClr val="FFFFFF">
                <a:alpha val="0"/>
              </a:srgbClr>
            </a:solidFill>
            <a:prstDash val="solid"/>
          </a:ln>
        </p:spPr>
        <p:txBody>
          <a:bodyPr wrap="square"/>
          <a:lstStyle/>
          <a:p>
            <a:endParaRPr lang="ja-JP" altLang="en-US" sz="3200"/>
          </a:p>
        </p:txBody>
      </p:sp>
      <p:sp>
        <p:nvSpPr>
          <p:cNvPr id="37" name="Text 29"/>
          <p:cNvSpPr/>
          <p:nvPr/>
        </p:nvSpPr>
        <p:spPr>
          <a:xfrm>
            <a:off x="10397060" y="3669625"/>
            <a:ext cx="1406412" cy="25146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2000" b="1" kern="0" spc="52" dirty="0">
                <a:solidFill>
                  <a:srgbClr val="047857"/>
                </a:solidFill>
                <a:latin typeface="Noto Sans JP" pitchFamily="34" charset="0"/>
                <a:ea typeface="Noto Sans JP" pitchFamily="34" charset="-122"/>
                <a:cs typeface="Noto Sans JP" pitchFamily="34" charset="-120"/>
              </a:rPr>
              <a:t>ループ活用</a:t>
            </a:r>
            <a:endParaRPr lang="en-US" sz="4000" dirty="0"/>
          </a:p>
        </p:txBody>
      </p:sp>
      <p:sp>
        <p:nvSpPr>
          <p:cNvPr id="38" name="Text 30"/>
          <p:cNvSpPr txBox="1"/>
          <p:nvPr/>
        </p:nvSpPr>
        <p:spPr>
          <a:xfrm>
            <a:off x="8612589" y="3952403"/>
            <a:ext cx="3490193"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複数の申請をループして</a:t>
            </a:r>
            <a:r>
              <a:rPr lang="en-US" sz="1600">
                <a:solidFill>
                  <a:srgbClr val="6B7280"/>
                </a:solidFill>
                <a:latin typeface="Noto Sans JP" pitchFamily="34" charset="0"/>
                <a:ea typeface="Noto Sans JP" pitchFamily="34" charset="-122"/>
                <a:cs typeface="Noto Sans JP" pitchFamily="34" charset="-120"/>
              </a:rPr>
              <a:t>それぞれに</a:t>
            </a:r>
          </a:p>
          <a:p>
            <a:pPr marL="0" indent="0" algn="l">
              <a:buNone/>
            </a:pPr>
            <a:r>
              <a:rPr lang="en-US" sz="1600">
                <a:solidFill>
                  <a:srgbClr val="6B7280"/>
                </a:solidFill>
                <a:latin typeface="Noto Sans JP" pitchFamily="34" charset="0"/>
                <a:ea typeface="Noto Sans JP" pitchFamily="34" charset="-122"/>
                <a:cs typeface="Noto Sans JP" pitchFamily="34" charset="-120"/>
              </a:rPr>
              <a:t>承認通知を</a:t>
            </a:r>
            <a:r>
              <a:rPr lang="en-US" sz="1600" dirty="0">
                <a:solidFill>
                  <a:srgbClr val="6B7280"/>
                </a:solidFill>
                <a:latin typeface="Noto Sans JP" pitchFamily="34" charset="0"/>
                <a:ea typeface="Noto Sans JP" pitchFamily="34" charset="-122"/>
                <a:cs typeface="Noto Sans JP" pitchFamily="34" charset="-120"/>
              </a:rPr>
              <a:t>送れる</a:t>
            </a:r>
            <a:endParaRPr lang="en-US" sz="1600" dirty="0"/>
          </a:p>
        </p:txBody>
      </p:sp>
      <p:pic>
        <p:nvPicPr>
          <p:cNvPr id="39" name="Image 6" descr="preencoded.png"/>
          <p:cNvPicPr>
            <a:picLocks noChangeAspect="1"/>
          </p:cNvPicPr>
          <p:nvPr/>
        </p:nvPicPr>
        <p:blipFill>
          <a:blip r:embed="rId5"/>
          <a:srcRect l="-15" r="-15"/>
          <a:stretch/>
        </p:blipFill>
        <p:spPr>
          <a:xfrm>
            <a:off x="7689452" y="5302342"/>
            <a:ext cx="4012387" cy="1394612"/>
          </a:xfrm>
          <a:prstGeom prst="rect">
            <a:avLst/>
          </a:prstGeom>
        </p:spPr>
      </p:pic>
      <p:sp>
        <p:nvSpPr>
          <p:cNvPr id="40" name="Shape 31"/>
          <p:cNvSpPr/>
          <p:nvPr/>
        </p:nvSpPr>
        <p:spPr>
          <a:xfrm>
            <a:off x="7792498" y="5580558"/>
            <a:ext cx="457200" cy="457200"/>
          </a:xfrm>
          <a:prstGeom prst="ellipse">
            <a:avLst/>
          </a:prstGeom>
          <a:solidFill>
            <a:srgbClr val="EDE9FE"/>
          </a:solidFill>
          <a:ln w="12700">
            <a:solidFill>
              <a:srgbClr val="FFFFFF">
                <a:alpha val="0"/>
              </a:srgbClr>
            </a:solidFill>
            <a:prstDash val="solid"/>
          </a:ln>
        </p:spPr>
        <p:txBody>
          <a:bodyPr wrap="square"/>
          <a:lstStyle/>
          <a:p>
            <a:endParaRPr lang="ja-JP" altLang="en-US" sz="3200"/>
          </a:p>
        </p:txBody>
      </p:sp>
      <p:pic>
        <p:nvPicPr>
          <p:cNvPr id="41" name="Image 7" descr="preencoded.png"/>
          <p:cNvPicPr>
            <a:picLocks noChangeAspect="1"/>
          </p:cNvPicPr>
          <p:nvPr/>
        </p:nvPicPr>
        <p:blipFill>
          <a:blip r:embed="rId8"/>
          <a:srcRect t="-45" b="-45"/>
          <a:stretch/>
        </p:blipFill>
        <p:spPr>
          <a:xfrm>
            <a:off x="7892168" y="5694858"/>
            <a:ext cx="256946" cy="228600"/>
          </a:xfrm>
          <a:prstGeom prst="rect">
            <a:avLst/>
          </a:prstGeom>
        </p:spPr>
      </p:pic>
      <p:sp>
        <p:nvSpPr>
          <p:cNvPr id="42" name="Text 32"/>
          <p:cNvSpPr txBox="1"/>
          <p:nvPr/>
        </p:nvSpPr>
        <p:spPr>
          <a:xfrm>
            <a:off x="8439452" y="5404355"/>
            <a:ext cx="1636138" cy="159106"/>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Excelリストの一括処理</a:t>
            </a:r>
            <a:endParaRPr lang="en-US" sz="2000" dirty="0"/>
          </a:p>
        </p:txBody>
      </p:sp>
      <p:sp>
        <p:nvSpPr>
          <p:cNvPr id="43" name="Shape 33"/>
          <p:cNvSpPr/>
          <p:nvPr/>
        </p:nvSpPr>
        <p:spPr>
          <a:xfrm>
            <a:off x="10590711" y="5211715"/>
            <a:ext cx="990295" cy="228600"/>
          </a:xfrm>
          <a:prstGeom prst="roundRect">
            <a:avLst>
              <a:gd name="adj" fmla="val 400000"/>
            </a:avLst>
          </a:prstGeom>
          <a:solidFill>
            <a:srgbClr val="EDE9FE"/>
          </a:solidFill>
          <a:ln w="12700">
            <a:solidFill>
              <a:srgbClr val="FFFFFF">
                <a:alpha val="0"/>
              </a:srgbClr>
            </a:solidFill>
            <a:prstDash val="solid"/>
          </a:ln>
        </p:spPr>
        <p:txBody>
          <a:bodyPr wrap="square"/>
          <a:lstStyle/>
          <a:p>
            <a:endParaRPr lang="ja-JP" altLang="en-US" sz="3200"/>
          </a:p>
        </p:txBody>
      </p:sp>
      <p:sp>
        <p:nvSpPr>
          <p:cNvPr id="44" name="Text 34"/>
          <p:cNvSpPr/>
          <p:nvPr/>
        </p:nvSpPr>
        <p:spPr>
          <a:xfrm>
            <a:off x="10270960" y="5206187"/>
            <a:ext cx="1406412" cy="25146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2000" b="1" kern="0" spc="52" dirty="0">
                <a:solidFill>
                  <a:srgbClr val="6D28D9"/>
                </a:solidFill>
                <a:latin typeface="Noto Sans JP" pitchFamily="34" charset="0"/>
                <a:ea typeface="Noto Sans JP" pitchFamily="34" charset="-122"/>
                <a:cs typeface="Noto Sans JP" pitchFamily="34" charset="-120"/>
              </a:rPr>
              <a:t>データ活用</a:t>
            </a:r>
            <a:endParaRPr lang="en-US" sz="4000" dirty="0"/>
          </a:p>
        </p:txBody>
      </p:sp>
      <p:sp>
        <p:nvSpPr>
          <p:cNvPr id="45" name="Text 35"/>
          <p:cNvSpPr txBox="1"/>
          <p:nvPr/>
        </p:nvSpPr>
        <p:spPr>
          <a:xfrm>
            <a:off x="8472794" y="5635784"/>
            <a:ext cx="3314700"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スプレッドシートの行ごとに処理を自動実行</a:t>
            </a:r>
            <a:endParaRPr lang="en-US" sz="1600" dirty="0"/>
          </a:p>
        </p:txBody>
      </p:sp>
      <p:sp>
        <p:nvSpPr>
          <p:cNvPr id="11" name="Shape 8"/>
          <p:cNvSpPr/>
          <p:nvPr/>
        </p:nvSpPr>
        <p:spPr>
          <a:xfrm>
            <a:off x="331596" y="4079488"/>
            <a:ext cx="4009644" cy="780898"/>
          </a:xfrm>
          <a:prstGeom prst="roundRect">
            <a:avLst>
              <a:gd name="adj" fmla="val 34272"/>
            </a:avLst>
          </a:prstGeom>
          <a:solidFill>
            <a:srgbClr val="EFF6FF"/>
          </a:solidFill>
          <a:ln/>
        </p:spPr>
        <p:txBody>
          <a:bodyPr wrap="square"/>
          <a:lstStyle/>
          <a:p>
            <a:endParaRPr lang="ja-JP" altLang="en-US" sz="2400"/>
          </a:p>
        </p:txBody>
      </p:sp>
      <p:sp>
        <p:nvSpPr>
          <p:cNvPr id="12" name="Shape 9"/>
          <p:cNvSpPr/>
          <p:nvPr/>
        </p:nvSpPr>
        <p:spPr>
          <a:xfrm>
            <a:off x="331596" y="4079488"/>
            <a:ext cx="38405" cy="780898"/>
          </a:xfrm>
          <a:prstGeom prst="roundRect">
            <a:avLst>
              <a:gd name="adj" fmla="val 696860"/>
            </a:avLst>
          </a:prstGeom>
          <a:solidFill>
            <a:srgbClr val="3B82F6"/>
          </a:solidFill>
          <a:ln w="12700">
            <a:solidFill>
              <a:srgbClr val="3B82F6">
                <a:alpha val="0"/>
              </a:srgbClr>
            </a:solidFill>
            <a:prstDash val="solid"/>
          </a:ln>
        </p:spPr>
        <p:txBody>
          <a:bodyPr wrap="square"/>
          <a:lstStyle/>
          <a:p>
            <a:endParaRPr lang="ja-JP" altLang="en-US" sz="2400"/>
          </a:p>
        </p:txBody>
      </p:sp>
      <p:sp>
        <p:nvSpPr>
          <p:cNvPr id="13" name="Text 10"/>
          <p:cNvSpPr txBox="1"/>
          <p:nvPr/>
        </p:nvSpPr>
        <p:spPr>
          <a:xfrm>
            <a:off x="855546" y="4232193"/>
            <a:ext cx="3788189" cy="222199"/>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複数アイテムを繰り返し処理する</a:t>
            </a:r>
            <a:endParaRPr lang="en-US" dirty="0"/>
          </a:p>
        </p:txBody>
      </p:sp>
      <p:sp>
        <p:nvSpPr>
          <p:cNvPr id="14" name="Text 11"/>
          <p:cNvSpPr txBox="1"/>
          <p:nvPr/>
        </p:nvSpPr>
        <p:spPr>
          <a:xfrm>
            <a:off x="864691" y="4561979"/>
            <a:ext cx="6171542" cy="3600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配列（Array）のアイテムを</a:t>
            </a:r>
            <a:r>
              <a:rPr lang="en-US" sz="1600">
                <a:solidFill>
                  <a:srgbClr val="4B5563"/>
                </a:solidFill>
                <a:latin typeface="Noto Sans JP" pitchFamily="34" charset="0"/>
                <a:ea typeface="Noto Sans JP" pitchFamily="34" charset="-122"/>
                <a:cs typeface="Noto Sans JP" pitchFamily="34" charset="-120"/>
              </a:rPr>
              <a:t>ひとつずつ取り出して、</a:t>
            </a:r>
          </a:p>
          <a:p>
            <a:pPr marL="0" indent="0" algn="l">
              <a:buNone/>
            </a:pPr>
            <a:r>
              <a:rPr lang="en-US" sz="1600">
                <a:solidFill>
                  <a:srgbClr val="4B5563"/>
                </a:solidFill>
                <a:latin typeface="Noto Sans JP" pitchFamily="34" charset="0"/>
                <a:ea typeface="Noto Sans JP" pitchFamily="34" charset="-122"/>
                <a:cs typeface="Noto Sans JP" pitchFamily="34" charset="-120"/>
              </a:rPr>
              <a:t>同じ処理を</a:t>
            </a:r>
            <a:r>
              <a:rPr lang="en-US" sz="1600" dirty="0">
                <a:solidFill>
                  <a:srgbClr val="4B5563"/>
                </a:solidFill>
                <a:latin typeface="Noto Sans JP" pitchFamily="34" charset="0"/>
                <a:ea typeface="Noto Sans JP" pitchFamily="34" charset="-122"/>
                <a:cs typeface="Noto Sans JP" pitchFamily="34" charset="-120"/>
              </a:rPr>
              <a:t>繰り返し実行します。</a:t>
            </a:r>
            <a:endParaRPr lang="en-US" sz="1600" dirty="0"/>
          </a:p>
        </p:txBody>
      </p:sp>
      <p:sp>
        <p:nvSpPr>
          <p:cNvPr id="15" name="Shape 12"/>
          <p:cNvSpPr/>
          <p:nvPr/>
        </p:nvSpPr>
        <p:spPr>
          <a:xfrm>
            <a:off x="331596" y="4951825"/>
            <a:ext cx="4009644" cy="780898"/>
          </a:xfrm>
          <a:prstGeom prst="roundRect">
            <a:avLst>
              <a:gd name="adj" fmla="val 34272"/>
            </a:avLst>
          </a:prstGeom>
          <a:solidFill>
            <a:srgbClr val="ECFDF5"/>
          </a:solidFill>
          <a:ln/>
        </p:spPr>
        <p:txBody>
          <a:bodyPr wrap="square"/>
          <a:lstStyle/>
          <a:p>
            <a:endParaRPr lang="ja-JP" altLang="en-US" sz="2400"/>
          </a:p>
        </p:txBody>
      </p:sp>
      <p:sp>
        <p:nvSpPr>
          <p:cNvPr id="16" name="Shape 13"/>
          <p:cNvSpPr/>
          <p:nvPr/>
        </p:nvSpPr>
        <p:spPr>
          <a:xfrm>
            <a:off x="331596" y="4951825"/>
            <a:ext cx="38405" cy="780898"/>
          </a:xfrm>
          <a:prstGeom prst="roundRect">
            <a:avLst>
              <a:gd name="adj" fmla="val 696860"/>
            </a:avLst>
          </a:prstGeom>
          <a:solidFill>
            <a:srgbClr val="10B981"/>
          </a:solidFill>
          <a:ln w="12700">
            <a:solidFill>
              <a:srgbClr val="10B981">
                <a:alpha val="0"/>
              </a:srgbClr>
            </a:solidFill>
            <a:prstDash val="solid"/>
          </a:ln>
        </p:spPr>
        <p:txBody>
          <a:bodyPr wrap="square"/>
          <a:lstStyle/>
          <a:p>
            <a:endParaRPr lang="ja-JP" altLang="en-US" sz="2400"/>
          </a:p>
        </p:txBody>
      </p:sp>
      <p:sp>
        <p:nvSpPr>
          <p:cNvPr id="17" name="Text 14"/>
          <p:cNvSpPr txBox="1"/>
          <p:nvPr/>
        </p:nvSpPr>
        <p:spPr>
          <a:xfrm>
            <a:off x="855547" y="5103616"/>
            <a:ext cx="3380664" cy="238658"/>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Current itemとは？</a:t>
            </a:r>
            <a:endParaRPr lang="en-US" dirty="0"/>
          </a:p>
        </p:txBody>
      </p:sp>
      <p:sp>
        <p:nvSpPr>
          <p:cNvPr id="18" name="Text 15"/>
          <p:cNvSpPr txBox="1"/>
          <p:nvPr/>
        </p:nvSpPr>
        <p:spPr>
          <a:xfrm>
            <a:off x="864690" y="5434590"/>
            <a:ext cx="5770105" cy="3600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ループ中に使える「今処理しているアイテム」です。各アイテムの内容を取り出せます！</a:t>
            </a:r>
            <a:endParaRPr lang="en-US" sz="1600" dirty="0"/>
          </a:p>
        </p:txBody>
      </p:sp>
      <p:sp>
        <p:nvSpPr>
          <p:cNvPr id="19" name="Shape 16"/>
          <p:cNvSpPr/>
          <p:nvPr/>
        </p:nvSpPr>
        <p:spPr>
          <a:xfrm>
            <a:off x="331596" y="5823249"/>
            <a:ext cx="38405" cy="780898"/>
          </a:xfrm>
          <a:prstGeom prst="roundRect">
            <a:avLst>
              <a:gd name="adj" fmla="val 696860"/>
            </a:avLst>
          </a:prstGeom>
          <a:solidFill>
            <a:srgbClr val="E5E7EB"/>
          </a:solidFill>
          <a:ln w="12700">
            <a:solidFill>
              <a:srgbClr val="E5E7EB">
                <a:alpha val="0"/>
              </a:srgbClr>
            </a:solidFill>
            <a:prstDash val="solid"/>
          </a:ln>
        </p:spPr>
        <p:txBody>
          <a:bodyPr wrap="square"/>
          <a:lstStyle/>
          <a:p>
            <a:endParaRPr lang="ja-JP" altLang="en-US" sz="2400"/>
          </a:p>
        </p:txBody>
      </p:sp>
      <p:pic>
        <p:nvPicPr>
          <p:cNvPr id="46" name="Image 8" descr="preencoded.png"/>
          <p:cNvPicPr>
            <a:picLocks noChangeAspect="1"/>
          </p:cNvPicPr>
          <p:nvPr/>
        </p:nvPicPr>
        <p:blipFill>
          <a:blip r:embed="rId9"/>
          <a:srcRect l="-1064" r="-1064"/>
          <a:stretch/>
        </p:blipFill>
        <p:spPr>
          <a:xfrm>
            <a:off x="521791" y="4282485"/>
            <a:ext cx="219456" cy="171907"/>
          </a:xfrm>
          <a:prstGeom prst="rect">
            <a:avLst/>
          </a:prstGeom>
        </p:spPr>
      </p:pic>
      <p:pic>
        <p:nvPicPr>
          <p:cNvPr id="47" name="Image 9" descr="preencoded.png"/>
          <p:cNvPicPr>
            <a:picLocks noChangeAspect="1"/>
          </p:cNvPicPr>
          <p:nvPr/>
        </p:nvPicPr>
        <p:blipFill>
          <a:blip r:embed="rId10"/>
          <a:srcRect l="-1064" r="-1064"/>
          <a:stretch/>
        </p:blipFill>
        <p:spPr>
          <a:xfrm>
            <a:off x="521791" y="5153908"/>
            <a:ext cx="219456" cy="171907"/>
          </a:xfrm>
          <a:prstGeom prst="rect">
            <a:avLst/>
          </a:prstGeom>
        </p:spPr>
      </p:pic>
      <p:pic>
        <p:nvPicPr>
          <p:cNvPr id="48" name="Image 10" descr="preencoded.png"/>
          <p:cNvPicPr>
            <a:picLocks noChangeAspect="1"/>
          </p:cNvPicPr>
          <p:nvPr/>
        </p:nvPicPr>
        <p:blipFill>
          <a:blip r:embed="rId11"/>
          <a:srcRect/>
          <a:stretch/>
        </p:blipFill>
        <p:spPr>
          <a:xfrm>
            <a:off x="521791" y="6025331"/>
            <a:ext cx="171907" cy="171907"/>
          </a:xfrm>
          <a:prstGeom prst="rect">
            <a:avLst/>
          </a:prstGeom>
        </p:spPr>
      </p:pic>
      <p:sp>
        <p:nvSpPr>
          <p:cNvPr id="49" name="Shape 36"/>
          <p:cNvSpPr/>
          <p:nvPr/>
        </p:nvSpPr>
        <p:spPr>
          <a:xfrm>
            <a:off x="8352884" y="2984808"/>
            <a:ext cx="174284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0" name="Text 37"/>
          <p:cNvSpPr txBox="1"/>
          <p:nvPr/>
        </p:nvSpPr>
        <p:spPr>
          <a:xfrm>
            <a:off x="8566731" y="2930413"/>
            <a:ext cx="2494942" cy="286162"/>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2000" dirty="0">
                <a:solidFill>
                  <a:srgbClr val="4B5563"/>
                </a:solidFill>
                <a:latin typeface="ui-monospace" pitchFamily="34" charset="0"/>
                <a:ea typeface="ui-monospace" pitchFamily="34" charset="-122"/>
                <a:cs typeface="ui-monospace" pitchFamily="34" charset="-120"/>
              </a:rPr>
              <a:t>item1@example.com</a:t>
            </a:r>
            <a:endParaRPr lang="en-US" sz="2000" dirty="0"/>
          </a:p>
        </p:txBody>
      </p:sp>
      <p:sp>
        <p:nvSpPr>
          <p:cNvPr id="51" name="Shape 38"/>
          <p:cNvSpPr/>
          <p:nvPr/>
        </p:nvSpPr>
        <p:spPr>
          <a:xfrm>
            <a:off x="8454990" y="4484637"/>
            <a:ext cx="105704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2" name="Text 39"/>
          <p:cNvSpPr txBox="1"/>
          <p:nvPr/>
        </p:nvSpPr>
        <p:spPr>
          <a:xfrm>
            <a:off x="8476596" y="4349876"/>
            <a:ext cx="1873780" cy="338730"/>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2400" dirty="0">
                <a:solidFill>
                  <a:srgbClr val="4B5563"/>
                </a:solidFill>
                <a:latin typeface="ui-monospace" pitchFamily="34" charset="0"/>
                <a:ea typeface="ui-monospace" pitchFamily="34" charset="-122"/>
                <a:cs typeface="ui-monospace" pitchFamily="34" charset="-120"/>
              </a:rPr>
              <a:t>item2@example.com</a:t>
            </a:r>
            <a:endParaRPr lang="en-US" sz="2400" dirty="0"/>
          </a:p>
        </p:txBody>
      </p:sp>
      <p:sp>
        <p:nvSpPr>
          <p:cNvPr id="53" name="Shape 40"/>
          <p:cNvSpPr/>
          <p:nvPr/>
        </p:nvSpPr>
        <p:spPr>
          <a:xfrm>
            <a:off x="8459601" y="6191705"/>
            <a:ext cx="113385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4" name="Text 41"/>
          <p:cNvSpPr txBox="1"/>
          <p:nvPr/>
        </p:nvSpPr>
        <p:spPr>
          <a:xfrm>
            <a:off x="8543060" y="6107103"/>
            <a:ext cx="1191463" cy="295351"/>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2400" dirty="0">
                <a:solidFill>
                  <a:srgbClr val="4B5563"/>
                </a:solidFill>
                <a:latin typeface="ui-monospace" pitchFamily="34" charset="0"/>
                <a:ea typeface="ui-monospace" pitchFamily="34" charset="-122"/>
                <a:cs typeface="ui-monospace" pitchFamily="34" charset="-120"/>
              </a:rPr>
              <a:t>item3@example.com</a:t>
            </a:r>
            <a:endParaRPr lang="en-US" sz="2400" dirty="0"/>
          </a:p>
        </p:txBody>
      </p:sp>
      <p:pic>
        <p:nvPicPr>
          <p:cNvPr id="55" name="Image 11" descr="preencoded.png"/>
          <p:cNvPicPr>
            <a:picLocks noChangeAspect="1"/>
          </p:cNvPicPr>
          <p:nvPr/>
        </p:nvPicPr>
        <p:blipFill>
          <a:blip r:embed="rId12"/>
          <a:srcRect l="-6" r="-6"/>
          <a:stretch/>
        </p:blipFill>
        <p:spPr>
          <a:xfrm>
            <a:off x="437847" y="2131466"/>
            <a:ext cx="4060543" cy="1693628"/>
          </a:xfrm>
          <a:prstGeom prst="rect">
            <a:avLst/>
          </a:prstGeom>
        </p:spPr>
      </p:pic>
      <p:sp>
        <p:nvSpPr>
          <p:cNvPr id="56" name="Shape 42"/>
          <p:cNvSpPr/>
          <p:nvPr/>
        </p:nvSpPr>
        <p:spPr>
          <a:xfrm>
            <a:off x="2413889" y="1901786"/>
            <a:ext cx="1417320" cy="114300"/>
          </a:xfrm>
          <a:prstGeom prst="roundRect">
            <a:avLst>
              <a:gd name="adj" fmla="val 533333"/>
            </a:avLst>
          </a:prstGeom>
          <a:solidFill>
            <a:srgbClr val="005A9E"/>
          </a:solidFill>
          <a:ln w="12700">
            <a:solidFill>
              <a:srgbClr val="FFFFFF">
                <a:alpha val="0"/>
              </a:srgbClr>
            </a:solidFill>
            <a:prstDash val="solid"/>
          </a:ln>
        </p:spPr>
        <p:txBody>
          <a:bodyPr wrap="square"/>
          <a:lstStyle/>
          <a:p>
            <a:endParaRPr lang="ja-JP" altLang="en-US"/>
          </a:p>
        </p:txBody>
      </p:sp>
      <p:pic>
        <p:nvPicPr>
          <p:cNvPr id="57" name="Image 12" descr="preencoded.png"/>
          <p:cNvPicPr>
            <a:picLocks noChangeAspect="1"/>
          </p:cNvPicPr>
          <p:nvPr/>
        </p:nvPicPr>
        <p:blipFill>
          <a:blip r:embed="rId13"/>
          <a:srcRect l="-272" r="-272"/>
          <a:stretch/>
        </p:blipFill>
        <p:spPr>
          <a:xfrm>
            <a:off x="341811" y="1694612"/>
            <a:ext cx="4330286" cy="495775"/>
          </a:xfrm>
          <a:prstGeom prst="rect">
            <a:avLst/>
          </a:prstGeom>
        </p:spPr>
      </p:pic>
      <p:sp>
        <p:nvSpPr>
          <p:cNvPr id="58" name="Text 43"/>
          <p:cNvSpPr txBox="1"/>
          <p:nvPr/>
        </p:nvSpPr>
        <p:spPr>
          <a:xfrm>
            <a:off x="457200" y="1815084"/>
            <a:ext cx="2685593" cy="323850"/>
          </a:xfrm>
          <a:prstGeom prst="rect">
            <a:avLst/>
          </a:prstGeom>
          <a:noFill/>
          <a:ln/>
        </p:spPr>
        <p:txBody>
          <a:bodyPr wrap="square" lIns="0" tIns="0" rIns="0" bIns="0" rtlCol="0" anchor="t"/>
          <a:lstStyle/>
          <a:p>
            <a:pPr marL="0" indent="0" algn="l">
              <a:buNone/>
            </a:pPr>
            <a:r>
              <a:rPr lang="en-US" sz="2000" b="1" dirty="0">
                <a:solidFill>
                  <a:srgbClr val="FFFFFF"/>
                </a:solidFill>
                <a:latin typeface="Noto Sans JP" pitchFamily="34" charset="0"/>
                <a:ea typeface="Noto Sans JP" pitchFamily="34" charset="-122"/>
                <a:cs typeface="Noto Sans JP" pitchFamily="34" charset="-120"/>
              </a:rPr>
              <a:t>Apply to Each（繰り返し処理）</a:t>
            </a:r>
            <a:endParaRPr lang="en-US" sz="2000" dirty="0"/>
          </a:p>
        </p:txBody>
      </p:sp>
      <p:sp>
        <p:nvSpPr>
          <p:cNvPr id="59" name="Text 44"/>
          <p:cNvSpPr txBox="1"/>
          <p:nvPr/>
        </p:nvSpPr>
        <p:spPr>
          <a:xfrm>
            <a:off x="1078078" y="2312518"/>
            <a:ext cx="2304288" cy="152705"/>
          </a:xfrm>
          <a:prstGeom prst="rect">
            <a:avLst/>
          </a:prstGeom>
          <a:noFill/>
          <a:ln/>
        </p:spPr>
        <p:txBody>
          <a:bodyPr wrap="square" lIns="0" tIns="0" rIns="0" bIns="0" rtlCol="0" anchor="ctr"/>
          <a:lstStyle/>
          <a:p>
            <a:pPr marL="0" indent="0" algn="ctr">
              <a:buNone/>
            </a:pPr>
            <a:r>
              <a:rPr lang="en-US" sz="2400" b="1" dirty="0">
                <a:solidFill>
                  <a:srgbClr val="6B7280"/>
                </a:solidFill>
                <a:latin typeface="Noto Sans JP" pitchFamily="34" charset="0"/>
                <a:ea typeface="Noto Sans JP" pitchFamily="34" charset="-122"/>
                <a:cs typeface="Noto Sans JP" pitchFamily="34" charset="-120"/>
              </a:rPr>
              <a:t>配列データをループ</a:t>
            </a:r>
            <a:endParaRPr lang="en-US" sz="2400" dirty="0"/>
          </a:p>
        </p:txBody>
      </p:sp>
      <p:grpSp>
        <p:nvGrpSpPr>
          <p:cNvPr id="95" name="グループ化 94">
            <a:extLst>
              <a:ext uri="{FF2B5EF4-FFF2-40B4-BE49-F238E27FC236}">
                <a16:creationId xmlns:a16="http://schemas.microsoft.com/office/drawing/2014/main" id="{AC9D6A09-CDC7-7A9A-2157-83B23DB879BC}"/>
              </a:ext>
            </a:extLst>
          </p:cNvPr>
          <p:cNvGrpSpPr/>
          <p:nvPr/>
        </p:nvGrpSpPr>
        <p:grpSpPr>
          <a:xfrm>
            <a:off x="688973" y="2593140"/>
            <a:ext cx="3547239" cy="1000353"/>
            <a:chOff x="1152505" y="2502713"/>
            <a:chExt cx="2489210" cy="819302"/>
          </a:xfrm>
        </p:grpSpPr>
        <p:pic>
          <p:nvPicPr>
            <p:cNvPr id="60" name="Image 13" descr="preencoded.png"/>
            <p:cNvPicPr>
              <a:picLocks noChangeAspect="1"/>
            </p:cNvPicPr>
            <p:nvPr/>
          </p:nvPicPr>
          <p:blipFill>
            <a:blip r:embed="rId14"/>
            <a:srcRect t="-38" b="-38"/>
            <a:stretch/>
          </p:blipFill>
          <p:spPr>
            <a:xfrm>
              <a:off x="1163117" y="2502713"/>
              <a:ext cx="2133295" cy="247802"/>
            </a:xfrm>
            <a:prstGeom prst="rect">
              <a:avLst/>
            </a:prstGeom>
          </p:spPr>
        </p:pic>
        <p:sp>
          <p:nvSpPr>
            <p:cNvPr id="61" name="Text 45"/>
            <p:cNvSpPr txBox="1"/>
            <p:nvPr/>
          </p:nvSpPr>
          <p:spPr>
            <a:xfrm>
              <a:off x="1210666" y="2550262"/>
              <a:ext cx="1116628" cy="152705"/>
            </a:xfrm>
            <a:prstGeom prst="rect">
              <a:avLst/>
            </a:prstGeom>
            <a:noFill/>
            <a:ln/>
          </p:spPr>
          <p:txBody>
            <a:bodyPr wrap="square" lIns="0" tIns="0" rIns="0" bIns="0" rtlCol="0" anchor="ctr"/>
            <a:lstStyle/>
            <a:p>
              <a:pPr marL="0" indent="0" algn="ctr">
                <a:buNone/>
              </a:pPr>
              <a:r>
                <a:rPr lang="en-US" sz="2000" dirty="0">
                  <a:solidFill>
                    <a:srgbClr val="1E40AF"/>
                  </a:solidFill>
                  <a:latin typeface="ui-monospace" pitchFamily="34" charset="0"/>
                  <a:ea typeface="ui-monospace" pitchFamily="34" charset="-122"/>
                  <a:cs typeface="ui-monospace" pitchFamily="34" charset="-120"/>
                </a:rPr>
                <a:t>Array（配列）</a:t>
              </a:r>
              <a:endParaRPr lang="en-US" sz="2000" dirty="0"/>
            </a:p>
          </p:txBody>
        </p:sp>
        <p:sp>
          <p:nvSpPr>
            <p:cNvPr id="62" name="Text 46"/>
            <p:cNvSpPr txBox="1"/>
            <p:nvPr/>
          </p:nvSpPr>
          <p:spPr>
            <a:xfrm>
              <a:off x="2327294" y="2577898"/>
              <a:ext cx="1314421" cy="94876"/>
            </a:xfrm>
            <a:prstGeom prst="rect">
              <a:avLst/>
            </a:prstGeom>
            <a:noFill/>
            <a:ln/>
          </p:spPr>
          <p:txBody>
            <a:bodyPr wrap="square" lIns="0" tIns="0" rIns="0" bIns="0" rtlCol="0" anchor="ctr"/>
            <a:lstStyle/>
            <a:p>
              <a:pPr marL="0" indent="0" algn="ctr">
                <a:buNone/>
              </a:pPr>
              <a:r>
                <a:rPr lang="en-US" sz="2000" b="1" dirty="0">
                  <a:solidFill>
                    <a:srgbClr val="1E40AF"/>
                  </a:solidFill>
                  <a:latin typeface="ui-monospace" pitchFamily="34" charset="0"/>
                  <a:ea typeface="ui-monospace" pitchFamily="34" charset="-122"/>
                  <a:cs typeface="ui-monospace" pitchFamily="34" charset="-120"/>
                </a:rPr>
                <a:t>emailList</a:t>
              </a:r>
              <a:endParaRPr lang="en-US" sz="2000" dirty="0"/>
            </a:p>
          </p:txBody>
        </p:sp>
        <p:pic>
          <p:nvPicPr>
            <p:cNvPr id="63" name="Image 14" descr="preencoded.png"/>
            <p:cNvPicPr>
              <a:picLocks noChangeAspect="1"/>
            </p:cNvPicPr>
            <p:nvPr/>
          </p:nvPicPr>
          <p:blipFill>
            <a:blip r:embed="rId15"/>
            <a:srcRect t="-38" b="-38"/>
            <a:stretch/>
          </p:blipFill>
          <p:spPr>
            <a:xfrm>
              <a:off x="1163117" y="2788006"/>
              <a:ext cx="2133295" cy="247802"/>
            </a:xfrm>
            <a:prstGeom prst="rect">
              <a:avLst/>
            </a:prstGeom>
          </p:spPr>
        </p:pic>
        <p:sp>
          <p:nvSpPr>
            <p:cNvPr id="64" name="Text 47"/>
            <p:cNvSpPr txBox="1"/>
            <p:nvPr/>
          </p:nvSpPr>
          <p:spPr>
            <a:xfrm>
              <a:off x="1210666" y="2836469"/>
              <a:ext cx="1074167" cy="181618"/>
            </a:xfrm>
            <a:prstGeom prst="rect">
              <a:avLst/>
            </a:prstGeom>
            <a:noFill/>
            <a:ln/>
          </p:spPr>
          <p:txBody>
            <a:bodyPr wrap="square" lIns="0" tIns="0" rIns="0" bIns="0" rtlCol="0" anchor="ctr"/>
            <a:lstStyle/>
            <a:p>
              <a:pPr marL="0" indent="0" algn="ctr">
                <a:buNone/>
              </a:pPr>
              <a:r>
                <a:rPr lang="en-US" sz="2000" dirty="0">
                  <a:solidFill>
                    <a:srgbClr val="065F46"/>
                  </a:solidFill>
                  <a:latin typeface="ui-monospace" pitchFamily="34" charset="0"/>
                  <a:ea typeface="ui-monospace" pitchFamily="34" charset="-122"/>
                  <a:cs typeface="ui-monospace" pitchFamily="34" charset="-120"/>
                </a:rPr>
                <a:t>Current item</a:t>
              </a:r>
              <a:endParaRPr lang="en-US" sz="2000" dirty="0"/>
            </a:p>
          </p:txBody>
        </p:sp>
        <p:sp>
          <p:nvSpPr>
            <p:cNvPr id="65" name="Text 48"/>
            <p:cNvSpPr txBox="1"/>
            <p:nvPr/>
          </p:nvSpPr>
          <p:spPr>
            <a:xfrm>
              <a:off x="2347638" y="2853156"/>
              <a:ext cx="1007323" cy="178161"/>
            </a:xfrm>
            <a:prstGeom prst="rect">
              <a:avLst/>
            </a:prstGeom>
            <a:noFill/>
            <a:ln/>
          </p:spPr>
          <p:txBody>
            <a:bodyPr wrap="square" lIns="0" tIns="0" rIns="0" bIns="0" rtlCol="0" anchor="ctr"/>
            <a:lstStyle/>
            <a:p>
              <a:pPr marL="0" indent="0" algn="ctr">
                <a:buNone/>
              </a:pPr>
              <a:r>
                <a:rPr lang="en-US" sz="2000" b="1" dirty="0">
                  <a:solidFill>
                    <a:srgbClr val="065F46"/>
                  </a:solidFill>
                  <a:latin typeface="ui-monospace" pitchFamily="34" charset="0"/>
                  <a:ea typeface="ui-monospace" pitchFamily="34" charset="-122"/>
                  <a:cs typeface="ui-monospace" pitchFamily="34" charset="-120"/>
                </a:rPr>
                <a:t>（各アイテム）</a:t>
              </a:r>
              <a:endParaRPr lang="en-US" sz="2000" dirty="0"/>
            </a:p>
          </p:txBody>
        </p:sp>
        <p:pic>
          <p:nvPicPr>
            <p:cNvPr id="66" name="Image 15" descr="preencoded.png"/>
            <p:cNvPicPr>
              <a:picLocks noChangeAspect="1"/>
            </p:cNvPicPr>
            <p:nvPr/>
          </p:nvPicPr>
          <p:blipFill>
            <a:blip r:embed="rId16"/>
            <a:srcRect t="-38" b="-38"/>
            <a:stretch/>
          </p:blipFill>
          <p:spPr>
            <a:xfrm>
              <a:off x="1163117" y="3074213"/>
              <a:ext cx="2133295" cy="247802"/>
            </a:xfrm>
            <a:prstGeom prst="rect">
              <a:avLst/>
            </a:prstGeom>
          </p:spPr>
        </p:pic>
        <p:sp>
          <p:nvSpPr>
            <p:cNvPr id="67" name="Text 49"/>
            <p:cNvSpPr txBox="1"/>
            <p:nvPr/>
          </p:nvSpPr>
          <p:spPr>
            <a:xfrm>
              <a:off x="1152505" y="3080961"/>
              <a:ext cx="1307254" cy="223470"/>
            </a:xfrm>
            <a:prstGeom prst="rect">
              <a:avLst/>
            </a:prstGeom>
            <a:noFill/>
            <a:ln/>
          </p:spPr>
          <p:txBody>
            <a:bodyPr wrap="square" lIns="0" tIns="0" rIns="0" bIns="0" rtlCol="0" anchor="ctr"/>
            <a:lstStyle/>
            <a:p>
              <a:pPr marL="0" indent="0" algn="ctr">
                <a:buNone/>
              </a:pPr>
              <a:r>
                <a:rPr lang="en-US" sz="2000" dirty="0">
                  <a:solidFill>
                    <a:srgbClr val="5B21B6"/>
                  </a:solidFill>
                  <a:latin typeface="ui-monospace" pitchFamily="34" charset="0"/>
                  <a:ea typeface="ui-monospace" pitchFamily="34" charset="-122"/>
                  <a:cs typeface="ui-monospace" pitchFamily="34" charset="-120"/>
                </a:rPr>
                <a:t>処理内容</a:t>
              </a:r>
              <a:endParaRPr lang="en-US" sz="2000" dirty="0"/>
            </a:p>
          </p:txBody>
        </p:sp>
        <p:sp>
          <p:nvSpPr>
            <p:cNvPr id="68" name="Text 50"/>
            <p:cNvSpPr txBox="1"/>
            <p:nvPr/>
          </p:nvSpPr>
          <p:spPr>
            <a:xfrm>
              <a:off x="2536083" y="3116068"/>
              <a:ext cx="715523" cy="158399"/>
            </a:xfrm>
            <a:prstGeom prst="rect">
              <a:avLst/>
            </a:prstGeom>
            <a:noFill/>
            <a:ln/>
          </p:spPr>
          <p:txBody>
            <a:bodyPr wrap="square" lIns="0" tIns="0" rIns="0" bIns="0" rtlCol="0" anchor="ctr"/>
            <a:lstStyle/>
            <a:p>
              <a:pPr marL="0" indent="0" algn="ctr">
                <a:buNone/>
              </a:pPr>
              <a:r>
                <a:rPr lang="en-US" sz="2000" b="1" dirty="0">
                  <a:solidFill>
                    <a:srgbClr val="5B21B6"/>
                  </a:solidFill>
                  <a:latin typeface="ui-monospace" pitchFamily="34" charset="0"/>
                  <a:ea typeface="ui-monospace" pitchFamily="34" charset="-122"/>
                  <a:cs typeface="ui-monospace" pitchFamily="34" charset="-120"/>
                </a:rPr>
                <a:t>（各行）</a:t>
              </a:r>
              <a:endParaRPr lang="en-US" sz="2000" dirty="0"/>
            </a:p>
          </p:txBody>
        </p:sp>
      </p:grpSp>
      <p:pic>
        <p:nvPicPr>
          <p:cNvPr id="69" name="Image 16" descr="preencoded.png"/>
          <p:cNvPicPr>
            <a:picLocks noChangeAspect="1"/>
          </p:cNvPicPr>
          <p:nvPr/>
        </p:nvPicPr>
        <p:blipFill>
          <a:blip r:embed="rId17"/>
          <a:srcRect t="-530" b="-530"/>
          <a:stretch/>
        </p:blipFill>
        <p:spPr>
          <a:xfrm>
            <a:off x="4687523" y="2639460"/>
            <a:ext cx="247802" cy="286207"/>
          </a:xfrm>
          <a:prstGeom prst="rect">
            <a:avLst/>
          </a:prstGeom>
        </p:spPr>
      </p:pic>
      <p:sp>
        <p:nvSpPr>
          <p:cNvPr id="70" name="Shape 51"/>
          <p:cNvSpPr/>
          <p:nvPr/>
        </p:nvSpPr>
        <p:spPr>
          <a:xfrm>
            <a:off x="391607" y="5809158"/>
            <a:ext cx="4716733" cy="834012"/>
          </a:xfrm>
          <a:prstGeom prst="roundRect">
            <a:avLst>
              <a:gd name="adj" fmla="val 19731"/>
            </a:avLst>
          </a:prstGeom>
          <a:solidFill>
            <a:srgbClr val="F3F4F6"/>
          </a:solidFill>
          <a:ln w="12700">
            <a:solidFill>
              <a:srgbClr val="E5E7EB"/>
            </a:solidFill>
            <a:prstDash val="solid"/>
          </a:ln>
        </p:spPr>
        <p:txBody>
          <a:bodyPr wrap="square"/>
          <a:lstStyle/>
          <a:p>
            <a:endParaRPr lang="ja-JP" altLang="en-US"/>
          </a:p>
        </p:txBody>
      </p:sp>
      <p:sp>
        <p:nvSpPr>
          <p:cNvPr id="73" name="Shape 54"/>
          <p:cNvSpPr/>
          <p:nvPr/>
        </p:nvSpPr>
        <p:spPr>
          <a:xfrm>
            <a:off x="0" y="0"/>
            <a:ext cx="12191695" cy="1028700"/>
          </a:xfrm>
          <a:prstGeom prst="rect">
            <a:avLst/>
          </a:prstGeom>
          <a:solidFill>
            <a:srgbClr val="FFFFFF"/>
          </a:solidFill>
          <a:ln/>
        </p:spPr>
        <p:txBody>
          <a:bodyPr wrap="square"/>
          <a:lstStyle/>
          <a:p>
            <a:endParaRPr lang="ja-JP" altLang="en-US"/>
          </a:p>
        </p:txBody>
      </p:sp>
      <p:sp>
        <p:nvSpPr>
          <p:cNvPr id="74" name="Shape 55"/>
          <p:cNvSpPr/>
          <p:nvPr/>
        </p:nvSpPr>
        <p:spPr>
          <a:xfrm>
            <a:off x="0" y="1019556"/>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75" name="Text 56"/>
          <p:cNvSpPr txBox="1"/>
          <p:nvPr/>
        </p:nvSpPr>
        <p:spPr>
          <a:xfrm>
            <a:off x="457200" y="105156"/>
            <a:ext cx="4849063" cy="191110"/>
          </a:xfrm>
          <a:prstGeom prst="rect">
            <a:avLst/>
          </a:prstGeom>
          <a:noFill/>
          <a:ln/>
        </p:spPr>
        <p:txBody>
          <a:bodyPr wrap="square" lIns="0" tIns="0" rIns="0" bIns="0" rtlCol="0" anchor="ct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PA45｜第4回</a:t>
            </a:r>
            <a:endParaRPr lang="en-US" sz="1000" dirty="0"/>
          </a:p>
        </p:txBody>
      </p:sp>
      <p:sp>
        <p:nvSpPr>
          <p:cNvPr id="76" name="Text 57"/>
          <p:cNvSpPr txBox="1"/>
          <p:nvPr/>
        </p:nvSpPr>
        <p:spPr>
          <a:xfrm>
            <a:off x="457200" y="333756"/>
            <a:ext cx="11040256" cy="571500"/>
          </a:xfrm>
          <a:prstGeom prst="rect">
            <a:avLst/>
          </a:prstGeom>
          <a:noFill/>
          <a:ln/>
        </p:spPr>
        <p:txBody>
          <a:bodyPr wrap="square" lIns="0" tIns="0" rIns="0" bIns="0" rtlCol="0" anchor="ctr"/>
          <a:lstStyle/>
          <a:p>
            <a:pPr marL="0" indent="0" algn="l">
              <a:buNone/>
            </a:pPr>
            <a:r>
              <a:rPr lang="en-US" sz="4400" b="1">
                <a:solidFill>
                  <a:srgbClr val="1F2937"/>
                </a:solidFill>
                <a:latin typeface="Noto Sans JP" pitchFamily="34" charset="0"/>
                <a:ea typeface="Noto Sans JP" pitchFamily="34" charset="-122"/>
                <a:cs typeface="Noto Sans JP" pitchFamily="34" charset="-120"/>
              </a:rPr>
              <a:t>Apply to Eachとは？  概念とよく使う場面</a:t>
            </a:r>
            <a:endParaRPr lang="en-US" sz="4400" dirty="0"/>
          </a:p>
        </p:txBody>
      </p:sp>
      <p:sp>
        <p:nvSpPr>
          <p:cNvPr id="77" name="Shape 58"/>
          <p:cNvSpPr/>
          <p:nvPr/>
        </p:nvSpPr>
        <p:spPr>
          <a:xfrm>
            <a:off x="10744200" y="485546"/>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78" name="Text 59"/>
          <p:cNvSpPr txBox="1"/>
          <p:nvPr/>
        </p:nvSpPr>
        <p:spPr>
          <a:xfrm>
            <a:off x="10934395" y="409651"/>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82" name="Shape 62"/>
          <p:cNvSpPr/>
          <p:nvPr/>
        </p:nvSpPr>
        <p:spPr>
          <a:xfrm>
            <a:off x="8939174" y="1028700"/>
            <a:ext cx="3258007"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pic>
        <p:nvPicPr>
          <p:cNvPr id="85" name="Image 18" descr="preencoded.png"/>
          <p:cNvPicPr>
            <a:picLocks noChangeAspect="1"/>
          </p:cNvPicPr>
          <p:nvPr/>
        </p:nvPicPr>
        <p:blipFill>
          <a:blip r:embed="rId18"/>
          <a:srcRect l="-200" r="-200"/>
          <a:stretch/>
        </p:blipFill>
        <p:spPr>
          <a:xfrm>
            <a:off x="0" y="6782105"/>
            <a:ext cx="12191695" cy="75895"/>
          </a:xfrm>
          <a:prstGeom prst="rect">
            <a:avLst/>
          </a:prstGeom>
        </p:spPr>
      </p:pic>
      <p:sp>
        <p:nvSpPr>
          <p:cNvPr id="20" name="Text 17"/>
          <p:cNvSpPr txBox="1"/>
          <p:nvPr/>
        </p:nvSpPr>
        <p:spPr>
          <a:xfrm>
            <a:off x="839467" y="5937857"/>
            <a:ext cx="3835737" cy="313193"/>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Array・Current item・処理の3点セット</a:t>
            </a:r>
            <a:endParaRPr lang="en-US" dirty="0"/>
          </a:p>
        </p:txBody>
      </p:sp>
      <p:sp>
        <p:nvSpPr>
          <p:cNvPr id="21" name="Text 18"/>
          <p:cNvSpPr txBox="1"/>
          <p:nvPr/>
        </p:nvSpPr>
        <p:spPr>
          <a:xfrm>
            <a:off x="741247" y="6358907"/>
            <a:ext cx="5808510" cy="23446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「何を」「どれに対して」「何をするか」を設定します。</a:t>
            </a:r>
            <a:endParaRPr lang="en-US" sz="1600" dirty="0"/>
          </a:p>
        </p:txBody>
      </p:sp>
      <p:sp>
        <p:nvSpPr>
          <p:cNvPr id="97" name="Shape 51">
            <a:extLst>
              <a:ext uri="{FF2B5EF4-FFF2-40B4-BE49-F238E27FC236}">
                <a16:creationId xmlns:a16="http://schemas.microsoft.com/office/drawing/2014/main" id="{108AA644-6CFF-C00A-847F-C38BBC6EEE54}"/>
              </a:ext>
            </a:extLst>
          </p:cNvPr>
          <p:cNvSpPr/>
          <p:nvPr/>
        </p:nvSpPr>
        <p:spPr>
          <a:xfrm>
            <a:off x="5128355" y="2190387"/>
            <a:ext cx="2080136" cy="1496001"/>
          </a:xfrm>
          <a:prstGeom prst="roundRect">
            <a:avLst>
              <a:gd name="adj" fmla="val 19731"/>
            </a:avLst>
          </a:prstGeom>
          <a:solidFill>
            <a:srgbClr val="F3F4F6"/>
          </a:solidFill>
          <a:ln w="12700">
            <a:solidFill>
              <a:srgbClr val="E5E7EB"/>
            </a:solidFill>
            <a:prstDash val="solid"/>
          </a:ln>
        </p:spPr>
        <p:txBody>
          <a:bodyPr wrap="square"/>
          <a:lstStyle/>
          <a:p>
            <a:endParaRPr lang="ja-JP" altLang="en-US"/>
          </a:p>
        </p:txBody>
      </p:sp>
      <p:sp>
        <p:nvSpPr>
          <p:cNvPr id="72" name="Text 53"/>
          <p:cNvSpPr txBox="1"/>
          <p:nvPr/>
        </p:nvSpPr>
        <p:spPr>
          <a:xfrm>
            <a:off x="5219247" y="2377028"/>
            <a:ext cx="1713130" cy="548639"/>
          </a:xfrm>
          <a:prstGeom prst="rect">
            <a:avLst/>
          </a:prstGeom>
          <a:noFill/>
          <a:ln/>
        </p:spPr>
        <p:txBody>
          <a:bodyPr wrap="square" lIns="0" tIns="0" rIns="0" bIns="0" rtlCol="0" anchor="t"/>
          <a:lstStyle/>
          <a:p>
            <a:pPr marL="0" indent="0" algn="ctr">
              <a:buNone/>
            </a:pPr>
            <a:r>
              <a:rPr lang="en-US" sz="2800" dirty="0">
                <a:solidFill>
                  <a:srgbClr val="9CA3AF"/>
                </a:solidFill>
                <a:latin typeface="Noto Sans JP" pitchFamily="34" charset="0"/>
                <a:ea typeface="Noto Sans JP" pitchFamily="34" charset="-122"/>
                <a:cs typeface="Noto Sans JP" pitchFamily="34" charset="-120"/>
              </a:rPr>
              <a:t>各アイテム</a:t>
            </a:r>
            <a:endParaRPr lang="en-US" sz="2800" dirty="0"/>
          </a:p>
        </p:txBody>
      </p:sp>
      <p:sp>
        <p:nvSpPr>
          <p:cNvPr id="71" name="Text 52"/>
          <p:cNvSpPr txBox="1"/>
          <p:nvPr/>
        </p:nvSpPr>
        <p:spPr>
          <a:xfrm>
            <a:off x="5208481" y="3084420"/>
            <a:ext cx="1774731" cy="183246"/>
          </a:xfrm>
          <a:prstGeom prst="rect">
            <a:avLst/>
          </a:prstGeom>
          <a:noFill/>
          <a:ln/>
        </p:spPr>
        <p:txBody>
          <a:bodyPr wrap="square" lIns="0" tIns="0" rIns="0" bIns="0" rtlCol="0" anchor="ctr"/>
          <a:lstStyle/>
          <a:p>
            <a:pPr marL="0" indent="0" algn="ctr">
              <a:buNone/>
            </a:pPr>
            <a:r>
              <a:rPr lang="en-US" sz="2400" b="1" dirty="0">
                <a:solidFill>
                  <a:srgbClr val="6B7280"/>
                </a:solidFill>
                <a:latin typeface="Noto Sans JP" pitchFamily="34" charset="0"/>
                <a:ea typeface="Noto Sans JP" pitchFamily="34" charset="-122"/>
                <a:cs typeface="Noto Sans JP" pitchFamily="34" charset="-120"/>
              </a:rPr>
              <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1832000" cy="6858000"/>
          </a:xfrm>
          <a:prstGeom prst="rect">
            <a:avLst/>
          </a:prstGeom>
          <a:solidFill>
            <a:srgbClr val="F3F4F6"/>
          </a:solidFill>
          <a:ln w="12700">
            <a:solidFill>
              <a:srgbClr val="FFFFFF">
                <a:alpha val="0"/>
              </a:srgbClr>
            </a:solidFill>
            <a:prstDash val="solid"/>
          </a:ln>
        </p:spPr>
        <p:txBody>
          <a:bodyPr wrap="square">
            <a:normAutofit/>
          </a:bodyPr>
          <a:lstStyle/>
          <a:p>
            <a:endParaRPr lang="ja-JP" altLang="en-US"/>
          </a:p>
        </p:txBody>
      </p:sp>
      <p:sp>
        <p:nvSpPr>
          <p:cNvPr id="3" name="Shape 1"/>
          <p:cNvSpPr/>
          <p:nvPr/>
        </p:nvSpPr>
        <p:spPr>
          <a:xfrm>
            <a:off x="0" y="0"/>
            <a:ext cx="11832000"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normAutofit/>
          </a:bodyPr>
          <a:lstStyle/>
          <a:p>
            <a:endParaRPr lang="ja-JP" altLang="en-US"/>
          </a:p>
        </p:txBody>
      </p:sp>
      <p:sp>
        <p:nvSpPr>
          <p:cNvPr id="4" name="Shape 2"/>
          <p:cNvSpPr/>
          <p:nvPr/>
        </p:nvSpPr>
        <p:spPr>
          <a:xfrm>
            <a:off x="0" y="972007"/>
            <a:ext cx="11832000" cy="5429707"/>
          </a:xfrm>
          <a:prstGeom prst="rect">
            <a:avLst/>
          </a:prstGeom>
          <a:solidFill>
            <a:srgbClr val="F9FAFB"/>
          </a:solidFill>
          <a:ln w="12700">
            <a:solidFill>
              <a:srgbClr val="FFFFFF">
                <a:alpha val="0"/>
              </a:srgbClr>
            </a:solidFill>
            <a:prstDash val="solid"/>
          </a:ln>
        </p:spPr>
        <p:txBody>
          <a:bodyPr wrap="square">
            <a:normAutofit/>
          </a:bodyPr>
          <a:lstStyle/>
          <a:p>
            <a:endParaRPr lang="ja-JP" altLang="en-US"/>
          </a:p>
        </p:txBody>
      </p:sp>
      <p:sp>
        <p:nvSpPr>
          <p:cNvPr id="5" name="Shape 3"/>
          <p:cNvSpPr/>
          <p:nvPr/>
        </p:nvSpPr>
        <p:spPr>
          <a:xfrm>
            <a:off x="219675" y="1200607"/>
            <a:ext cx="58293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6" name="Image 0" descr="preencoded.png"/>
          <p:cNvPicPr>
            <a:picLocks noChangeAspect="1"/>
          </p:cNvPicPr>
          <p:nvPr/>
        </p:nvPicPr>
        <p:blipFill>
          <a:blip r:embed="rId3">
            <a:alphaModFix amt="5000"/>
          </a:blip>
          <a:srcRect l="-2886" r="-2886"/>
          <a:stretch/>
        </p:blipFill>
        <p:spPr>
          <a:xfrm>
            <a:off x="5514746" y="1123798"/>
            <a:ext cx="590702" cy="638251"/>
          </a:xfrm>
          <a:prstGeom prst="rect">
            <a:avLst/>
          </a:prstGeom>
        </p:spPr>
      </p:pic>
      <p:sp>
        <p:nvSpPr>
          <p:cNvPr id="7" name="Shape 4"/>
          <p:cNvSpPr/>
          <p:nvPr/>
        </p:nvSpPr>
        <p:spPr>
          <a:xfrm>
            <a:off x="6172200" y="1209751"/>
            <a:ext cx="56598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8" name="Image 1" descr="preencoded.png"/>
          <p:cNvPicPr>
            <a:picLocks noChangeAspect="1"/>
          </p:cNvPicPr>
          <p:nvPr/>
        </p:nvPicPr>
        <p:blipFill>
          <a:blip r:embed="rId4">
            <a:alphaModFix amt="5000"/>
          </a:blip>
          <a:srcRect l="-2886" r="-2886"/>
          <a:stretch/>
        </p:blipFill>
        <p:spPr>
          <a:xfrm>
            <a:off x="11496751" y="1123798"/>
            <a:ext cx="590702" cy="638251"/>
          </a:xfrm>
          <a:prstGeom prst="rect">
            <a:avLst/>
          </a:prstGeom>
        </p:spPr>
      </p:pic>
      <p:sp>
        <p:nvSpPr>
          <p:cNvPr id="9" name="Shape 5"/>
          <p:cNvSpPr/>
          <p:nvPr/>
        </p:nvSpPr>
        <p:spPr>
          <a:xfrm>
            <a:off x="190195" y="3762755"/>
            <a:ext cx="5829300" cy="2662277"/>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10" name="Image 2" descr="preencoded.png"/>
          <p:cNvPicPr>
            <a:picLocks noChangeAspect="1"/>
          </p:cNvPicPr>
          <p:nvPr/>
        </p:nvPicPr>
        <p:blipFill>
          <a:blip r:embed="rId5">
            <a:alphaModFix amt="5000"/>
          </a:blip>
          <a:srcRect/>
          <a:stretch/>
        </p:blipFill>
        <p:spPr>
          <a:xfrm>
            <a:off x="5447995" y="3676802"/>
            <a:ext cx="657454" cy="657454"/>
          </a:xfrm>
          <a:prstGeom prst="rect">
            <a:avLst/>
          </a:prstGeom>
        </p:spPr>
      </p:pic>
      <p:sp>
        <p:nvSpPr>
          <p:cNvPr id="11" name="Shape 6"/>
          <p:cNvSpPr/>
          <p:nvPr/>
        </p:nvSpPr>
        <p:spPr>
          <a:xfrm>
            <a:off x="6172200" y="3762756"/>
            <a:ext cx="56598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12" name="Image 3" descr="preencoded.png"/>
          <p:cNvPicPr>
            <a:picLocks noChangeAspect="1"/>
          </p:cNvPicPr>
          <p:nvPr/>
        </p:nvPicPr>
        <p:blipFill>
          <a:blip r:embed="rId6">
            <a:alphaModFix amt="5000"/>
          </a:blip>
          <a:srcRect l="-6425" r="-6425"/>
          <a:stretch/>
        </p:blipFill>
        <p:spPr>
          <a:xfrm>
            <a:off x="11563502" y="3676802"/>
            <a:ext cx="523951" cy="619049"/>
          </a:xfrm>
          <a:prstGeom prst="rect">
            <a:avLst/>
          </a:prstGeom>
        </p:spPr>
      </p:pic>
      <p:sp>
        <p:nvSpPr>
          <p:cNvPr id="13" name="Shape 7"/>
          <p:cNvSpPr/>
          <p:nvPr/>
        </p:nvSpPr>
        <p:spPr>
          <a:xfrm>
            <a:off x="352044" y="1371600"/>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14" name="Text 8"/>
          <p:cNvSpPr/>
          <p:nvPr/>
        </p:nvSpPr>
        <p:spPr>
          <a:xfrm>
            <a:off x="323698"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1</a:t>
            </a:r>
            <a:endParaRPr lang="en-US" sz="1500" dirty="0"/>
          </a:p>
        </p:txBody>
      </p:sp>
      <p:sp>
        <p:nvSpPr>
          <p:cNvPr id="15" name="Text 9"/>
          <p:cNvSpPr txBox="1"/>
          <p:nvPr/>
        </p:nvSpPr>
        <p:spPr>
          <a:xfrm>
            <a:off x="886054" y="1371600"/>
            <a:ext cx="3248863" cy="238658"/>
          </a:xfrm>
          <a:prstGeom prst="rect">
            <a:avLst/>
          </a:prstGeom>
          <a:noFill/>
          <a:ln/>
        </p:spPr>
        <p:txBody>
          <a:bodyPr wrap="square" lIns="0" tIns="0" rIns="0" bIns="0" rtlCol="0" anchor="ctr">
            <a:normAutofit fontScale="62500" lnSpcReduction="20000"/>
          </a:bodyP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新しいフローを作成</a:t>
            </a:r>
            <a:endParaRPr lang="en-US" sz="2800" dirty="0"/>
          </a:p>
        </p:txBody>
      </p:sp>
      <p:sp>
        <p:nvSpPr>
          <p:cNvPr id="16" name="Text 10"/>
          <p:cNvSpPr txBox="1"/>
          <p:nvPr/>
        </p:nvSpPr>
        <p:spPr>
          <a:xfrm>
            <a:off x="886054" y="1626718"/>
            <a:ext cx="3248863" cy="822046"/>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トリガー「手動でフローをトリガー」を選択します。</a:t>
            </a:r>
            <a:endParaRPr lang="en-US" dirty="0"/>
          </a:p>
        </p:txBody>
      </p:sp>
      <p:sp>
        <p:nvSpPr>
          <p:cNvPr id="17" name="Text 11"/>
          <p:cNvSpPr txBox="1"/>
          <p:nvPr/>
        </p:nvSpPr>
        <p:spPr>
          <a:xfrm>
            <a:off x="1019556" y="2501604"/>
            <a:ext cx="5000854" cy="191110"/>
          </a:xfrm>
          <a:prstGeom prst="rect">
            <a:avLst/>
          </a:prstGeom>
          <a:noFill/>
          <a:ln/>
        </p:spPr>
        <p:txBody>
          <a:bodyPr wrap="square" lIns="0" tIns="0" rIns="0" bIns="0" rtlCol="0" anchor="ctr">
            <a:normAutofit fontScale="92500" lnSpcReduction="20000"/>
          </a:bodyP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トリガー「手動でフローをトリガー」を選択</a:t>
            </a:r>
            <a:endParaRPr lang="en-US" sz="1000" dirty="0"/>
          </a:p>
        </p:txBody>
      </p:sp>
      <p:pic>
        <p:nvPicPr>
          <p:cNvPr id="18" name="Image 4" descr="preencoded.png"/>
          <p:cNvPicPr>
            <a:picLocks noChangeAspect="1"/>
          </p:cNvPicPr>
          <p:nvPr/>
        </p:nvPicPr>
        <p:blipFill>
          <a:blip r:embed="rId7"/>
          <a:srcRect l="-1507" r="-1507"/>
          <a:stretch/>
        </p:blipFill>
        <p:spPr>
          <a:xfrm>
            <a:off x="457200" y="2595981"/>
            <a:ext cx="349880" cy="543426"/>
          </a:xfrm>
          <a:prstGeom prst="rect">
            <a:avLst/>
          </a:prstGeom>
        </p:spPr>
      </p:pic>
      <p:pic>
        <p:nvPicPr>
          <p:cNvPr id="19" name="Image 5" descr="preencoded.png"/>
          <p:cNvPicPr>
            <a:picLocks noChangeAspect="1"/>
          </p:cNvPicPr>
          <p:nvPr/>
        </p:nvPicPr>
        <p:blipFill>
          <a:blip r:embed="rId8"/>
          <a:srcRect l="-28" r="-28"/>
          <a:stretch/>
        </p:blipFill>
        <p:spPr>
          <a:xfrm>
            <a:off x="886054" y="3124505"/>
            <a:ext cx="4972507" cy="323698"/>
          </a:xfrm>
          <a:prstGeom prst="rect">
            <a:avLst/>
          </a:prstGeom>
        </p:spPr>
      </p:pic>
      <p:pic>
        <p:nvPicPr>
          <p:cNvPr id="20" name="Image 6" descr="preencoded.png"/>
          <p:cNvPicPr>
            <a:picLocks noChangeAspect="1"/>
          </p:cNvPicPr>
          <p:nvPr/>
        </p:nvPicPr>
        <p:blipFill>
          <a:blip r:embed="rId9"/>
          <a:srcRect t="-43" b="-43"/>
          <a:stretch/>
        </p:blipFill>
        <p:spPr>
          <a:xfrm>
            <a:off x="952805" y="3209544"/>
            <a:ext cx="133502" cy="152705"/>
          </a:xfrm>
          <a:prstGeom prst="rect">
            <a:avLst/>
          </a:prstGeom>
        </p:spPr>
      </p:pic>
      <p:sp>
        <p:nvSpPr>
          <p:cNvPr id="21" name="Text 12"/>
          <p:cNvSpPr txBox="1"/>
          <p:nvPr/>
        </p:nvSpPr>
        <p:spPr>
          <a:xfrm>
            <a:off x="1162202" y="3124505"/>
            <a:ext cx="4099346" cy="304495"/>
          </a:xfrm>
          <a:prstGeom prst="rect">
            <a:avLst/>
          </a:prstGeom>
          <a:noFill/>
          <a:ln/>
        </p:spPr>
        <p:txBody>
          <a:bodyPr wrap="square" lIns="0" tIns="0" rIns="0" bIns="0" rtlCol="0" anchor="ctr">
            <a:normAutofit/>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変数名: emailList、型: Arrayを設定</a:t>
            </a:r>
            <a:endParaRPr lang="en-US" sz="1000" dirty="0"/>
          </a:p>
        </p:txBody>
      </p:sp>
      <p:sp>
        <p:nvSpPr>
          <p:cNvPr id="22" name="Shape 13"/>
          <p:cNvSpPr/>
          <p:nvPr/>
        </p:nvSpPr>
        <p:spPr>
          <a:xfrm>
            <a:off x="6334049" y="1371600"/>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23" name="Text 14"/>
          <p:cNvSpPr/>
          <p:nvPr/>
        </p:nvSpPr>
        <p:spPr>
          <a:xfrm>
            <a:off x="6305702"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2</a:t>
            </a:r>
            <a:endParaRPr lang="en-US" sz="1500" dirty="0"/>
          </a:p>
        </p:txBody>
      </p:sp>
      <p:sp>
        <p:nvSpPr>
          <p:cNvPr id="24" name="Text 15"/>
          <p:cNvSpPr txBox="1"/>
          <p:nvPr/>
        </p:nvSpPr>
        <p:spPr>
          <a:xfrm>
            <a:off x="6867144" y="1371600"/>
            <a:ext cx="4680000" cy="238658"/>
          </a:xfrm>
          <a:prstGeom prst="rect">
            <a:avLst/>
          </a:prstGeom>
          <a:noFill/>
          <a:ln/>
        </p:spPr>
        <p:txBody>
          <a:bodyPr wrap="square" lIns="0" tIns="0" rIns="0" bIns="0" rtlCol="0" anchor="ctr">
            <a:normAutofit lnSpcReduction="10000"/>
          </a:bodyP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Apply to Eachを追加</a:t>
            </a:r>
            <a:endParaRPr lang="en-US" sz="2800" dirty="0"/>
          </a:p>
        </p:txBody>
      </p:sp>
      <p:sp>
        <p:nvSpPr>
          <p:cNvPr id="25" name="Text 16"/>
          <p:cNvSpPr txBox="1"/>
          <p:nvPr/>
        </p:nvSpPr>
        <p:spPr>
          <a:xfrm>
            <a:off x="6887615" y="1664666"/>
            <a:ext cx="4944385" cy="278892"/>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リストの各アイテムに処理を繰り返します。</a:t>
            </a:r>
            <a:endParaRPr lang="en-US" dirty="0"/>
          </a:p>
        </p:txBody>
      </p:sp>
      <p:sp>
        <p:nvSpPr>
          <p:cNvPr id="26" name="Text 17"/>
          <p:cNvSpPr txBox="1"/>
          <p:nvPr/>
        </p:nvSpPr>
        <p:spPr>
          <a:xfrm>
            <a:off x="7076542" y="1950415"/>
            <a:ext cx="4755458" cy="371892"/>
          </a:xfrm>
          <a:prstGeom prst="rect">
            <a:avLst/>
          </a:prstGeom>
          <a:noFill/>
          <a:ln/>
        </p:spPr>
        <p:txBody>
          <a:bodyPr wrap="square" lIns="0" tIns="0" rIns="0" bIns="0" rtlCol="0" anchor="ctr">
            <a:normAutofit/>
          </a:bodyPr>
          <a:lstStyle/>
          <a:p>
            <a:pPr marL="0" indent="0" algn="l">
              <a:buNone/>
            </a:pPr>
            <a:r>
              <a:rPr lang="en-US" sz="1600" b="1" dirty="0">
                <a:solidFill>
                  <a:srgbClr val="7C3AED"/>
                </a:solidFill>
                <a:latin typeface="Noto Sans JP" pitchFamily="34" charset="0"/>
                <a:ea typeface="Noto Sans JP" pitchFamily="34" charset="-122"/>
                <a:cs typeface="Noto Sans JP" pitchFamily="34" charset="-120"/>
              </a:rPr>
              <a:t>「コントロール」→「Apply to Each」を追加</a:t>
            </a:r>
            <a:endParaRPr lang="en-US" dirty="0"/>
          </a:p>
        </p:txBody>
      </p:sp>
      <p:pic>
        <p:nvPicPr>
          <p:cNvPr id="27" name="Image 7" descr="preencoded.png"/>
          <p:cNvPicPr>
            <a:picLocks noChangeAspect="1"/>
          </p:cNvPicPr>
          <p:nvPr/>
        </p:nvPicPr>
        <p:blipFill>
          <a:blip r:embed="rId10"/>
          <a:srcRect/>
          <a:stretch/>
        </p:blipFill>
        <p:spPr>
          <a:xfrm>
            <a:off x="6752844" y="1975104"/>
            <a:ext cx="247802" cy="247802"/>
          </a:xfrm>
          <a:prstGeom prst="rect">
            <a:avLst/>
          </a:prstGeom>
        </p:spPr>
      </p:pic>
      <p:sp>
        <p:nvSpPr>
          <p:cNvPr id="28" name="Shape 18"/>
          <p:cNvSpPr/>
          <p:nvPr/>
        </p:nvSpPr>
        <p:spPr>
          <a:xfrm>
            <a:off x="6867144" y="2268328"/>
            <a:ext cx="4964856" cy="1179874"/>
          </a:xfrm>
          <a:prstGeom prst="roundRect">
            <a:avLst>
              <a:gd name="adj" fmla="val 4408"/>
            </a:avLst>
          </a:prstGeom>
          <a:solidFill>
            <a:srgbClr val="F9FAFB"/>
          </a:solidFill>
          <a:ln w="12700">
            <a:solidFill>
              <a:srgbClr val="E5E7EB"/>
            </a:solidFill>
            <a:prstDash val="solid"/>
          </a:ln>
        </p:spPr>
        <p:txBody>
          <a:bodyPr wrap="square">
            <a:normAutofit/>
          </a:bodyPr>
          <a:lstStyle/>
          <a:p>
            <a:endParaRPr lang="ja-JP" altLang="en-US"/>
          </a:p>
        </p:txBody>
      </p:sp>
      <p:sp>
        <p:nvSpPr>
          <p:cNvPr id="31" name="Text 21"/>
          <p:cNvSpPr txBox="1"/>
          <p:nvPr/>
        </p:nvSpPr>
        <p:spPr>
          <a:xfrm>
            <a:off x="6933895" y="2980944"/>
            <a:ext cx="4898105" cy="152705"/>
          </a:xfrm>
          <a:prstGeom prst="rect">
            <a:avLst/>
          </a:prstGeom>
          <a:noFill/>
          <a:ln/>
        </p:spPr>
        <p:txBody>
          <a:bodyPr wrap="square" lIns="0" tIns="0" rIns="0" bIns="0" rtlCol="0" anchor="ctr">
            <a:normAutofit/>
          </a:bodyPr>
          <a:lstStyle/>
          <a:p>
            <a:pPr marL="0" indent="0" algn="l">
              <a:buNone/>
            </a:pPr>
            <a:endParaRPr lang="en-US" sz="900" dirty="0"/>
          </a:p>
        </p:txBody>
      </p:sp>
      <p:sp>
        <p:nvSpPr>
          <p:cNvPr id="32" name="Shape 22"/>
          <p:cNvSpPr/>
          <p:nvPr/>
        </p:nvSpPr>
        <p:spPr>
          <a:xfrm>
            <a:off x="6933895" y="3133649"/>
            <a:ext cx="4839005" cy="247802"/>
          </a:xfrm>
          <a:prstGeom prst="roundRect">
            <a:avLst>
              <a:gd name="adj" fmla="val 113540"/>
            </a:avLst>
          </a:prstGeom>
          <a:solidFill>
            <a:srgbClr val="FFFFFF"/>
          </a:solidFill>
          <a:ln w="12700">
            <a:solidFill>
              <a:srgbClr val="D1D5DB"/>
            </a:solidFill>
            <a:prstDash val="solid"/>
          </a:ln>
        </p:spPr>
        <p:txBody>
          <a:bodyPr wrap="square">
            <a:normAutofit fontScale="32500" lnSpcReduction="20000"/>
          </a:bodyPr>
          <a:lstStyle/>
          <a:p>
            <a:endParaRPr lang="ja-JP" altLang="en-US"/>
          </a:p>
        </p:txBody>
      </p:sp>
      <p:sp>
        <p:nvSpPr>
          <p:cNvPr id="37" name="Shape 27"/>
          <p:cNvSpPr/>
          <p:nvPr/>
        </p:nvSpPr>
        <p:spPr>
          <a:xfrm>
            <a:off x="352044" y="3924605"/>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38" name="Text 28"/>
          <p:cNvSpPr/>
          <p:nvPr/>
        </p:nvSpPr>
        <p:spPr>
          <a:xfrm>
            <a:off x="323698"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3</a:t>
            </a:r>
            <a:endParaRPr lang="en-US" sz="1500" dirty="0"/>
          </a:p>
        </p:txBody>
      </p:sp>
      <p:sp>
        <p:nvSpPr>
          <p:cNvPr id="39" name="Text 29"/>
          <p:cNvSpPr txBox="1"/>
          <p:nvPr/>
        </p:nvSpPr>
        <p:spPr>
          <a:xfrm>
            <a:off x="886054" y="3924605"/>
            <a:ext cx="3429000" cy="238658"/>
          </a:xfrm>
          <a:prstGeom prst="rect">
            <a:avLst/>
          </a:prstGeom>
          <a:noFill/>
          <a:ln/>
        </p:spPr>
        <p:txBody>
          <a:bodyPr wrap="square" lIns="0" tIns="0" rIns="0" bIns="0" rtlCol="0" anchor="ctr">
            <a:normAutofit fontScale="92500" lnSpcReduction="10000"/>
          </a:bodyPr>
          <a:lstStyle/>
          <a:p>
            <a:pPr marL="0" indent="0" algn="l">
              <a:buNone/>
            </a:pPr>
            <a:r>
              <a:rPr lang="en-US" sz="1800" b="1" dirty="0">
                <a:solidFill>
                  <a:srgbClr val="1F2937"/>
                </a:solidFill>
                <a:latin typeface="Noto Sans JP" pitchFamily="34" charset="0"/>
                <a:ea typeface="Noto Sans JP" pitchFamily="34" charset="-122"/>
                <a:cs typeface="Noto Sans JP" pitchFamily="34" charset="-120"/>
              </a:rPr>
              <a:t>emailListを設定</a:t>
            </a:r>
            <a:endParaRPr lang="en-US" sz="2800" dirty="0"/>
          </a:p>
        </p:txBody>
      </p:sp>
      <p:sp>
        <p:nvSpPr>
          <p:cNvPr id="40" name="Text 30"/>
          <p:cNvSpPr txBox="1"/>
          <p:nvPr/>
        </p:nvSpPr>
        <p:spPr>
          <a:xfrm>
            <a:off x="905363" y="4223096"/>
            <a:ext cx="3505810" cy="794613"/>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「以前の手順から出力を選択」にemailListを設定します。</a:t>
            </a:r>
            <a:endParaRPr lang="en-US" dirty="0"/>
          </a:p>
        </p:txBody>
      </p:sp>
      <p:sp>
        <p:nvSpPr>
          <p:cNvPr id="41" name="Text 31"/>
          <p:cNvSpPr txBox="1"/>
          <p:nvPr/>
        </p:nvSpPr>
        <p:spPr>
          <a:xfrm>
            <a:off x="1076241" y="5070000"/>
            <a:ext cx="5040000" cy="450000"/>
          </a:xfrm>
          <a:prstGeom prst="rect">
            <a:avLst/>
          </a:prstGeom>
          <a:noFill/>
          <a:ln/>
        </p:spPr>
        <p:txBody>
          <a:bodyPr wrap="square" lIns="0" tIns="0" rIns="0" bIns="0" rtlCol="0" anchor="ctr">
            <a:normAutofit/>
          </a:bodyPr>
          <a:lstStyle/>
          <a:p>
            <a:pPr marL="0" indent="0" algn="l">
              <a:buNone/>
            </a:pPr>
            <a:r>
              <a:rPr lang="en-US" sz="1200" b="1" dirty="0">
                <a:solidFill>
                  <a:srgbClr val="DB2777"/>
                </a:solidFill>
                <a:latin typeface="Noto Sans JP" pitchFamily="34" charset="0"/>
                <a:ea typeface="Noto Sans JP" pitchFamily="34" charset="-122"/>
                <a:cs typeface="Noto Sans JP" pitchFamily="34" charset="-120"/>
              </a:rPr>
              <a:t>ループ内に「メールの送信」アクションを追加します。</a:t>
            </a:r>
            <a:endParaRPr lang="en-US" sz="1600" dirty="0"/>
          </a:p>
        </p:txBody>
      </p:sp>
      <p:pic>
        <p:nvPicPr>
          <p:cNvPr id="42" name="Image 8" descr="preencoded.png"/>
          <p:cNvPicPr>
            <a:picLocks noChangeAspect="1"/>
          </p:cNvPicPr>
          <p:nvPr/>
        </p:nvPicPr>
        <p:blipFill>
          <a:blip r:embed="rId11"/>
          <a:srcRect/>
          <a:stretch/>
        </p:blipFill>
        <p:spPr>
          <a:xfrm>
            <a:off x="800100" y="4994452"/>
            <a:ext cx="219456" cy="219456"/>
          </a:xfrm>
          <a:prstGeom prst="rect">
            <a:avLst/>
          </a:prstGeom>
        </p:spPr>
      </p:pic>
      <p:sp>
        <p:nvSpPr>
          <p:cNvPr id="43" name="Shape 32"/>
          <p:cNvSpPr/>
          <p:nvPr/>
        </p:nvSpPr>
        <p:spPr>
          <a:xfrm>
            <a:off x="837590" y="5484572"/>
            <a:ext cx="4972507" cy="523682"/>
          </a:xfrm>
          <a:prstGeom prst="roundRect">
            <a:avLst>
              <a:gd name="adj" fmla="val 14022"/>
            </a:avLst>
          </a:prstGeom>
          <a:solidFill>
            <a:srgbClr val="F9FAFB"/>
          </a:solidFill>
          <a:ln w="12700">
            <a:solidFill>
              <a:srgbClr val="E5E7EB"/>
            </a:solidFill>
            <a:prstDash val="solid"/>
          </a:ln>
        </p:spPr>
        <p:txBody>
          <a:bodyPr wrap="square">
            <a:normAutofit/>
          </a:bodyPr>
          <a:lstStyle/>
          <a:p>
            <a:endParaRPr lang="ja-JP" altLang="en-US"/>
          </a:p>
        </p:txBody>
      </p:sp>
      <p:sp>
        <p:nvSpPr>
          <p:cNvPr id="44" name="Text 33"/>
          <p:cNvSpPr txBox="1"/>
          <p:nvPr/>
        </p:nvSpPr>
        <p:spPr>
          <a:xfrm>
            <a:off x="72147" y="5467198"/>
            <a:ext cx="4953305" cy="228600"/>
          </a:xfrm>
          <a:prstGeom prst="rect">
            <a:avLst/>
          </a:prstGeom>
          <a:noFill/>
          <a:ln/>
        </p:spPr>
        <p:txBody>
          <a:bodyPr wrap="square" lIns="0" tIns="0" rIns="0" bIns="0" rtlCol="0" anchor="ctr">
            <a:normAutofit lnSpcReduction="10000"/>
          </a:bodyP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Inputs</a:t>
            </a:r>
            <a:endParaRPr lang="en-US" sz="1200" dirty="0"/>
          </a:p>
        </p:txBody>
      </p:sp>
      <p:sp>
        <p:nvSpPr>
          <p:cNvPr id="45" name="Shape 34"/>
          <p:cNvSpPr/>
          <p:nvPr/>
        </p:nvSpPr>
        <p:spPr>
          <a:xfrm>
            <a:off x="952805" y="5609844"/>
            <a:ext cx="4839005" cy="323698"/>
          </a:xfrm>
          <a:prstGeom prst="roundRect">
            <a:avLst>
              <a:gd name="adj" fmla="val 66467"/>
            </a:avLst>
          </a:prstGeom>
          <a:solidFill>
            <a:srgbClr val="FFFFFF"/>
          </a:solidFill>
          <a:ln w="12700">
            <a:solidFill>
              <a:srgbClr val="D1D5DB"/>
            </a:solidFill>
            <a:prstDash val="solid"/>
          </a:ln>
        </p:spPr>
        <p:txBody>
          <a:bodyPr wrap="square">
            <a:normAutofit fontScale="55000" lnSpcReduction="20000"/>
          </a:bodyPr>
          <a:lstStyle/>
          <a:p>
            <a:endParaRPr lang="ja-JP" altLang="en-US"/>
          </a:p>
        </p:txBody>
      </p:sp>
      <p:sp>
        <p:nvSpPr>
          <p:cNvPr id="46" name="Shape 35"/>
          <p:cNvSpPr/>
          <p:nvPr/>
        </p:nvSpPr>
        <p:spPr>
          <a:xfrm>
            <a:off x="1037844" y="5686654"/>
            <a:ext cx="1413048" cy="277063"/>
          </a:xfrm>
          <a:prstGeom prst="roundRect">
            <a:avLst>
              <a:gd name="adj" fmla="val 236407"/>
            </a:avLst>
          </a:prstGeom>
          <a:solidFill>
            <a:srgbClr val="DBEAFE"/>
          </a:solidFill>
          <a:ln w="12700">
            <a:solidFill>
              <a:srgbClr val="FFFFFF">
                <a:alpha val="0"/>
              </a:srgbClr>
            </a:solidFill>
            <a:prstDash val="solid"/>
          </a:ln>
        </p:spPr>
        <p:txBody>
          <a:bodyPr wrap="square">
            <a:normAutofit fontScale="40000" lnSpcReduction="20000"/>
          </a:bodyPr>
          <a:lstStyle/>
          <a:p>
            <a:endParaRPr lang="ja-JP" altLang="en-US"/>
          </a:p>
        </p:txBody>
      </p:sp>
      <p:sp>
        <p:nvSpPr>
          <p:cNvPr id="47" name="Text 36"/>
          <p:cNvSpPr txBox="1"/>
          <p:nvPr/>
        </p:nvSpPr>
        <p:spPr>
          <a:xfrm>
            <a:off x="1238098" y="5686655"/>
            <a:ext cx="2644354" cy="208482"/>
          </a:xfrm>
          <a:prstGeom prst="rect">
            <a:avLst/>
          </a:prstGeom>
          <a:solidFill>
            <a:srgbClr val="FFFFFF">
              <a:alpha val="0"/>
            </a:srgbClr>
          </a:solidFill>
          <a:ln>
            <a:solidFill>
              <a:srgbClr val="FFFFFF">
                <a:alpha val="0"/>
              </a:srgbClr>
            </a:solidFill>
          </a:ln>
        </p:spPr>
        <p:txBody>
          <a:bodyPr wrap="square" lIns="63500" tIns="12700" rIns="63500" bIns="12700" rtlCol="0" anchor="ctr">
            <a:normAutofit fontScale="25000" lnSpcReduction="20000"/>
          </a:bodyPr>
          <a:lstStyle/>
          <a:p>
            <a:pPr marL="0" indent="0" algn="l">
              <a:buNone/>
            </a:pPr>
            <a:r>
              <a:rPr lang="en-US" sz="9600" b="1" dirty="0">
                <a:solidFill>
                  <a:srgbClr val="1E40AF"/>
                </a:solidFill>
                <a:latin typeface="Noto Sans JP" pitchFamily="34" charset="0"/>
                <a:ea typeface="Noto Sans JP" pitchFamily="34" charset="-122"/>
                <a:cs typeface="Noto Sans JP" pitchFamily="34" charset="-120"/>
              </a:rPr>
              <a:t>test@example.com</a:t>
            </a:r>
            <a:endParaRPr lang="en-US" sz="900" dirty="0"/>
          </a:p>
        </p:txBody>
      </p:sp>
      <p:pic>
        <p:nvPicPr>
          <p:cNvPr id="48" name="Image 9" descr="preencoded.png"/>
          <p:cNvPicPr>
            <a:picLocks noChangeAspect="1"/>
          </p:cNvPicPr>
          <p:nvPr/>
        </p:nvPicPr>
        <p:blipFill>
          <a:blip r:embed="rId12"/>
          <a:srcRect t="-1359" b="-1359"/>
          <a:stretch/>
        </p:blipFill>
        <p:spPr>
          <a:xfrm>
            <a:off x="1095451" y="5710428"/>
            <a:ext cx="105156" cy="123444"/>
          </a:xfrm>
          <a:prstGeom prst="rect">
            <a:avLst/>
          </a:prstGeom>
        </p:spPr>
      </p:pic>
      <p:sp>
        <p:nvSpPr>
          <p:cNvPr id="49" name="Text 37"/>
          <p:cNvSpPr txBox="1"/>
          <p:nvPr/>
        </p:nvSpPr>
        <p:spPr>
          <a:xfrm>
            <a:off x="4638751" y="5658307"/>
            <a:ext cx="1163117" cy="228600"/>
          </a:xfrm>
          <a:prstGeom prst="rect">
            <a:avLst/>
          </a:prstGeom>
          <a:noFill/>
          <a:ln/>
        </p:spPr>
        <p:txBody>
          <a:bodyPr wrap="square" lIns="0" tIns="0" rIns="0" bIns="0" rtlCol="0" anchor="ctr">
            <a:normAutofit lnSpcReduction="1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配列を直接入力</a:t>
            </a:r>
            <a:endParaRPr lang="en-US" sz="1200" dirty="0"/>
          </a:p>
        </p:txBody>
      </p:sp>
      <p:sp>
        <p:nvSpPr>
          <p:cNvPr id="50" name="Shape 38"/>
          <p:cNvSpPr/>
          <p:nvPr/>
        </p:nvSpPr>
        <p:spPr>
          <a:xfrm>
            <a:off x="6334049" y="3924605"/>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51" name="Text 39"/>
          <p:cNvSpPr/>
          <p:nvPr/>
        </p:nvSpPr>
        <p:spPr>
          <a:xfrm>
            <a:off x="6305702"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4</a:t>
            </a:r>
            <a:endParaRPr lang="en-US" sz="1500" dirty="0"/>
          </a:p>
        </p:txBody>
      </p:sp>
      <p:sp>
        <p:nvSpPr>
          <p:cNvPr id="52" name="Text 40"/>
          <p:cNvSpPr txBox="1"/>
          <p:nvPr/>
        </p:nvSpPr>
        <p:spPr>
          <a:xfrm>
            <a:off x="6867144" y="3924605"/>
            <a:ext cx="2839212" cy="238658"/>
          </a:xfrm>
          <a:prstGeom prst="rect">
            <a:avLst/>
          </a:prstGeom>
          <a:noFill/>
          <a:ln/>
        </p:spPr>
        <p:txBody>
          <a:bodyPr wrap="square" lIns="0" tIns="0" rIns="0" bIns="0" rtlCol="0" anchor="ctr">
            <a:normAutofit fontScale="62500" lnSpcReduction="20000"/>
          </a:bodyP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実行してみよう</a:t>
            </a:r>
            <a:endParaRPr lang="en-US" sz="2800" dirty="0"/>
          </a:p>
        </p:txBody>
      </p:sp>
      <p:sp>
        <p:nvSpPr>
          <p:cNvPr id="53" name="Text 41"/>
          <p:cNvSpPr txBox="1"/>
          <p:nvPr/>
        </p:nvSpPr>
        <p:spPr>
          <a:xfrm>
            <a:off x="6865773" y="4222582"/>
            <a:ext cx="4664353" cy="640080"/>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フローを保存して、実際に動かしてみます。</a:t>
            </a:r>
            <a:endParaRPr lang="en-US" dirty="0"/>
          </a:p>
        </p:txBody>
      </p:sp>
      <p:sp>
        <p:nvSpPr>
          <p:cNvPr id="54" name="Text 42"/>
          <p:cNvSpPr txBox="1"/>
          <p:nvPr/>
        </p:nvSpPr>
        <p:spPr>
          <a:xfrm>
            <a:off x="7140336" y="4929926"/>
            <a:ext cx="4691664" cy="191110"/>
          </a:xfrm>
          <a:prstGeom prst="rect">
            <a:avLst/>
          </a:prstGeom>
          <a:noFill/>
          <a:ln/>
        </p:spPr>
        <p:txBody>
          <a:bodyPr wrap="square" lIns="0" tIns="0" rIns="0" bIns="0" rtlCol="0" anchor="ctr">
            <a:normAutofit fontScale="92500" lnSpcReduction="20000"/>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右上の「保存」をクリック </a:t>
            </a:r>
            <a:endParaRPr lang="en-US" sz="1600" dirty="0"/>
          </a:p>
        </p:txBody>
      </p:sp>
      <p:pic>
        <p:nvPicPr>
          <p:cNvPr id="55" name="Image 10" descr="preencoded.png"/>
          <p:cNvPicPr>
            <a:picLocks noChangeAspect="1"/>
          </p:cNvPicPr>
          <p:nvPr/>
        </p:nvPicPr>
        <p:blipFill>
          <a:blip r:embed="rId13"/>
          <a:srcRect l="-15362" r="-15362"/>
          <a:stretch/>
        </p:blipFill>
        <p:spPr>
          <a:xfrm>
            <a:off x="6635587" y="4881156"/>
            <a:ext cx="352818" cy="308450"/>
          </a:xfrm>
          <a:prstGeom prst="rect">
            <a:avLst/>
          </a:prstGeom>
        </p:spPr>
      </p:pic>
      <p:sp>
        <p:nvSpPr>
          <p:cNvPr id="56" name="Text 43"/>
          <p:cNvSpPr txBox="1"/>
          <p:nvPr/>
        </p:nvSpPr>
        <p:spPr>
          <a:xfrm>
            <a:off x="7028993" y="5303252"/>
            <a:ext cx="4803007" cy="191110"/>
          </a:xfrm>
          <a:prstGeom prst="rect">
            <a:avLst/>
          </a:prstGeom>
          <a:noFill/>
          <a:ln/>
        </p:spPr>
        <p:txBody>
          <a:bodyPr wrap="square" lIns="0" tIns="0" rIns="0" bIns="0" rtlCol="0" anchor="ctr">
            <a:normAutofit fontScale="92500" lnSpcReduction="20000"/>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「テスト」→「手動」→「実行」 </a:t>
            </a:r>
            <a:endParaRPr lang="en-US" sz="1600" dirty="0"/>
          </a:p>
        </p:txBody>
      </p:sp>
      <p:pic>
        <p:nvPicPr>
          <p:cNvPr id="57" name="Image 11" descr="preencoded.png"/>
          <p:cNvPicPr>
            <a:picLocks noChangeAspect="1"/>
          </p:cNvPicPr>
          <p:nvPr/>
        </p:nvPicPr>
        <p:blipFill>
          <a:blip r:embed="rId14"/>
          <a:srcRect l="-26256" r="-26256"/>
          <a:stretch/>
        </p:blipFill>
        <p:spPr>
          <a:xfrm>
            <a:off x="6609882" y="5267293"/>
            <a:ext cx="352818" cy="308450"/>
          </a:xfrm>
          <a:prstGeom prst="rect">
            <a:avLst/>
          </a:prstGeom>
        </p:spPr>
      </p:pic>
      <p:sp>
        <p:nvSpPr>
          <p:cNvPr id="58" name="Shape 44"/>
          <p:cNvSpPr/>
          <p:nvPr/>
        </p:nvSpPr>
        <p:spPr>
          <a:xfrm>
            <a:off x="6192146" y="5600701"/>
            <a:ext cx="5639854" cy="763111"/>
          </a:xfrm>
          <a:prstGeom prst="roundRect">
            <a:avLst>
              <a:gd name="adj" fmla="val 85197"/>
            </a:avLst>
          </a:prstGeom>
          <a:solidFill>
            <a:srgbClr val="ECFDF5"/>
          </a:solidFill>
          <a:ln w="12700">
            <a:solidFill>
              <a:srgbClr val="A7F3D0"/>
            </a:solidFill>
            <a:prstDash val="solid"/>
          </a:ln>
        </p:spPr>
        <p:txBody>
          <a:bodyPr wrap="square">
            <a:normAutofit fontScale="85000" lnSpcReduction="20000"/>
          </a:bodyPr>
          <a:lstStyle/>
          <a:p>
            <a:endParaRPr lang="ja-JP" altLang="en-US" sz="4000"/>
          </a:p>
        </p:txBody>
      </p:sp>
      <p:pic>
        <p:nvPicPr>
          <p:cNvPr id="59" name="Image 12" descr="preencoded.png"/>
          <p:cNvPicPr>
            <a:picLocks noChangeAspect="1"/>
          </p:cNvPicPr>
          <p:nvPr/>
        </p:nvPicPr>
        <p:blipFill>
          <a:blip r:embed="rId15"/>
          <a:srcRect/>
          <a:stretch/>
        </p:blipFill>
        <p:spPr>
          <a:xfrm>
            <a:off x="6480124" y="5651906"/>
            <a:ext cx="399594" cy="399594"/>
          </a:xfrm>
          <a:prstGeom prst="rect">
            <a:avLst/>
          </a:prstGeom>
        </p:spPr>
      </p:pic>
      <p:sp>
        <p:nvSpPr>
          <p:cNvPr id="60" name="Text 45"/>
          <p:cNvSpPr txBox="1"/>
          <p:nvPr/>
        </p:nvSpPr>
        <p:spPr>
          <a:xfrm>
            <a:off x="7181545" y="5695485"/>
            <a:ext cx="4650455" cy="694387"/>
          </a:xfrm>
          <a:prstGeom prst="rect">
            <a:avLst/>
          </a:prstGeom>
          <a:noFill/>
          <a:ln/>
        </p:spPr>
        <p:txBody>
          <a:bodyPr wrap="square" lIns="0" tIns="0" rIns="0" bIns="0" rtlCol="0" anchor="ctr">
            <a:normAutofit/>
          </a:bodyPr>
          <a:lstStyle/>
          <a:p>
            <a:pPr marL="0" indent="0" algn="l">
              <a:buNone/>
            </a:pPr>
            <a:r>
              <a:rPr lang="en-US" sz="1600" b="1" dirty="0">
                <a:solidFill>
                  <a:srgbClr val="065F46"/>
                </a:solidFill>
                <a:latin typeface="Noto Sans JP" pitchFamily="34" charset="0"/>
                <a:ea typeface="Noto Sans JP" pitchFamily="34" charset="-122"/>
                <a:cs typeface="Noto Sans JP" pitchFamily="34" charset="-120"/>
              </a:rPr>
              <a:t>emailListにメールアドレスを入力 → 各アドレスにメールが届けば成功！</a:t>
            </a:r>
          </a:p>
          <a:p>
            <a:pPr marL="0" indent="0" algn="l">
              <a:buNone/>
            </a:pPr>
            <a:endParaRPr lang="en-US" sz="2000" dirty="0"/>
          </a:p>
        </p:txBody>
      </p:sp>
      <p:sp>
        <p:nvSpPr>
          <p:cNvPr id="61" name="Shape 46"/>
          <p:cNvSpPr/>
          <p:nvPr/>
        </p:nvSpPr>
        <p:spPr>
          <a:xfrm>
            <a:off x="0" y="0"/>
            <a:ext cx="11832000" cy="972007"/>
          </a:xfrm>
          <a:prstGeom prst="rect">
            <a:avLst/>
          </a:prstGeom>
          <a:solidFill>
            <a:srgbClr val="FFFFFF"/>
          </a:solidFill>
          <a:ln/>
        </p:spPr>
        <p:txBody>
          <a:bodyPr wrap="square">
            <a:normAutofit/>
          </a:bodyPr>
          <a:lstStyle/>
          <a:p>
            <a:endParaRPr lang="ja-JP" altLang="en-US"/>
          </a:p>
        </p:txBody>
      </p:sp>
      <p:sp>
        <p:nvSpPr>
          <p:cNvPr id="62" name="Shape 47"/>
          <p:cNvSpPr/>
          <p:nvPr/>
        </p:nvSpPr>
        <p:spPr>
          <a:xfrm>
            <a:off x="0" y="962863"/>
            <a:ext cx="11832000" cy="9144"/>
          </a:xfrm>
          <a:prstGeom prst="rect">
            <a:avLst/>
          </a:prstGeom>
          <a:solidFill>
            <a:srgbClr val="F3F4F6"/>
          </a:solidFill>
          <a:ln w="12700">
            <a:solidFill>
              <a:srgbClr val="F3F4F6">
                <a:alpha val="0"/>
              </a:srgbClr>
            </a:solidFill>
            <a:prstDash val="solid"/>
          </a:ln>
        </p:spPr>
        <p:txBody>
          <a:bodyPr wrap="square">
            <a:normAutofit fontScale="25000" lnSpcReduction="20000"/>
          </a:bodyPr>
          <a:lstStyle/>
          <a:p>
            <a:endParaRPr lang="ja-JP" altLang="en-US"/>
          </a:p>
        </p:txBody>
      </p:sp>
      <p:sp>
        <p:nvSpPr>
          <p:cNvPr id="63" name="Text 48"/>
          <p:cNvSpPr txBox="1"/>
          <p:nvPr/>
        </p:nvSpPr>
        <p:spPr>
          <a:xfrm>
            <a:off x="457200" y="152705"/>
            <a:ext cx="3972154" cy="191110"/>
          </a:xfrm>
          <a:prstGeom prst="rect">
            <a:avLst/>
          </a:prstGeom>
          <a:noFill/>
          <a:ln/>
        </p:spPr>
        <p:txBody>
          <a:bodyPr wrap="square" lIns="0" tIns="0" rIns="0" bIns="0" rtlCol="0" anchor="ctr">
            <a:normAutofit fontScale="92500" lnSpcReduction="20000"/>
          </a:bodyP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PA45｜第4回</a:t>
            </a:r>
            <a:endParaRPr lang="en-US" sz="1000" dirty="0"/>
          </a:p>
        </p:txBody>
      </p:sp>
      <p:sp>
        <p:nvSpPr>
          <p:cNvPr id="64" name="Text 49"/>
          <p:cNvSpPr txBox="1"/>
          <p:nvPr/>
        </p:nvSpPr>
        <p:spPr>
          <a:xfrm>
            <a:off x="457200" y="381305"/>
            <a:ext cx="6003036" cy="428854"/>
          </a:xfrm>
          <a:prstGeom prst="rect">
            <a:avLst/>
          </a:prstGeom>
          <a:noFill/>
          <a:ln/>
        </p:spPr>
        <p:txBody>
          <a:bodyPr wrap="square" lIns="0" tIns="0" rIns="0" bIns="0" rtlCol="0" anchor="ctr">
            <a:normAutofit/>
          </a:bodyPr>
          <a:lstStyle/>
          <a:p>
            <a:pPr marL="0" indent="0" algn="l">
              <a:buNone/>
            </a:pPr>
            <a:r>
              <a:rPr lang="en-US" sz="2700" b="1" dirty="0">
                <a:solidFill>
                  <a:srgbClr val="1F2937"/>
                </a:solidFill>
                <a:latin typeface="Noto Sans JP" pitchFamily="34" charset="0"/>
                <a:ea typeface="Noto Sans JP" pitchFamily="34" charset="-122"/>
                <a:cs typeface="Noto Sans JP" pitchFamily="34" charset="-120"/>
              </a:rPr>
              <a:t>10分ハンズオン4つのステップ</a:t>
            </a:r>
            <a:endParaRPr lang="en-US" sz="2700" dirty="0"/>
          </a:p>
        </p:txBody>
      </p:sp>
      <p:sp>
        <p:nvSpPr>
          <p:cNvPr id="65" name="Shape 50"/>
          <p:cNvSpPr/>
          <p:nvPr/>
        </p:nvSpPr>
        <p:spPr>
          <a:xfrm>
            <a:off x="10812780" y="448056"/>
            <a:ext cx="114300" cy="114300"/>
          </a:xfrm>
          <a:prstGeom prst="ellipse">
            <a:avLst/>
          </a:prstGeom>
          <a:solidFill>
            <a:srgbClr val="0078D4"/>
          </a:solidFill>
          <a:ln w="12700">
            <a:solidFill>
              <a:srgbClr val="FFFFFF">
                <a:alpha val="0"/>
              </a:srgbClr>
            </a:solidFill>
            <a:prstDash val="solid"/>
          </a:ln>
        </p:spPr>
        <p:txBody>
          <a:bodyPr wrap="square">
            <a:normAutofit fontScale="25000" lnSpcReduction="20000"/>
          </a:bodyPr>
          <a:lstStyle/>
          <a:p>
            <a:endParaRPr lang="ja-JP" altLang="en-US"/>
          </a:p>
        </p:txBody>
      </p:sp>
      <p:sp>
        <p:nvSpPr>
          <p:cNvPr id="66" name="Text 51"/>
          <p:cNvSpPr txBox="1"/>
          <p:nvPr/>
        </p:nvSpPr>
        <p:spPr>
          <a:xfrm>
            <a:off x="11002975" y="390449"/>
            <a:ext cx="810158" cy="228600"/>
          </a:xfrm>
          <a:prstGeom prst="rect">
            <a:avLst/>
          </a:prstGeom>
          <a:noFill/>
          <a:ln/>
        </p:spPr>
        <p:txBody>
          <a:bodyPr wrap="square" lIns="0" tIns="0" rIns="0" bIns="0" rtlCol="0" anchor="ctr">
            <a:normAutofit fontScale="92500" lnSpcReduction="10000"/>
          </a:bodyP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Hands-on</a:t>
            </a:r>
            <a:endParaRPr lang="en-US" sz="1200" dirty="0"/>
          </a:p>
        </p:txBody>
      </p:sp>
      <p:sp>
        <p:nvSpPr>
          <p:cNvPr id="69" name="Shape 53"/>
          <p:cNvSpPr/>
          <p:nvPr/>
        </p:nvSpPr>
        <p:spPr>
          <a:xfrm>
            <a:off x="0" y="6400800"/>
            <a:ext cx="11832000" cy="457200"/>
          </a:xfrm>
          <a:prstGeom prst="rect">
            <a:avLst/>
          </a:prstGeom>
          <a:solidFill>
            <a:srgbClr val="FFFFFF"/>
          </a:solidFill>
          <a:ln/>
        </p:spPr>
        <p:txBody>
          <a:bodyPr wrap="square">
            <a:normAutofit/>
          </a:bodyPr>
          <a:lstStyle/>
          <a:p>
            <a:endParaRPr lang="ja-JP" altLang="en-US"/>
          </a:p>
        </p:txBody>
      </p:sp>
      <p:sp>
        <p:nvSpPr>
          <p:cNvPr id="70" name="Shape 54"/>
          <p:cNvSpPr/>
          <p:nvPr/>
        </p:nvSpPr>
        <p:spPr>
          <a:xfrm>
            <a:off x="0" y="6400800"/>
            <a:ext cx="11832000" cy="9144"/>
          </a:xfrm>
          <a:prstGeom prst="rect">
            <a:avLst/>
          </a:prstGeom>
          <a:solidFill>
            <a:srgbClr val="E5E7EB"/>
          </a:solidFill>
          <a:ln w="12700">
            <a:solidFill>
              <a:srgbClr val="E5E7EB">
                <a:alpha val="0"/>
              </a:srgbClr>
            </a:solidFill>
            <a:prstDash val="solid"/>
          </a:ln>
        </p:spPr>
        <p:txBody>
          <a:bodyPr wrap="square">
            <a:normAutofit fontScale="25000" lnSpcReduction="20000"/>
          </a:bodyPr>
          <a:lstStyle/>
          <a:p>
            <a:endParaRPr lang="ja-JP" altLang="en-US"/>
          </a:p>
        </p:txBody>
      </p:sp>
      <p:sp>
        <p:nvSpPr>
          <p:cNvPr id="71" name="Text 55"/>
          <p:cNvSpPr txBox="1"/>
          <p:nvPr/>
        </p:nvSpPr>
        <p:spPr>
          <a:xfrm>
            <a:off x="457200" y="6538874"/>
            <a:ext cx="2244852" cy="191110"/>
          </a:xfrm>
          <a:prstGeom prst="rect">
            <a:avLst/>
          </a:prstGeom>
          <a:noFill/>
          <a:ln/>
        </p:spPr>
        <p:txBody>
          <a:bodyPr wrap="square" lIns="0" tIns="0" rIns="0" bIns="0" rtlCol="0" anchor="ctr">
            <a:normAutofit fontScale="77500" lnSpcReduction="2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2" name="Text 56"/>
          <p:cNvSpPr txBox="1"/>
          <p:nvPr/>
        </p:nvSpPr>
        <p:spPr>
          <a:xfrm>
            <a:off x="10646359" y="6538874"/>
            <a:ext cx="1185641" cy="191110"/>
          </a:xfrm>
          <a:prstGeom prst="rect">
            <a:avLst/>
          </a:prstGeom>
          <a:noFill/>
          <a:ln/>
        </p:spPr>
        <p:txBody>
          <a:bodyPr wrap="square" lIns="0" tIns="0" rIns="0" bIns="0" rtlCol="0" anchor="ctr">
            <a:normAutofit fontScale="70000" lnSpcReduction="2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3" name="Image 14" descr="preencoded.png"/>
          <p:cNvPicPr>
            <a:picLocks noChangeAspect="1"/>
          </p:cNvPicPr>
          <p:nvPr/>
        </p:nvPicPr>
        <p:blipFill>
          <a:blip r:embed="rId16"/>
          <a:srcRect l="-200" r="-200"/>
          <a:stretch/>
        </p:blipFill>
        <p:spPr>
          <a:xfrm>
            <a:off x="0" y="6782105"/>
            <a:ext cx="12191695" cy="75895"/>
          </a:xfrm>
          <a:prstGeom prst="rect">
            <a:avLst/>
          </a:prstGeom>
        </p:spPr>
      </p:pic>
      <p:pic>
        <p:nvPicPr>
          <p:cNvPr id="68" name="図 67" descr="￧ﾭﾉ￣ﾁﾗ￣ﾁﾄ  AI 生成コンテンツは誤りを含む可能性があります。">
            <a:extLst>
              <a:ext uri="{FF2B5EF4-FFF2-40B4-BE49-F238E27FC236}">
                <a16:creationId xmlns:a16="http://schemas.microsoft.com/office/drawing/2014/main" id="{A7EF474C-C648-5EF5-1CBA-63E5B4BD8920}"/>
              </a:ext>
            </a:extLst>
          </p:cNvPr>
          <p:cNvPicPr>
            <a:picLocks noChangeAspect="1"/>
          </p:cNvPicPr>
          <p:nvPr/>
        </p:nvPicPr>
        <p:blipFill>
          <a:blip r:embed="rId17"/>
          <a:stretch>
            <a:fillRect/>
          </a:stretch>
        </p:blipFill>
        <p:spPr>
          <a:xfrm>
            <a:off x="6480124" y="2480399"/>
            <a:ext cx="5153374" cy="800335"/>
          </a:xfrm>
          <a:prstGeom prst="rect">
            <a:avLst/>
          </a:prstGeom>
          <a:ln>
            <a:noFill/>
          </a:ln>
          <a:effectLst>
            <a:outerShdw blurRad="190500" algn="tl" rotWithShape="0">
              <a:srgbClr val="000000">
                <a:alpha val="70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0F0"/>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ja-JP" altLang="en-US"/>
          </a:p>
        </p:txBody>
      </p:sp>
      <p:sp>
        <p:nvSpPr>
          <p:cNvPr id="4" name="Shape 2"/>
          <p:cNvSpPr/>
          <p:nvPr/>
        </p:nvSpPr>
        <p:spPr>
          <a:xfrm>
            <a:off x="571500" y="571500"/>
            <a:ext cx="1333195" cy="476402"/>
          </a:xfrm>
          <a:prstGeom prst="roundRect">
            <a:avLst>
              <a:gd name="adj" fmla="val 191939"/>
            </a:avLst>
          </a:prstGeom>
          <a:solidFill>
            <a:srgbClr val="2563EB"/>
          </a:solidFill>
          <a:ln w="12700">
            <a:solidFill>
              <a:srgbClr val="FFFFFF">
                <a:alpha val="0"/>
              </a:srgbClr>
            </a:solidFill>
            <a:prstDash val="solid"/>
          </a:ln>
        </p:spPr>
        <p:txBody>
          <a:bodyPr/>
          <a:lstStyle/>
          <a:p>
            <a:endParaRPr lang="ja-JP" altLang="en-US"/>
          </a:p>
        </p:txBody>
      </p:sp>
      <p:sp>
        <p:nvSpPr>
          <p:cNvPr id="5" name="Shape 3"/>
          <p:cNvSpPr/>
          <p:nvPr/>
        </p:nvSpPr>
        <p:spPr>
          <a:xfrm>
            <a:off x="952805" y="1524305"/>
            <a:ext cx="10401300" cy="1429207"/>
          </a:xfrm>
          <a:prstGeom prst="roundRect">
            <a:avLst>
              <a:gd name="adj" fmla="val 17061"/>
            </a:avLst>
          </a:prstGeom>
          <a:solidFill>
            <a:srgbClr val="EFF6FF"/>
          </a:solidFill>
          <a:ln/>
        </p:spPr>
        <p:txBody>
          <a:bodyPr/>
          <a:lstStyle/>
          <a:p>
            <a:endParaRPr lang="ja-JP" altLang="en-US"/>
          </a:p>
        </p:txBody>
      </p:sp>
      <p:sp>
        <p:nvSpPr>
          <p:cNvPr id="6" name="Shape 4"/>
          <p:cNvSpPr/>
          <p:nvPr/>
        </p:nvSpPr>
        <p:spPr>
          <a:xfrm>
            <a:off x="952805" y="1524305"/>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7" name="Shape 5"/>
          <p:cNvSpPr/>
          <p:nvPr/>
        </p:nvSpPr>
        <p:spPr>
          <a:xfrm>
            <a:off x="952805" y="3143707"/>
            <a:ext cx="10401300" cy="1429207"/>
          </a:xfrm>
          <a:prstGeom prst="roundRect">
            <a:avLst>
              <a:gd name="adj" fmla="val 17061"/>
            </a:avLst>
          </a:prstGeom>
          <a:solidFill>
            <a:srgbClr val="EFF6FF"/>
          </a:solidFill>
          <a:ln/>
        </p:spPr>
        <p:txBody>
          <a:bodyPr/>
          <a:lstStyle/>
          <a:p>
            <a:endParaRPr lang="ja-JP" altLang="en-US"/>
          </a:p>
        </p:txBody>
      </p:sp>
      <p:sp>
        <p:nvSpPr>
          <p:cNvPr id="8" name="Shape 6"/>
          <p:cNvSpPr/>
          <p:nvPr/>
        </p:nvSpPr>
        <p:spPr>
          <a:xfrm>
            <a:off x="952805" y="3143707"/>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9" name="Shape 7"/>
          <p:cNvSpPr/>
          <p:nvPr/>
        </p:nvSpPr>
        <p:spPr>
          <a:xfrm>
            <a:off x="952805" y="4762195"/>
            <a:ext cx="10401300" cy="1429207"/>
          </a:xfrm>
          <a:prstGeom prst="roundRect">
            <a:avLst>
              <a:gd name="adj" fmla="val 17061"/>
            </a:avLst>
          </a:prstGeom>
          <a:solidFill>
            <a:srgbClr val="EFF6FF"/>
          </a:solidFill>
          <a:ln/>
        </p:spPr>
        <p:txBody>
          <a:bodyPr/>
          <a:lstStyle/>
          <a:p>
            <a:endParaRPr lang="ja-JP" altLang="en-US"/>
          </a:p>
        </p:txBody>
      </p:sp>
      <p:sp>
        <p:nvSpPr>
          <p:cNvPr id="10" name="Shape 8"/>
          <p:cNvSpPr/>
          <p:nvPr/>
        </p:nvSpPr>
        <p:spPr>
          <a:xfrm>
            <a:off x="952805" y="4762195"/>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11" name="Text 9"/>
          <p:cNvSpPr txBox="1"/>
          <p:nvPr/>
        </p:nvSpPr>
        <p:spPr>
          <a:xfrm>
            <a:off x="891540" y="642823"/>
            <a:ext cx="703174" cy="333756"/>
          </a:xfrm>
          <a:prstGeom prst="rect">
            <a:avLst/>
          </a:prstGeom>
          <a:noFill/>
          <a:ln/>
        </p:spPr>
        <p:txBody>
          <a:bodyPr wrap="square" lIns="0" tIns="0" rIns="0" bIns="0" rtlCol="0" anchor="ctr"/>
          <a:lstStyle/>
          <a:p>
            <a:pPr marL="0" indent="0" algn="ctr">
              <a:buNone/>
            </a:pPr>
            <a:r>
              <a:rPr lang="en-US" sz="1800" b="1" dirty="0">
                <a:solidFill>
                  <a:srgbClr val="FFFFFF"/>
                </a:solidFill>
                <a:latin typeface="Noto Sans JP" pitchFamily="34" charset="0"/>
                <a:ea typeface="Noto Sans JP" pitchFamily="34" charset="-122"/>
                <a:cs typeface="Noto Sans JP" pitchFamily="34" charset="-120"/>
              </a:rPr>
              <a:t>Vol.4</a:t>
            </a:r>
            <a:endParaRPr lang="en-US" sz="1800" dirty="0"/>
          </a:p>
        </p:txBody>
      </p:sp>
      <p:sp>
        <p:nvSpPr>
          <p:cNvPr id="12" name="Text 10"/>
          <p:cNvSpPr txBox="1"/>
          <p:nvPr/>
        </p:nvSpPr>
        <p:spPr>
          <a:xfrm>
            <a:off x="2190902" y="523951"/>
            <a:ext cx="9354312" cy="486461"/>
          </a:xfrm>
          <a:prstGeom prst="rect">
            <a:avLst/>
          </a:prstGeom>
          <a:noFill/>
          <a:ln/>
        </p:spPr>
        <p:txBody>
          <a:bodyPr wrap="square" lIns="0" tIns="0" rIns="0" bIns="0" rtlCol="0" anchor="ctr"/>
          <a:lstStyle/>
          <a:p>
            <a:pPr marL="0" indent="0" algn="l">
              <a:buNone/>
            </a:pPr>
            <a:r>
              <a:rPr lang="ja-JP" altLang="en-US" sz="3100" b="1">
                <a:solidFill>
                  <a:srgbClr val="1F2937"/>
                </a:solidFill>
                <a:latin typeface="Noto Sans JP" pitchFamily="34" charset="0"/>
                <a:ea typeface="Noto Sans JP" pitchFamily="34" charset="-122"/>
              </a:rPr>
              <a:t>今日のポイント　３つ</a:t>
            </a:r>
            <a:endParaRPr lang="en-US" sz="3100" dirty="0"/>
          </a:p>
        </p:txBody>
      </p:sp>
      <p:pic>
        <p:nvPicPr>
          <p:cNvPr id="13" name="Image 0" descr="preencoded.png"/>
          <p:cNvPicPr>
            <a:picLocks noChangeAspect="1"/>
          </p:cNvPicPr>
          <p:nvPr/>
        </p:nvPicPr>
        <p:blipFill>
          <a:blip r:embed="rId3"/>
          <a:srcRect l="-469" r="-469"/>
          <a:stretch/>
        </p:blipFill>
        <p:spPr>
          <a:xfrm>
            <a:off x="1462126" y="2024482"/>
            <a:ext cx="504749" cy="571500"/>
          </a:xfrm>
          <a:prstGeom prst="rect">
            <a:avLst/>
          </a:prstGeom>
        </p:spPr>
      </p:pic>
      <p:sp>
        <p:nvSpPr>
          <p:cNvPr id="14" name="Text 11"/>
          <p:cNvSpPr txBox="1"/>
          <p:nvPr/>
        </p:nvSpPr>
        <p:spPr>
          <a:xfrm>
            <a:off x="2381098" y="1666951"/>
            <a:ext cx="876361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① Apply to Eachを使えば、フローに"繰り返し力"を持たせられる</a:t>
            </a:r>
            <a:endParaRPr lang="en-US" sz="2100" dirty="0"/>
          </a:p>
        </p:txBody>
      </p:sp>
      <p:sp>
        <p:nvSpPr>
          <p:cNvPr id="15" name="Text 12"/>
          <p:cNvSpPr txBox="1"/>
          <p:nvPr/>
        </p:nvSpPr>
        <p:spPr>
          <a:xfrm>
            <a:off x="2381098" y="2124151"/>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リストの件数分だけ自動で処理するーこれが本当の一括自動化です。</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フローが"勝手に全件まわしてくれる"ようになる瞬間です。</a:t>
            </a:r>
            <a:endParaRPr lang="en-US" sz="1800" dirty="0"/>
          </a:p>
        </p:txBody>
      </p:sp>
      <p:pic>
        <p:nvPicPr>
          <p:cNvPr id="16" name="Image 1" descr="preencoded.png"/>
          <p:cNvPicPr>
            <a:picLocks noChangeAspect="1"/>
          </p:cNvPicPr>
          <p:nvPr/>
        </p:nvPicPr>
        <p:blipFill>
          <a:blip r:embed="rId4"/>
          <a:srcRect/>
          <a:stretch/>
        </p:blipFill>
        <p:spPr>
          <a:xfrm>
            <a:off x="1429207" y="3642970"/>
            <a:ext cx="571500" cy="571500"/>
          </a:xfrm>
          <a:prstGeom prst="rect">
            <a:avLst/>
          </a:prstGeom>
        </p:spPr>
      </p:pic>
      <p:sp>
        <p:nvSpPr>
          <p:cNvPr id="17" name="Text 13"/>
          <p:cNvSpPr txBox="1"/>
          <p:nvPr/>
        </p:nvSpPr>
        <p:spPr>
          <a:xfrm>
            <a:off x="2381098" y="3286354"/>
            <a:ext cx="868680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② Current itemで、今処理中のアイテムを取り出せる</a:t>
            </a:r>
            <a:endParaRPr lang="en-US" sz="2100" dirty="0"/>
          </a:p>
        </p:txBody>
      </p:sp>
      <p:sp>
        <p:nvSpPr>
          <p:cNvPr id="18" name="Text 14"/>
          <p:cNvSpPr txBox="1"/>
          <p:nvPr/>
        </p:nvSpPr>
        <p:spPr>
          <a:xfrm>
            <a:off x="2381098" y="3743554"/>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ループ内では「Current item」という動的コンテンツが使えます。</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これが各アイテムの中身ですーここに宛先や件名を設定するだけ。</a:t>
            </a:r>
            <a:endParaRPr lang="en-US" sz="1800" dirty="0"/>
          </a:p>
        </p:txBody>
      </p:sp>
      <p:pic>
        <p:nvPicPr>
          <p:cNvPr id="19" name="Image 2" descr="preencoded.png"/>
          <p:cNvPicPr>
            <a:picLocks noChangeAspect="1"/>
          </p:cNvPicPr>
          <p:nvPr/>
        </p:nvPicPr>
        <p:blipFill>
          <a:blip r:embed="rId5"/>
          <a:srcRect l="-469" r="-469"/>
          <a:stretch/>
        </p:blipFill>
        <p:spPr>
          <a:xfrm>
            <a:off x="1462126" y="5262372"/>
            <a:ext cx="504749" cy="571500"/>
          </a:xfrm>
          <a:prstGeom prst="rect">
            <a:avLst/>
          </a:prstGeom>
        </p:spPr>
      </p:pic>
      <p:sp>
        <p:nvSpPr>
          <p:cNvPr id="20" name="Text 15"/>
          <p:cNvSpPr txBox="1"/>
          <p:nvPr/>
        </p:nvSpPr>
        <p:spPr>
          <a:xfrm>
            <a:off x="2381098" y="4905756"/>
            <a:ext cx="876361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③ 毎回の手動繰り返し作業が不要になる―これが本当の自動化</a:t>
            </a:r>
            <a:endParaRPr lang="en-US" sz="2100" dirty="0"/>
          </a:p>
        </p:txBody>
      </p:sp>
      <p:sp>
        <p:nvSpPr>
          <p:cNvPr id="21" name="Text 16"/>
          <p:cNvSpPr txBox="1"/>
          <p:nvPr/>
        </p:nvSpPr>
        <p:spPr>
          <a:xfrm>
            <a:off x="2381098" y="5362956"/>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100件でも1000件でも、フローは疲れずに処理し続けます。</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今日覚えたApply to Eachが、あなたの仕事を変えていきます。</a:t>
            </a:r>
            <a:endParaRPr lang="en-US" sz="1800" dirty="0"/>
          </a:p>
        </p:txBody>
      </p:sp>
      <p:sp>
        <p:nvSpPr>
          <p:cNvPr id="22" name="Text 17"/>
          <p:cNvSpPr txBox="1"/>
          <p:nvPr/>
        </p:nvSpPr>
        <p:spPr>
          <a:xfrm>
            <a:off x="10306202" y="6191402"/>
            <a:ext cx="1505102" cy="333756"/>
          </a:xfrm>
          <a:prstGeom prst="rect">
            <a:avLst/>
          </a:prstGeom>
          <a:noFill/>
          <a:ln/>
        </p:spPr>
        <p:txBody>
          <a:bodyPr wrap="square" lIns="0" tIns="0" rIns="0" bIns="0" rtlCol="0" anchor="ctr"/>
          <a:lstStyle/>
          <a:p>
            <a:pPr marL="0" indent="0" algn="r">
              <a:buNone/>
            </a:pPr>
            <a:r>
              <a:rPr lang="en-US" sz="1800" b="1" dirty="0">
                <a:solidFill>
                  <a:srgbClr val="9CA3AF"/>
                </a:solidFill>
                <a:latin typeface="Noto Sans JP" pitchFamily="34" charset="0"/>
                <a:ea typeface="Noto Sans JP" pitchFamily="34" charset="-122"/>
                <a:cs typeface="Noto Sans JP" pitchFamily="34" charset="-120"/>
              </a:rPr>
              <a:t>#PA45</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447495"/>
            <a:ext cx="12191695" cy="5266944"/>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304495"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6" name="Shape 4"/>
          <p:cNvSpPr/>
          <p:nvPr/>
        </p:nvSpPr>
        <p:spPr>
          <a:xfrm>
            <a:off x="619049" y="2066544"/>
            <a:ext cx="685800" cy="685800"/>
          </a:xfrm>
          <a:prstGeom prst="roundRect">
            <a:avLst>
              <a:gd name="adj" fmla="val 59259"/>
            </a:avLst>
          </a:prstGeom>
          <a:solidFill>
            <a:srgbClr val="EDE9FE"/>
          </a:solidFill>
          <a:ln w="12700">
            <a:solidFill>
              <a:srgbClr val="FFFFFF">
                <a:alpha val="0"/>
              </a:srgbClr>
            </a:solidFill>
            <a:prstDash val="solid"/>
          </a:ln>
        </p:spPr>
        <p:txBody>
          <a:bodyPr wrap="square"/>
          <a:lstStyle/>
          <a:p>
            <a:endParaRPr lang="ja-JP" altLang="en-US"/>
          </a:p>
        </p:txBody>
      </p:sp>
      <p:pic>
        <p:nvPicPr>
          <p:cNvPr id="7" name="Image 0" descr="preencoded.png"/>
          <p:cNvPicPr>
            <a:picLocks noChangeAspect="1"/>
          </p:cNvPicPr>
          <p:nvPr/>
        </p:nvPicPr>
        <p:blipFill>
          <a:blip r:embed="rId3"/>
          <a:srcRect/>
          <a:stretch/>
        </p:blipFill>
        <p:spPr>
          <a:xfrm>
            <a:off x="809244" y="2257654"/>
            <a:ext cx="304495" cy="304495"/>
          </a:xfrm>
          <a:prstGeom prst="rect">
            <a:avLst/>
          </a:prstGeom>
        </p:spPr>
      </p:pic>
      <p:sp>
        <p:nvSpPr>
          <p:cNvPr id="8" name="Shape 5"/>
          <p:cNvSpPr/>
          <p:nvPr/>
        </p:nvSpPr>
        <p:spPr>
          <a:xfrm>
            <a:off x="2107734" y="2066544"/>
            <a:ext cx="1592843" cy="495605"/>
          </a:xfrm>
          <a:prstGeom prst="roundRect">
            <a:avLst>
              <a:gd name="adj" fmla="val 112613"/>
            </a:avLst>
          </a:prstGeom>
          <a:solidFill>
            <a:srgbClr val="EDE9FE"/>
          </a:solidFill>
          <a:ln w="12700">
            <a:solidFill>
              <a:srgbClr val="FFFFFF">
                <a:alpha val="0"/>
              </a:srgbClr>
            </a:solidFill>
            <a:prstDash val="solid"/>
          </a:ln>
        </p:spPr>
        <p:txBody>
          <a:bodyPr wrap="square"/>
          <a:lstStyle/>
          <a:p>
            <a:endParaRPr lang="ja-JP" altLang="en-US"/>
          </a:p>
        </p:txBody>
      </p:sp>
      <p:sp>
        <p:nvSpPr>
          <p:cNvPr id="9" name="Text 6"/>
          <p:cNvSpPr txBox="1"/>
          <p:nvPr/>
        </p:nvSpPr>
        <p:spPr>
          <a:xfrm>
            <a:off x="2222501" y="2132075"/>
            <a:ext cx="1379620"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6D28D9"/>
                </a:solidFill>
                <a:latin typeface="Noto Sans JP" pitchFamily="34" charset="0"/>
                <a:ea typeface="Noto Sans JP" pitchFamily="34" charset="-122"/>
                <a:cs typeface="Noto Sans JP" pitchFamily="34" charset="-120"/>
              </a:rPr>
              <a:t>メール活用</a:t>
            </a:r>
            <a:endParaRPr lang="en-US" sz="2800" dirty="0"/>
          </a:p>
        </p:txBody>
      </p:sp>
      <p:sp>
        <p:nvSpPr>
          <p:cNvPr id="10" name="Text 7"/>
          <p:cNvSpPr txBox="1"/>
          <p:nvPr/>
        </p:nvSpPr>
        <p:spPr>
          <a:xfrm>
            <a:off x="619049"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未読メール一括通知</a:t>
            </a:r>
            <a:endParaRPr lang="en-US" sz="2800" dirty="0"/>
          </a:p>
        </p:txBody>
      </p:sp>
      <p:sp>
        <p:nvSpPr>
          <p:cNvPr id="11" name="Text 8"/>
          <p:cNvSpPr txBox="1"/>
          <p:nvPr/>
        </p:nvSpPr>
        <p:spPr>
          <a:xfrm>
            <a:off x="374650"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複数の未読メールをループし、1件ずつ内容をTeamsに通知します。件数に関わらず全件を自動処理できます。</a:t>
            </a:r>
            <a:endParaRPr lang="en-US" sz="1600" dirty="0"/>
          </a:p>
          <a:p>
            <a:pPr marL="0" indent="0" algn="l">
              <a:buNone/>
            </a:pPr>
            <a:endParaRPr lang="en-US" sz="1600" dirty="0"/>
          </a:p>
          <a:p>
            <a:pPr marL="0" indent="0" algn="l">
              <a:buNone/>
            </a:pPr>
            <a:endParaRPr lang="en-US" sz="1600" dirty="0"/>
          </a:p>
        </p:txBody>
      </p:sp>
      <p:sp>
        <p:nvSpPr>
          <p:cNvPr id="12" name="Shape 9"/>
          <p:cNvSpPr/>
          <p:nvPr/>
        </p:nvSpPr>
        <p:spPr>
          <a:xfrm>
            <a:off x="304494" y="5309921"/>
            <a:ext cx="3622853" cy="1052474"/>
          </a:xfrm>
          <a:prstGeom prst="roundRect">
            <a:avLst>
              <a:gd name="adj" fmla="val 22848"/>
            </a:avLst>
          </a:prstGeom>
          <a:solidFill>
            <a:srgbClr val="F5F3FF"/>
          </a:solidFill>
          <a:ln w="12700">
            <a:solidFill>
              <a:srgbClr val="EDE9FE"/>
            </a:solidFill>
            <a:prstDash val="solid"/>
          </a:ln>
        </p:spPr>
        <p:txBody>
          <a:bodyPr wrap="square"/>
          <a:lstStyle/>
          <a:p>
            <a:endParaRPr lang="ja-JP" altLang="en-US" sz="3200"/>
          </a:p>
        </p:txBody>
      </p:sp>
      <p:sp>
        <p:nvSpPr>
          <p:cNvPr id="13" name="Text 10"/>
          <p:cNvSpPr txBox="1"/>
          <p:nvPr/>
        </p:nvSpPr>
        <p:spPr>
          <a:xfrm>
            <a:off x="551383" y="5426075"/>
            <a:ext cx="2873045" cy="191110"/>
          </a:xfrm>
          <a:prstGeom prst="rect">
            <a:avLst/>
          </a:prstGeom>
          <a:noFill/>
          <a:ln/>
        </p:spPr>
        <p:txBody>
          <a:bodyPr wrap="square" lIns="0" tIns="0" rIns="0" bIns="0" rtlCol="0" anchor="ctr"/>
          <a:lstStyle/>
          <a:p>
            <a:pPr marL="0" indent="0" algn="l">
              <a:buNone/>
            </a:pPr>
            <a:r>
              <a:rPr lang="en-US" sz="1600" b="1" dirty="0">
                <a:solidFill>
                  <a:srgbClr val="A78BFA"/>
                </a:solidFill>
                <a:latin typeface="Noto Sans JP" pitchFamily="34" charset="0"/>
                <a:ea typeface="Noto Sans JP" pitchFamily="34" charset="-122"/>
                <a:cs typeface="Noto Sans JP" pitchFamily="34" charset="-120"/>
              </a:rPr>
              <a:t>1件ずつ処理</a:t>
            </a:r>
            <a:endParaRPr lang="en-US" sz="2000" dirty="0"/>
          </a:p>
        </p:txBody>
      </p:sp>
      <p:pic>
        <p:nvPicPr>
          <p:cNvPr id="14" name="Image 1" descr="preencoded.png"/>
          <p:cNvPicPr>
            <a:picLocks noChangeAspect="1"/>
          </p:cNvPicPr>
          <p:nvPr/>
        </p:nvPicPr>
        <p:blipFill>
          <a:blip r:embed="rId4"/>
          <a:srcRect t="-43" b="-43"/>
          <a:stretch/>
        </p:blipFill>
        <p:spPr>
          <a:xfrm>
            <a:off x="780898" y="5738774"/>
            <a:ext cx="133502" cy="152705"/>
          </a:xfrm>
          <a:prstGeom prst="rect">
            <a:avLst/>
          </a:prstGeom>
        </p:spPr>
      </p:pic>
      <p:sp>
        <p:nvSpPr>
          <p:cNvPr id="15" name="Text 11"/>
          <p:cNvSpPr txBox="1"/>
          <p:nvPr/>
        </p:nvSpPr>
        <p:spPr>
          <a:xfrm>
            <a:off x="406095" y="5782920"/>
            <a:ext cx="3627357"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未読メール取得 → Apply to Each → 各メールを通知</a:t>
            </a:r>
            <a:endParaRPr lang="en-US" sz="2000" dirty="0"/>
          </a:p>
        </p:txBody>
      </p:sp>
      <p:sp>
        <p:nvSpPr>
          <p:cNvPr id="16" name="Shape 12"/>
          <p:cNvSpPr/>
          <p:nvPr/>
        </p:nvSpPr>
        <p:spPr>
          <a:xfrm>
            <a:off x="4267505" y="1754533"/>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17" name="Shape 13"/>
          <p:cNvSpPr/>
          <p:nvPr/>
        </p:nvSpPr>
        <p:spPr>
          <a:xfrm>
            <a:off x="4556455" y="2066544"/>
            <a:ext cx="685800" cy="685800"/>
          </a:xfrm>
          <a:prstGeom prst="roundRect">
            <a:avLst>
              <a:gd name="adj" fmla="val 59259"/>
            </a:avLst>
          </a:prstGeom>
          <a:solidFill>
            <a:srgbClr val="D1FAE5"/>
          </a:solidFill>
          <a:ln w="12700">
            <a:solidFill>
              <a:srgbClr val="FFFFFF">
                <a:alpha val="0"/>
              </a:srgbClr>
            </a:solidFill>
            <a:prstDash val="solid"/>
          </a:ln>
        </p:spPr>
        <p:txBody>
          <a:bodyPr wrap="square"/>
          <a:lstStyle/>
          <a:p>
            <a:endParaRPr lang="ja-JP" altLang="en-US"/>
          </a:p>
        </p:txBody>
      </p:sp>
      <p:pic>
        <p:nvPicPr>
          <p:cNvPr id="18" name="Image 2" descr="preencoded.png"/>
          <p:cNvPicPr>
            <a:picLocks noChangeAspect="1"/>
          </p:cNvPicPr>
          <p:nvPr/>
        </p:nvPicPr>
        <p:blipFill>
          <a:blip r:embed="rId5"/>
          <a:srcRect/>
          <a:stretch/>
        </p:blipFill>
        <p:spPr>
          <a:xfrm>
            <a:off x="4746650" y="2257654"/>
            <a:ext cx="304495" cy="304495"/>
          </a:xfrm>
          <a:prstGeom prst="rect">
            <a:avLst/>
          </a:prstGeom>
        </p:spPr>
      </p:pic>
      <p:sp>
        <p:nvSpPr>
          <p:cNvPr id="19" name="Shape 14"/>
          <p:cNvSpPr/>
          <p:nvPr/>
        </p:nvSpPr>
        <p:spPr>
          <a:xfrm>
            <a:off x="5850076" y="2066544"/>
            <a:ext cx="1792480" cy="495605"/>
          </a:xfrm>
          <a:prstGeom prst="roundRect">
            <a:avLst>
              <a:gd name="adj" fmla="val 112613"/>
            </a:avLst>
          </a:prstGeom>
          <a:solidFill>
            <a:srgbClr val="D1FAE5"/>
          </a:solidFill>
          <a:ln w="12700">
            <a:solidFill>
              <a:srgbClr val="FFFFFF">
                <a:alpha val="0"/>
              </a:srgbClr>
            </a:solidFill>
            <a:prstDash val="solid"/>
          </a:ln>
        </p:spPr>
        <p:txBody>
          <a:bodyPr wrap="square"/>
          <a:lstStyle/>
          <a:p>
            <a:endParaRPr lang="ja-JP" altLang="en-US"/>
          </a:p>
        </p:txBody>
      </p:sp>
      <p:sp>
        <p:nvSpPr>
          <p:cNvPr id="20" name="Text 15"/>
          <p:cNvSpPr txBox="1"/>
          <p:nvPr/>
        </p:nvSpPr>
        <p:spPr>
          <a:xfrm>
            <a:off x="5998570" y="2132075"/>
            <a:ext cx="1514439"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047857"/>
                </a:solidFill>
                <a:latin typeface="Noto Sans JP" pitchFamily="34" charset="0"/>
                <a:ea typeface="Noto Sans JP" pitchFamily="34" charset="-122"/>
                <a:cs typeface="Noto Sans JP" pitchFamily="34" charset="-120"/>
              </a:rPr>
              <a:t>リスト活用</a:t>
            </a:r>
            <a:endParaRPr lang="en-US" sz="2800" dirty="0"/>
          </a:p>
        </p:txBody>
      </p:sp>
      <p:sp>
        <p:nvSpPr>
          <p:cNvPr id="21" name="Text 16"/>
          <p:cNvSpPr txBox="1"/>
          <p:nvPr/>
        </p:nvSpPr>
        <p:spPr>
          <a:xfrm>
            <a:off x="4556455"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複数の申請を一括通知</a:t>
            </a:r>
            <a:endParaRPr lang="en-US" sz="2800" dirty="0"/>
          </a:p>
        </p:txBody>
      </p:sp>
      <p:sp>
        <p:nvSpPr>
          <p:cNvPr id="22" name="Text 17"/>
          <p:cNvSpPr txBox="1"/>
          <p:nvPr/>
        </p:nvSpPr>
        <p:spPr>
          <a:xfrm>
            <a:off x="4312056"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申請リストをループし、各申請者に受付完了メールを自動送信します。まとめて処理できます。</a:t>
            </a:r>
            <a:endParaRPr lang="en-US" sz="1600" dirty="0"/>
          </a:p>
          <a:p>
            <a:pPr marL="0" indent="0" algn="l">
              <a:buNone/>
            </a:pPr>
            <a:endParaRPr lang="en-US" sz="1600" dirty="0"/>
          </a:p>
          <a:p>
            <a:pPr marL="0" indent="0" algn="l">
              <a:buNone/>
            </a:pPr>
            <a:endParaRPr lang="en-US" sz="1600" dirty="0"/>
          </a:p>
        </p:txBody>
      </p:sp>
      <p:sp>
        <p:nvSpPr>
          <p:cNvPr id="23" name="Shape 18"/>
          <p:cNvSpPr/>
          <p:nvPr/>
        </p:nvSpPr>
        <p:spPr>
          <a:xfrm>
            <a:off x="4402836" y="5309921"/>
            <a:ext cx="3477463" cy="1052474"/>
          </a:xfrm>
          <a:prstGeom prst="roundRect">
            <a:avLst>
              <a:gd name="adj" fmla="val 22848"/>
            </a:avLst>
          </a:prstGeom>
          <a:solidFill>
            <a:srgbClr val="ECFDF5"/>
          </a:solidFill>
          <a:ln w="12700">
            <a:solidFill>
              <a:srgbClr val="D1FAE5"/>
            </a:solidFill>
            <a:prstDash val="solid"/>
          </a:ln>
        </p:spPr>
        <p:txBody>
          <a:bodyPr wrap="square"/>
          <a:lstStyle/>
          <a:p>
            <a:endParaRPr lang="ja-JP" altLang="en-US" sz="3200"/>
          </a:p>
        </p:txBody>
      </p:sp>
      <p:sp>
        <p:nvSpPr>
          <p:cNvPr id="24" name="Text 19"/>
          <p:cNvSpPr txBox="1"/>
          <p:nvPr/>
        </p:nvSpPr>
        <p:spPr>
          <a:xfrm>
            <a:off x="4488789" y="5426075"/>
            <a:ext cx="2873045" cy="191110"/>
          </a:xfrm>
          <a:prstGeom prst="rect">
            <a:avLst/>
          </a:prstGeom>
          <a:noFill/>
          <a:ln/>
        </p:spPr>
        <p:txBody>
          <a:bodyPr wrap="square" lIns="0" tIns="0" rIns="0" bIns="0" rtlCol="0" anchor="ctr"/>
          <a:lstStyle/>
          <a:p>
            <a:pPr marL="0" indent="0" algn="l">
              <a:buNone/>
            </a:pPr>
            <a:r>
              <a:rPr lang="en-US" sz="1600" b="1" dirty="0">
                <a:solidFill>
                  <a:srgbClr val="34D399"/>
                </a:solidFill>
                <a:latin typeface="Noto Sans JP" pitchFamily="34" charset="0"/>
                <a:ea typeface="Noto Sans JP" pitchFamily="34" charset="-122"/>
                <a:cs typeface="Noto Sans JP" pitchFamily="34" charset="-120"/>
              </a:rPr>
              <a:t>ループ処理</a:t>
            </a:r>
            <a:endParaRPr lang="en-US" sz="2000" dirty="0"/>
          </a:p>
        </p:txBody>
      </p:sp>
      <p:pic>
        <p:nvPicPr>
          <p:cNvPr id="25" name="Image 3" descr="preencoded.png"/>
          <p:cNvPicPr>
            <a:picLocks noChangeAspect="1"/>
          </p:cNvPicPr>
          <p:nvPr/>
        </p:nvPicPr>
        <p:blipFill>
          <a:blip r:embed="rId6"/>
          <a:srcRect t="-43" b="-43"/>
          <a:stretch/>
        </p:blipFill>
        <p:spPr>
          <a:xfrm>
            <a:off x="4718304" y="5738774"/>
            <a:ext cx="133502" cy="152705"/>
          </a:xfrm>
          <a:prstGeom prst="rect">
            <a:avLst/>
          </a:prstGeom>
        </p:spPr>
      </p:pic>
      <p:sp>
        <p:nvSpPr>
          <p:cNvPr id="26" name="Text 20"/>
          <p:cNvSpPr txBox="1"/>
          <p:nvPr/>
        </p:nvSpPr>
        <p:spPr>
          <a:xfrm>
            <a:off x="4697767" y="5727884"/>
            <a:ext cx="285468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申請リスト → Apply to Each → 受付メール送信</a:t>
            </a:r>
            <a:endParaRPr lang="en-US" sz="2000" dirty="0"/>
          </a:p>
        </p:txBody>
      </p:sp>
      <p:sp>
        <p:nvSpPr>
          <p:cNvPr id="27" name="Shape 21"/>
          <p:cNvSpPr/>
          <p:nvPr/>
        </p:nvSpPr>
        <p:spPr>
          <a:xfrm>
            <a:off x="8178394"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28" name="Shape 22"/>
          <p:cNvSpPr/>
          <p:nvPr/>
        </p:nvSpPr>
        <p:spPr>
          <a:xfrm>
            <a:off x="8492947" y="2066544"/>
            <a:ext cx="685800" cy="685800"/>
          </a:xfrm>
          <a:prstGeom prst="roundRect">
            <a:avLst>
              <a:gd name="adj" fmla="val 59259"/>
            </a:avLst>
          </a:prstGeom>
          <a:solidFill>
            <a:srgbClr val="DBEAFE"/>
          </a:solidFill>
          <a:ln w="12700">
            <a:solidFill>
              <a:srgbClr val="FFFFFF">
                <a:alpha val="0"/>
              </a:srgbClr>
            </a:solidFill>
            <a:prstDash val="solid"/>
          </a:ln>
        </p:spPr>
        <p:txBody>
          <a:bodyPr wrap="square"/>
          <a:lstStyle/>
          <a:p>
            <a:endParaRPr lang="ja-JP" altLang="en-US"/>
          </a:p>
        </p:txBody>
      </p:sp>
      <p:pic>
        <p:nvPicPr>
          <p:cNvPr id="29" name="Image 4" descr="preencoded.png"/>
          <p:cNvPicPr>
            <a:picLocks noChangeAspect="1"/>
          </p:cNvPicPr>
          <p:nvPr/>
        </p:nvPicPr>
        <p:blipFill>
          <a:blip r:embed="rId7"/>
          <a:srcRect l="-90" r="-90"/>
          <a:stretch/>
        </p:blipFill>
        <p:spPr>
          <a:xfrm>
            <a:off x="8645652" y="2257654"/>
            <a:ext cx="381305" cy="304495"/>
          </a:xfrm>
          <a:prstGeom prst="rect">
            <a:avLst/>
          </a:prstGeom>
        </p:spPr>
      </p:pic>
      <p:sp>
        <p:nvSpPr>
          <p:cNvPr id="30" name="Shape 23"/>
          <p:cNvSpPr/>
          <p:nvPr/>
        </p:nvSpPr>
        <p:spPr>
          <a:xfrm>
            <a:off x="9607551" y="2066544"/>
            <a:ext cx="1968754" cy="495605"/>
          </a:xfrm>
          <a:prstGeom prst="roundRect">
            <a:avLst>
              <a:gd name="adj" fmla="val 112613"/>
            </a:avLst>
          </a:prstGeom>
          <a:solidFill>
            <a:srgbClr val="DBEAFE"/>
          </a:solidFill>
          <a:ln w="12700">
            <a:solidFill>
              <a:srgbClr val="FFFFFF">
                <a:alpha val="0"/>
              </a:srgbClr>
            </a:solidFill>
            <a:prstDash val="solid"/>
          </a:ln>
        </p:spPr>
        <p:txBody>
          <a:bodyPr wrap="square"/>
          <a:lstStyle/>
          <a:p>
            <a:endParaRPr lang="ja-JP" altLang="en-US"/>
          </a:p>
        </p:txBody>
      </p:sp>
      <p:sp>
        <p:nvSpPr>
          <p:cNvPr id="31" name="Text 24"/>
          <p:cNvSpPr txBox="1"/>
          <p:nvPr/>
        </p:nvSpPr>
        <p:spPr>
          <a:xfrm>
            <a:off x="9758921" y="2151583"/>
            <a:ext cx="1728686" cy="239116"/>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1D4ED8"/>
                </a:solidFill>
                <a:latin typeface="Noto Sans JP" pitchFamily="34" charset="0"/>
                <a:ea typeface="Noto Sans JP" pitchFamily="34" charset="-122"/>
                <a:cs typeface="Noto Sans JP" pitchFamily="34" charset="-120"/>
              </a:rPr>
              <a:t>データ活用</a:t>
            </a:r>
            <a:endParaRPr lang="en-US" sz="2800" dirty="0"/>
          </a:p>
        </p:txBody>
      </p:sp>
      <p:sp>
        <p:nvSpPr>
          <p:cNvPr id="32" name="Text 25"/>
          <p:cNvSpPr txBox="1"/>
          <p:nvPr/>
        </p:nvSpPr>
        <p:spPr>
          <a:xfrm>
            <a:off x="8492947" y="2989682"/>
            <a:ext cx="3294686"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Excelリスト一括処理</a:t>
            </a:r>
            <a:endParaRPr lang="en-US" sz="2800" dirty="0"/>
          </a:p>
        </p:txBody>
      </p:sp>
      <p:sp>
        <p:nvSpPr>
          <p:cNvPr id="33" name="Text 26"/>
          <p:cNvSpPr txBox="1"/>
          <p:nvPr/>
        </p:nvSpPr>
        <p:spPr>
          <a:xfrm>
            <a:off x="8248549" y="3574898"/>
            <a:ext cx="3467202"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スプレッドシートの全行をループし、各行のデータに応じた通知やメール送信を自動実行します。</a:t>
            </a:r>
            <a:endParaRPr lang="en-US" sz="1600" dirty="0"/>
          </a:p>
          <a:p>
            <a:pPr marL="0" indent="0" algn="l">
              <a:buNone/>
            </a:pPr>
            <a:endParaRPr lang="en-US" sz="1600" dirty="0"/>
          </a:p>
          <a:p>
            <a:pPr marL="0" indent="0" algn="l">
              <a:buNone/>
            </a:pPr>
            <a:endParaRPr lang="en-US" sz="1600" dirty="0"/>
          </a:p>
        </p:txBody>
      </p:sp>
      <p:sp>
        <p:nvSpPr>
          <p:cNvPr id="34" name="Shape 27"/>
          <p:cNvSpPr/>
          <p:nvPr/>
        </p:nvSpPr>
        <p:spPr>
          <a:xfrm>
            <a:off x="8230515" y="5304486"/>
            <a:ext cx="3546720" cy="1052474"/>
          </a:xfrm>
          <a:prstGeom prst="roundRect">
            <a:avLst>
              <a:gd name="adj" fmla="val 22848"/>
            </a:avLst>
          </a:prstGeom>
          <a:solidFill>
            <a:srgbClr val="EFF6FF"/>
          </a:solidFill>
          <a:ln w="12700">
            <a:solidFill>
              <a:srgbClr val="DBEAFE"/>
            </a:solidFill>
            <a:prstDash val="solid"/>
          </a:ln>
        </p:spPr>
        <p:txBody>
          <a:bodyPr wrap="square"/>
          <a:lstStyle/>
          <a:p>
            <a:endParaRPr lang="ja-JP" altLang="en-US" sz="3200"/>
          </a:p>
        </p:txBody>
      </p:sp>
      <p:sp>
        <p:nvSpPr>
          <p:cNvPr id="35" name="Text 28"/>
          <p:cNvSpPr txBox="1"/>
          <p:nvPr/>
        </p:nvSpPr>
        <p:spPr>
          <a:xfrm>
            <a:off x="8425281" y="5426075"/>
            <a:ext cx="2873045" cy="191110"/>
          </a:xfrm>
          <a:prstGeom prst="rect">
            <a:avLst/>
          </a:prstGeom>
          <a:noFill/>
          <a:ln/>
        </p:spPr>
        <p:txBody>
          <a:bodyPr wrap="square" lIns="0" tIns="0" rIns="0" bIns="0" rtlCol="0" anchor="ctr"/>
          <a:lstStyle/>
          <a:p>
            <a:pPr marL="0" indent="0" algn="l">
              <a:buNone/>
            </a:pPr>
            <a:r>
              <a:rPr lang="en-US" sz="1600" b="1" dirty="0">
                <a:solidFill>
                  <a:srgbClr val="60A5FA"/>
                </a:solidFill>
                <a:latin typeface="Noto Sans JP" pitchFamily="34" charset="0"/>
                <a:ea typeface="Noto Sans JP" pitchFamily="34" charset="-122"/>
                <a:cs typeface="Noto Sans JP" pitchFamily="34" charset="-120"/>
              </a:rPr>
              <a:t>データ活用</a:t>
            </a:r>
            <a:endParaRPr lang="en-US" sz="2000" dirty="0"/>
          </a:p>
        </p:txBody>
      </p:sp>
      <p:pic>
        <p:nvPicPr>
          <p:cNvPr id="36" name="Image 5" descr="preencoded.png"/>
          <p:cNvPicPr>
            <a:picLocks noChangeAspect="1"/>
          </p:cNvPicPr>
          <p:nvPr/>
        </p:nvPicPr>
        <p:blipFill>
          <a:blip r:embed="rId8"/>
          <a:srcRect t="-43" b="-43"/>
          <a:stretch/>
        </p:blipFill>
        <p:spPr>
          <a:xfrm>
            <a:off x="8654796" y="5738774"/>
            <a:ext cx="133502" cy="152705"/>
          </a:xfrm>
          <a:prstGeom prst="rect">
            <a:avLst/>
          </a:prstGeom>
        </p:spPr>
      </p:pic>
      <p:sp>
        <p:nvSpPr>
          <p:cNvPr id="37" name="Text 29"/>
          <p:cNvSpPr txBox="1"/>
          <p:nvPr/>
        </p:nvSpPr>
        <p:spPr>
          <a:xfrm>
            <a:off x="8279994" y="5724610"/>
            <a:ext cx="346720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Excel取得 → Apply to Each → 行ごとに処理</a:t>
            </a:r>
            <a:endParaRPr lang="en-US" sz="2000" dirty="0"/>
          </a:p>
        </p:txBody>
      </p:sp>
      <p:sp>
        <p:nvSpPr>
          <p:cNvPr id="38" name="Shape 30"/>
          <p:cNvSpPr/>
          <p:nvPr/>
        </p:nvSpPr>
        <p:spPr>
          <a:xfrm>
            <a:off x="0" y="28803"/>
            <a:ext cx="12191695" cy="1447495"/>
          </a:xfrm>
          <a:prstGeom prst="rect">
            <a:avLst/>
          </a:prstGeom>
          <a:solidFill>
            <a:srgbClr val="FFFFFF"/>
          </a:solidFill>
          <a:ln/>
        </p:spPr>
        <p:txBody>
          <a:bodyPr wrap="square"/>
          <a:lstStyle/>
          <a:p>
            <a:endParaRPr lang="ja-JP" altLang="en-US"/>
          </a:p>
        </p:txBody>
      </p:sp>
      <p:sp>
        <p:nvSpPr>
          <p:cNvPr id="39" name="Shape 31"/>
          <p:cNvSpPr/>
          <p:nvPr/>
        </p:nvSpPr>
        <p:spPr>
          <a:xfrm>
            <a:off x="0" y="1438351"/>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40" name="Text 32"/>
          <p:cNvSpPr txBox="1"/>
          <p:nvPr/>
        </p:nvSpPr>
        <p:spPr>
          <a:xfrm>
            <a:off x="457200" y="228600"/>
            <a:ext cx="6839712" cy="228600"/>
          </a:xfrm>
          <a:prstGeom prst="rect">
            <a:avLst/>
          </a:prstGeom>
          <a:noFill/>
          <a:ln/>
        </p:spPr>
        <p:txBody>
          <a:bodyPr wrap="square" lIns="0" tIns="0" rIns="0" bIns="0" rtlCol="0" anchor="ctr"/>
          <a:lstStyle/>
          <a:p>
            <a:pPr marL="0" indent="0" algn="l">
              <a:buNone/>
            </a:pPr>
            <a:r>
              <a:rPr lang="en-US" sz="1600" b="1" kern="0" spc="120" dirty="0">
                <a:solidFill>
                  <a:srgbClr val="6B7280"/>
                </a:solidFill>
                <a:latin typeface="Noto Sans JP" pitchFamily="34" charset="0"/>
                <a:ea typeface="Noto Sans JP" pitchFamily="34" charset="-122"/>
                <a:cs typeface="Noto Sans JP" pitchFamily="34" charset="-120"/>
              </a:rPr>
              <a:t>PA45｜第4回</a:t>
            </a:r>
            <a:endParaRPr lang="en-US" sz="1200" dirty="0"/>
          </a:p>
        </p:txBody>
      </p:sp>
      <p:sp>
        <p:nvSpPr>
          <p:cNvPr id="41" name="Text 33"/>
          <p:cNvSpPr txBox="1"/>
          <p:nvPr/>
        </p:nvSpPr>
        <p:spPr>
          <a:xfrm>
            <a:off x="457200" y="495605"/>
            <a:ext cx="11030407" cy="715061"/>
          </a:xfrm>
          <a:prstGeom prst="rect">
            <a:avLst/>
          </a:prstGeom>
          <a:noFill/>
          <a:ln/>
        </p:spPr>
        <p:txBody>
          <a:bodyPr wrap="square" lIns="0" tIns="0" rIns="0" bIns="0" rtlCol="0" anchor="ctr"/>
          <a:lstStyle/>
          <a:p>
            <a:pPr marL="0" indent="0" algn="l">
              <a:buNone/>
            </a:pPr>
            <a:r>
              <a:rPr lang="en-US" sz="4500" b="1">
                <a:solidFill>
                  <a:srgbClr val="1F2937"/>
                </a:solidFill>
                <a:latin typeface="Noto Sans JP" pitchFamily="34" charset="0"/>
                <a:ea typeface="Noto Sans JP" pitchFamily="34" charset="-122"/>
                <a:cs typeface="Noto Sans JP" pitchFamily="34" charset="-120"/>
              </a:rPr>
              <a:t>Apply to Eachの活用事例　実務で使える自動化</a:t>
            </a:r>
            <a:endParaRPr lang="en-US" sz="4500" dirty="0"/>
          </a:p>
        </p:txBody>
      </p:sp>
      <p:sp>
        <p:nvSpPr>
          <p:cNvPr id="42" name="Shape 34"/>
          <p:cNvSpPr/>
          <p:nvPr/>
        </p:nvSpPr>
        <p:spPr>
          <a:xfrm>
            <a:off x="10721340" y="809244"/>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43" name="Text 35"/>
          <p:cNvSpPr txBox="1"/>
          <p:nvPr/>
        </p:nvSpPr>
        <p:spPr>
          <a:xfrm>
            <a:off x="10911535" y="212905"/>
            <a:ext cx="905256" cy="228600"/>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Use Cases</a:t>
            </a:r>
            <a:endParaRPr lang="en-US" sz="1200" dirty="0"/>
          </a:p>
        </p:txBody>
      </p:sp>
      <p:sp>
        <p:nvSpPr>
          <p:cNvPr id="46" name="Shape 37"/>
          <p:cNvSpPr/>
          <p:nvPr/>
        </p:nvSpPr>
        <p:spPr>
          <a:xfrm>
            <a:off x="0" y="6710782"/>
            <a:ext cx="12191695" cy="200254"/>
          </a:xfrm>
          <a:prstGeom prst="rect">
            <a:avLst/>
          </a:prstGeom>
          <a:solidFill>
            <a:srgbClr val="FFFFFF"/>
          </a:solidFill>
          <a:ln/>
        </p:spPr>
        <p:txBody>
          <a:bodyPr wrap="square"/>
          <a:lstStyle/>
          <a:p>
            <a:endParaRPr lang="ja-JP" altLang="en-US"/>
          </a:p>
        </p:txBody>
      </p:sp>
      <p:sp>
        <p:nvSpPr>
          <p:cNvPr id="47" name="Shape 38"/>
          <p:cNvSpPr/>
          <p:nvPr/>
        </p:nvSpPr>
        <p:spPr>
          <a:xfrm>
            <a:off x="0" y="6710782"/>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sz="3200"/>
          </a:p>
        </p:txBody>
      </p:sp>
      <p:sp>
        <p:nvSpPr>
          <p:cNvPr id="48" name="Text 39"/>
          <p:cNvSpPr txBox="1"/>
          <p:nvPr/>
        </p:nvSpPr>
        <p:spPr>
          <a:xfrm>
            <a:off x="457200" y="6719926"/>
            <a:ext cx="2244852"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49" name="Text 40"/>
          <p:cNvSpPr txBox="1"/>
          <p:nvPr/>
        </p:nvSpPr>
        <p:spPr>
          <a:xfrm>
            <a:off x="10646359" y="6719926"/>
            <a:ext cx="1303934"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50" name="Image 7" descr="preencoded.png"/>
          <p:cNvPicPr>
            <a:picLocks noChangeAspect="1"/>
          </p:cNvPicPr>
          <p:nvPr/>
        </p:nvPicPr>
        <p:blipFill>
          <a:blip r:embed="rId9"/>
          <a:srcRect l="-200" r="-200"/>
          <a:stretch/>
        </p:blipFill>
        <p:spPr>
          <a:xfrm>
            <a:off x="0" y="6782105"/>
            <a:ext cx="12191695" cy="75895"/>
          </a:xfrm>
          <a:prstGeom prst="rect">
            <a:avLst/>
          </a:prstGeom>
        </p:spPr>
      </p:pic>
      <p:grpSp>
        <p:nvGrpSpPr>
          <p:cNvPr id="55" name="グループ化 54">
            <a:extLst>
              <a:ext uri="{FF2B5EF4-FFF2-40B4-BE49-F238E27FC236}">
                <a16:creationId xmlns:a16="http://schemas.microsoft.com/office/drawing/2014/main" id="{F7690295-1154-A342-6B81-03B3E5B49ED6}"/>
              </a:ext>
            </a:extLst>
          </p:cNvPr>
          <p:cNvGrpSpPr/>
          <p:nvPr/>
        </p:nvGrpSpPr>
        <p:grpSpPr>
          <a:xfrm>
            <a:off x="4773516" y="6453440"/>
            <a:ext cx="7350682" cy="405017"/>
            <a:chOff x="5861349" y="604238"/>
            <a:chExt cx="6035909" cy="405017"/>
          </a:xfrm>
        </p:grpSpPr>
        <p:sp>
          <p:nvSpPr>
            <p:cNvPr id="56" name="Shape 31">
              <a:extLst>
                <a:ext uri="{FF2B5EF4-FFF2-40B4-BE49-F238E27FC236}">
                  <a16:creationId xmlns:a16="http://schemas.microsoft.com/office/drawing/2014/main" id="{A6315A21-492C-5343-0D62-6269B78C81F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7" name="Text 21">
              <a:extLst>
                <a:ext uri="{FF2B5EF4-FFF2-40B4-BE49-F238E27FC236}">
                  <a16:creationId xmlns:a16="http://schemas.microsoft.com/office/drawing/2014/main" id="{CC8E7B5D-12F5-D155-68AA-50C8A94C417F}"/>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8" name="Image 2" descr="preencoded.png">
              <a:extLst>
                <a:ext uri="{FF2B5EF4-FFF2-40B4-BE49-F238E27FC236}">
                  <a16:creationId xmlns:a16="http://schemas.microsoft.com/office/drawing/2014/main" id="{7DCBFAF5-3DBE-80E1-29A0-F367DA25DC0A}"/>
                </a:ext>
              </a:extLst>
            </p:cNvPr>
            <p:cNvPicPr>
              <a:picLocks noChangeAspect="1"/>
            </p:cNvPicPr>
            <p:nvPr/>
          </p:nvPicPr>
          <p:blipFill>
            <a:blip r:embed="rId10"/>
            <a:srcRect/>
            <a:stretch/>
          </p:blipFill>
          <p:spPr>
            <a:xfrm>
              <a:off x="5861349" y="619679"/>
              <a:ext cx="263236" cy="389576"/>
            </a:xfrm>
            <a:prstGeom prst="rect">
              <a:avLst/>
            </a:prstGeom>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343254"/>
            <a:ext cx="12191695" cy="5171846"/>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0" y="1343254"/>
            <a:ext cx="12191695" cy="5171846"/>
          </a:xfrm>
          <a:prstGeom prst="rect">
            <a:avLst/>
          </a:prstGeom>
          <a:solidFill>
            <a:srgbClr val="DBEAFE">
              <a:alpha val="5000"/>
            </a:srgbClr>
          </a:solidFill>
          <a:ln w="12700">
            <a:solidFill>
              <a:srgbClr val="FFFFFF">
                <a:alpha val="0"/>
              </a:srgbClr>
            </a:solidFill>
            <a:prstDash val="solid"/>
          </a:ln>
        </p:spPr>
        <p:txBody>
          <a:bodyPr wrap="square"/>
          <a:lstStyle/>
          <a:p>
            <a:endParaRPr lang="ja-JP" altLang="en-US"/>
          </a:p>
        </p:txBody>
      </p:sp>
      <p:pic>
        <p:nvPicPr>
          <p:cNvPr id="6" name="Image 0" descr="preencoded.png"/>
          <p:cNvPicPr>
            <a:picLocks noChangeAspect="1"/>
          </p:cNvPicPr>
          <p:nvPr/>
        </p:nvPicPr>
        <p:blipFill>
          <a:blip r:embed="rId3"/>
          <a:srcRect l="-1" r="-1"/>
          <a:stretch/>
        </p:blipFill>
        <p:spPr>
          <a:xfrm>
            <a:off x="381305" y="1723644"/>
            <a:ext cx="3657600" cy="4401922"/>
          </a:xfrm>
          <a:prstGeom prst="rect">
            <a:avLst/>
          </a:prstGeom>
        </p:spPr>
      </p:pic>
      <p:sp>
        <p:nvSpPr>
          <p:cNvPr id="7" name="Shape 4"/>
          <p:cNvSpPr/>
          <p:nvPr/>
        </p:nvSpPr>
        <p:spPr>
          <a:xfrm>
            <a:off x="3276295" y="1609344"/>
            <a:ext cx="952805" cy="952805"/>
          </a:xfrm>
          <a:prstGeom prst="ellipse">
            <a:avLst/>
          </a:prstGeom>
          <a:solidFill>
            <a:srgbClr val="8B5CF6">
              <a:alpha val="10000"/>
            </a:srgbClr>
          </a:solidFill>
          <a:ln w="12700">
            <a:solidFill>
              <a:srgbClr val="FFFFFF">
                <a:alpha val="0"/>
              </a:srgbClr>
            </a:solidFill>
            <a:prstDash val="solid"/>
          </a:ln>
        </p:spPr>
        <p:txBody>
          <a:bodyPr wrap="square"/>
          <a:lstStyle/>
          <a:p>
            <a:endParaRPr lang="ja-JP" altLang="en-US"/>
          </a:p>
        </p:txBody>
      </p:sp>
      <p:pic>
        <p:nvPicPr>
          <p:cNvPr id="8" name="Image 1" descr="preencoded.png"/>
          <p:cNvPicPr>
            <a:picLocks noChangeAspect="1"/>
          </p:cNvPicPr>
          <p:nvPr/>
        </p:nvPicPr>
        <p:blipFill>
          <a:blip r:embed="rId4"/>
          <a:srcRect/>
          <a:stretch/>
        </p:blipFill>
        <p:spPr>
          <a:xfrm>
            <a:off x="609905" y="2029054"/>
            <a:ext cx="609905" cy="609905"/>
          </a:xfrm>
          <a:prstGeom prst="rect">
            <a:avLst/>
          </a:prstGeom>
        </p:spPr>
      </p:pic>
      <p:pic>
        <p:nvPicPr>
          <p:cNvPr id="9" name="Image 2" descr="preencoded.png"/>
          <p:cNvPicPr>
            <a:picLocks noChangeAspect="1"/>
          </p:cNvPicPr>
          <p:nvPr/>
        </p:nvPicPr>
        <p:blipFill>
          <a:blip r:embed="rId5"/>
          <a:srcRect/>
          <a:stretch/>
        </p:blipFill>
        <p:spPr>
          <a:xfrm>
            <a:off x="743407" y="2162556"/>
            <a:ext cx="342900" cy="342900"/>
          </a:xfrm>
          <a:prstGeom prst="rect">
            <a:avLst/>
          </a:prstGeom>
        </p:spPr>
      </p:pic>
      <p:sp>
        <p:nvSpPr>
          <p:cNvPr id="10" name="Text 5"/>
          <p:cNvSpPr txBox="1"/>
          <p:nvPr/>
        </p:nvSpPr>
        <p:spPr>
          <a:xfrm>
            <a:off x="609905" y="2753150"/>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「以前の手順から出力を選択」は設定できているか？</a:t>
            </a:r>
            <a:endParaRPr lang="en-US" sz="2000" dirty="0"/>
          </a:p>
        </p:txBody>
      </p:sp>
      <p:sp>
        <p:nvSpPr>
          <p:cNvPr id="11" name="Text 6"/>
          <p:cNvSpPr txBox="1"/>
          <p:nvPr/>
        </p:nvSpPr>
        <p:spPr>
          <a:xfrm>
            <a:off x="514045" y="3286811"/>
            <a:ext cx="350642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Apply to Each の入力は動的コンテンツで設定します。テキスト直接入力ではループが動きません。</a:t>
            </a:r>
            <a:endParaRPr lang="en-US" sz="1600" dirty="0"/>
          </a:p>
        </p:txBody>
      </p:sp>
      <p:grpSp>
        <p:nvGrpSpPr>
          <p:cNvPr id="70" name="グループ化 69">
            <a:extLst>
              <a:ext uri="{FF2B5EF4-FFF2-40B4-BE49-F238E27FC236}">
                <a16:creationId xmlns:a16="http://schemas.microsoft.com/office/drawing/2014/main" id="{A04D80BE-C24B-A4E6-D57F-76B6FE9C7CB2}"/>
              </a:ext>
            </a:extLst>
          </p:cNvPr>
          <p:cNvGrpSpPr/>
          <p:nvPr/>
        </p:nvGrpSpPr>
        <p:grpSpPr>
          <a:xfrm>
            <a:off x="552297" y="4243404"/>
            <a:ext cx="3334818" cy="1385642"/>
            <a:chOff x="609905" y="4658868"/>
            <a:chExt cx="3200400" cy="1238098"/>
          </a:xfrm>
        </p:grpSpPr>
        <p:sp>
          <p:nvSpPr>
            <p:cNvPr id="12" name="Shape 7"/>
            <p:cNvSpPr/>
            <p:nvPr/>
          </p:nvSpPr>
          <p:spPr>
            <a:xfrm>
              <a:off x="609905" y="4658868"/>
              <a:ext cx="3200400" cy="1238098"/>
            </a:xfrm>
            <a:prstGeom prst="roundRect">
              <a:avLst>
                <a:gd name="adj" fmla="val 9090"/>
              </a:avLst>
            </a:prstGeom>
            <a:solidFill>
              <a:srgbClr val="F5F3FF"/>
            </a:solidFill>
            <a:ln w="12700">
              <a:solidFill>
                <a:srgbClr val="EDE9FE"/>
              </a:solidFill>
              <a:prstDash val="solid"/>
            </a:ln>
          </p:spPr>
          <p:txBody>
            <a:bodyPr/>
            <a:lstStyle/>
            <a:p>
              <a:endParaRPr lang="ja-JP" altLang="en-US"/>
            </a:p>
          </p:txBody>
        </p:sp>
        <p:sp>
          <p:nvSpPr>
            <p:cNvPr id="13" name="Text 8"/>
            <p:cNvSpPr txBox="1"/>
            <p:nvPr/>
          </p:nvSpPr>
          <p:spPr>
            <a:xfrm>
              <a:off x="746217" y="4751485"/>
              <a:ext cx="2991002" cy="191110"/>
            </a:xfrm>
            <a:prstGeom prst="rect">
              <a:avLst/>
            </a:prstGeom>
            <a:noFill/>
            <a:ln/>
          </p:spPr>
          <p:txBody>
            <a:bodyPr wrap="square" lIns="0" tIns="0" rIns="0" bIns="0" rtlCol="0" anchor="ctr"/>
            <a:lstStyle/>
            <a:p>
              <a:pPr marL="0" indent="0" algn="l">
                <a:buNone/>
              </a:pPr>
              <a:r>
                <a:rPr lang="en-US" sz="1400" b="1" dirty="0">
                  <a:solidFill>
                    <a:srgbClr val="A78BFA"/>
                  </a:solidFill>
                  <a:latin typeface="Noto Sans JP" pitchFamily="34" charset="0"/>
                  <a:ea typeface="Noto Sans JP" pitchFamily="34" charset="-122"/>
                  <a:cs typeface="Noto Sans JP" pitchFamily="34" charset="-120"/>
                </a:rPr>
                <a:t>Check</a:t>
              </a:r>
              <a:endParaRPr lang="en-US" sz="1400" dirty="0"/>
            </a:p>
          </p:txBody>
        </p:sp>
        <p:sp>
          <p:nvSpPr>
            <p:cNvPr id="14" name="Text 9"/>
            <p:cNvSpPr txBox="1"/>
            <p:nvPr/>
          </p:nvSpPr>
          <p:spPr>
            <a:xfrm>
              <a:off x="1047903" y="5064891"/>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動的コンテンツ: </a:t>
              </a:r>
              <a:r>
                <a:rPr lang="en-US" sz="2000" b="1" dirty="0">
                  <a:solidFill>
                    <a:srgbClr val="374151"/>
                  </a:solidFill>
                  <a:latin typeface="Noto Sans JP" pitchFamily="34" charset="0"/>
                  <a:ea typeface="Noto Sans JP" pitchFamily="34" charset="-122"/>
                  <a:cs typeface="Noto Sans JP" pitchFamily="34" charset="-120"/>
                </a:rPr>
                <a:t>String</a:t>
              </a:r>
              <a:endParaRPr lang="en-US" sz="2000" dirty="0"/>
            </a:p>
          </p:txBody>
        </p:sp>
        <p:pic>
          <p:nvPicPr>
            <p:cNvPr id="15" name="Image 3" descr="preencoded.png"/>
            <p:cNvPicPr>
              <a:picLocks noChangeAspect="1"/>
            </p:cNvPicPr>
            <p:nvPr/>
          </p:nvPicPr>
          <p:blipFill>
            <a:blip r:embed="rId6"/>
            <a:srcRect l="-760" r="-760"/>
            <a:stretch/>
          </p:blipFill>
          <p:spPr>
            <a:xfrm>
              <a:off x="771754" y="5106924"/>
              <a:ext cx="181051" cy="203816"/>
            </a:xfrm>
            <a:prstGeom prst="rect">
              <a:avLst/>
            </a:prstGeom>
          </p:spPr>
        </p:pic>
        <p:sp>
          <p:nvSpPr>
            <p:cNvPr id="16" name="Text 10"/>
            <p:cNvSpPr txBox="1"/>
            <p:nvPr/>
          </p:nvSpPr>
          <p:spPr>
            <a:xfrm>
              <a:off x="1047903" y="5477828"/>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テキスト入力: </a:t>
              </a:r>
              <a:r>
                <a:rPr lang="en-US" sz="2000" b="1" dirty="0">
                  <a:solidFill>
                    <a:srgbClr val="374151"/>
                  </a:solidFill>
                  <a:latin typeface="Noto Sans JP" pitchFamily="34" charset="0"/>
                  <a:ea typeface="Noto Sans JP" pitchFamily="34" charset="-122"/>
                  <a:cs typeface="Noto Sans JP" pitchFamily="34" charset="-120"/>
                </a:rPr>
                <a:t>Integer</a:t>
              </a:r>
              <a:endParaRPr lang="en-US" sz="2000" dirty="0"/>
            </a:p>
          </p:txBody>
        </p:sp>
        <p:pic>
          <p:nvPicPr>
            <p:cNvPr id="17" name="Image 4" descr="preencoded.png"/>
            <p:cNvPicPr>
              <a:picLocks noChangeAspect="1"/>
            </p:cNvPicPr>
            <p:nvPr/>
          </p:nvPicPr>
          <p:blipFill>
            <a:blip r:embed="rId6"/>
            <a:srcRect l="-760" r="-760"/>
            <a:stretch/>
          </p:blipFill>
          <p:spPr>
            <a:xfrm>
              <a:off x="771754" y="5506517"/>
              <a:ext cx="182087" cy="204983"/>
            </a:xfrm>
            <a:prstGeom prst="rect">
              <a:avLst/>
            </a:prstGeom>
          </p:spPr>
        </p:pic>
      </p:grpSp>
      <p:pic>
        <p:nvPicPr>
          <p:cNvPr id="18" name="Image 5" descr="preencoded.png"/>
          <p:cNvPicPr>
            <a:picLocks noChangeAspect="1"/>
          </p:cNvPicPr>
          <p:nvPr/>
        </p:nvPicPr>
        <p:blipFill>
          <a:blip r:embed="rId3"/>
          <a:srcRect l="-1" r="-1"/>
          <a:stretch/>
        </p:blipFill>
        <p:spPr>
          <a:xfrm>
            <a:off x="4267505" y="1723644"/>
            <a:ext cx="3657600" cy="4401922"/>
          </a:xfrm>
          <a:prstGeom prst="rect">
            <a:avLst/>
          </a:prstGeom>
        </p:spPr>
      </p:pic>
      <p:pic>
        <p:nvPicPr>
          <p:cNvPr id="19" name="Image 6" descr="preencoded.png"/>
          <p:cNvPicPr>
            <a:picLocks noChangeAspect="1"/>
          </p:cNvPicPr>
          <p:nvPr/>
        </p:nvPicPr>
        <p:blipFill>
          <a:blip r:embed="rId7"/>
          <a:srcRect l="-27" r="-27"/>
          <a:stretch/>
        </p:blipFill>
        <p:spPr>
          <a:xfrm>
            <a:off x="4543654" y="1990393"/>
            <a:ext cx="428854" cy="342900"/>
          </a:xfrm>
          <a:prstGeom prst="rect">
            <a:avLst/>
          </a:prstGeom>
        </p:spPr>
      </p:pic>
      <p:sp>
        <p:nvSpPr>
          <p:cNvPr id="20" name="Text 11"/>
          <p:cNvSpPr txBox="1"/>
          <p:nvPr/>
        </p:nvSpPr>
        <p:spPr>
          <a:xfrm>
            <a:off x="4466844" y="2630381"/>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Current itemは正しく使えているか？</a:t>
            </a:r>
            <a:endParaRPr lang="en-US" sz="2000" dirty="0"/>
          </a:p>
        </p:txBody>
      </p:sp>
      <p:sp>
        <p:nvSpPr>
          <p:cNvPr id="21" name="Text 12"/>
          <p:cNvSpPr txBox="1"/>
          <p:nvPr/>
        </p:nvSpPr>
        <p:spPr>
          <a:xfrm>
            <a:off x="4457242" y="3225748"/>
            <a:ext cx="3277210" cy="767182"/>
          </a:xfrm>
          <a:prstGeom prst="rect">
            <a:avLst/>
          </a:prstGeom>
          <a:noFill/>
          <a:ln/>
        </p:spPr>
        <p:txBody>
          <a:bodyPr wrap="square" lIns="0" tIns="0" rIns="0" bIns="0" rtlCol="0" anchor="t"/>
          <a:lstStyle/>
          <a:p>
            <a:pPr marL="0" indent="0" algn="l">
              <a:buNone/>
            </a:pPr>
            <a:r>
              <a:rPr lang="en-US" sz="1600">
                <a:solidFill>
                  <a:srgbClr val="4B5563"/>
                </a:solidFill>
                <a:latin typeface="Noto Sans JP" pitchFamily="34" charset="0"/>
                <a:ea typeface="Noto Sans JP" pitchFamily="34" charset="-122"/>
                <a:cs typeface="Noto Sans JP" pitchFamily="34" charset="-120"/>
              </a:rPr>
              <a:t>ループ内でアイテムを使うには「Current item」を選択します。固定テキストを入れると全件同じ値になります。</a:t>
            </a:r>
          </a:p>
          <a:p>
            <a:pPr marL="0" indent="0" algn="l">
              <a:buNone/>
            </a:pPr>
            <a:endParaRPr lang="en-US" sz="1600" dirty="0"/>
          </a:p>
        </p:txBody>
      </p:sp>
      <p:grpSp>
        <p:nvGrpSpPr>
          <p:cNvPr id="71" name="グループ化 70">
            <a:extLst>
              <a:ext uri="{FF2B5EF4-FFF2-40B4-BE49-F238E27FC236}">
                <a16:creationId xmlns:a16="http://schemas.microsoft.com/office/drawing/2014/main" id="{6353B440-1F85-167D-521F-EBD101E19D6E}"/>
              </a:ext>
            </a:extLst>
          </p:cNvPr>
          <p:cNvGrpSpPr/>
          <p:nvPr/>
        </p:nvGrpSpPr>
        <p:grpSpPr>
          <a:xfrm>
            <a:off x="4466844" y="3955694"/>
            <a:ext cx="3229661" cy="1943100"/>
            <a:chOff x="4466844" y="3955694"/>
            <a:chExt cx="3229661" cy="1943100"/>
          </a:xfrm>
        </p:grpSpPr>
        <p:sp>
          <p:nvSpPr>
            <p:cNvPr id="22" name="Shape 13"/>
            <p:cNvSpPr/>
            <p:nvPr/>
          </p:nvSpPr>
          <p:spPr>
            <a:xfrm>
              <a:off x="4496105" y="3955694"/>
              <a:ext cx="3200400" cy="1943100"/>
            </a:xfrm>
            <a:prstGeom prst="roundRect">
              <a:avLst>
                <a:gd name="adj" fmla="val 3691"/>
              </a:avLst>
            </a:prstGeom>
            <a:noFill/>
            <a:ln w="12700">
              <a:solidFill>
                <a:srgbClr val="E5E7EB"/>
              </a:solidFill>
              <a:prstDash val="solid"/>
            </a:ln>
          </p:spPr>
          <p:txBody>
            <a:bodyPr/>
            <a:lstStyle/>
            <a:p>
              <a:endParaRPr lang="ja-JP" altLang="en-US" sz="2800"/>
            </a:p>
          </p:txBody>
        </p:sp>
        <p:sp>
          <p:nvSpPr>
            <p:cNvPr id="23" name="Shape 14"/>
            <p:cNvSpPr/>
            <p:nvPr/>
          </p:nvSpPr>
          <p:spPr>
            <a:xfrm>
              <a:off x="4657954" y="5004511"/>
              <a:ext cx="2876702" cy="9144"/>
            </a:xfrm>
            <a:prstGeom prst="rect">
              <a:avLst/>
            </a:prstGeom>
            <a:solidFill>
              <a:srgbClr val="E5E7EB"/>
            </a:solidFill>
            <a:ln w="12700">
              <a:solidFill>
                <a:srgbClr val="E5E7EB">
                  <a:alpha val="0"/>
                </a:srgbClr>
              </a:solidFill>
              <a:prstDash val="solid"/>
            </a:ln>
          </p:spPr>
          <p:txBody>
            <a:bodyPr/>
            <a:lstStyle/>
            <a:p>
              <a:endParaRPr lang="ja-JP" altLang="en-US" sz="2800"/>
            </a:p>
          </p:txBody>
        </p:sp>
        <p:sp>
          <p:nvSpPr>
            <p:cNvPr id="24" name="Text 15"/>
            <p:cNvSpPr txBox="1"/>
            <p:nvPr/>
          </p:nvSpPr>
          <p:spPr>
            <a:xfrm>
              <a:off x="4657954" y="407410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Example</a:t>
              </a:r>
              <a:endParaRPr lang="en-US" sz="1600" dirty="0"/>
            </a:p>
          </p:txBody>
        </p:sp>
        <p:sp>
          <p:nvSpPr>
            <p:cNvPr id="25" name="Shape 16"/>
            <p:cNvSpPr/>
            <p:nvPr/>
          </p:nvSpPr>
          <p:spPr>
            <a:xfrm>
              <a:off x="4657954" y="4347058"/>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26" name="Text 17"/>
            <p:cNvSpPr txBox="1"/>
            <p:nvPr/>
          </p:nvSpPr>
          <p:spPr>
            <a:xfrm>
              <a:off x="4905756" y="4347058"/>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dirty="0">
                  <a:solidFill>
                    <a:srgbClr val="475569"/>
                  </a:solidFill>
                  <a:latin typeface="Consolas" pitchFamily="34" charset="0"/>
                  <a:ea typeface="Consolas" pitchFamily="34" charset="-122"/>
                  <a:cs typeface="Consolas" pitchFamily="34" charset="-120"/>
                </a:rPr>
                <a:t> "message " </a:t>
              </a:r>
              <a:endParaRPr lang="en-US" dirty="0"/>
            </a:p>
          </p:txBody>
        </p:sp>
        <p:pic>
          <p:nvPicPr>
            <p:cNvPr id="27" name="Image 7" descr="preencoded.png"/>
            <p:cNvPicPr>
              <a:picLocks noChangeAspect="1"/>
            </p:cNvPicPr>
            <p:nvPr/>
          </p:nvPicPr>
          <p:blipFill>
            <a:blip r:embed="rId8"/>
            <a:srcRect t="-2222" b="-2222"/>
            <a:stretch/>
          </p:blipFill>
          <p:spPr>
            <a:xfrm>
              <a:off x="4743907" y="4414723"/>
              <a:ext cx="123444" cy="171907"/>
            </a:xfrm>
            <a:prstGeom prst="rect">
              <a:avLst/>
            </a:prstGeom>
          </p:spPr>
        </p:pic>
        <p:sp>
          <p:nvSpPr>
            <p:cNvPr id="28" name="Text 18"/>
            <p:cNvSpPr txBox="1"/>
            <p:nvPr/>
          </p:nvSpPr>
          <p:spPr>
            <a:xfrm>
              <a:off x="4466844" y="4731106"/>
              <a:ext cx="3067812" cy="191110"/>
            </a:xfrm>
            <a:prstGeom prst="rect">
              <a:avLst/>
            </a:prstGeom>
            <a:noFill/>
            <a:ln/>
          </p:spPr>
          <p:txBody>
            <a:bodyPr wrap="square" lIns="0" tIns="0" rIns="0" bIns="0" rtlCol="0" anchor="ctr"/>
            <a:lstStyle/>
            <a:p>
              <a:pPr marL="0" indent="0" algn="r">
                <a:buNone/>
              </a:pPr>
              <a:r>
                <a:rPr lang="en-US" sz="1200" dirty="0">
                  <a:solidFill>
                    <a:srgbClr val="F87171"/>
                  </a:solidFill>
                  <a:latin typeface="Noto Sans JP" pitchFamily="34" charset="0"/>
                  <a:ea typeface="Noto Sans JP" pitchFamily="34" charset="-122"/>
                  <a:cs typeface="Noto Sans JP" pitchFamily="34" charset="-120"/>
                </a:rPr>
                <a:t>全角スペースに注意！</a:t>
              </a:r>
              <a:endParaRPr lang="en-US" sz="1200" dirty="0"/>
            </a:p>
          </p:txBody>
        </p:sp>
        <p:sp>
          <p:nvSpPr>
            <p:cNvPr id="29" name="Text 19"/>
            <p:cNvSpPr txBox="1"/>
            <p:nvPr/>
          </p:nvSpPr>
          <p:spPr>
            <a:xfrm>
              <a:off x="4657954" y="5115610"/>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Example</a:t>
              </a:r>
              <a:endParaRPr lang="en-US" sz="1600" dirty="0"/>
            </a:p>
          </p:txBody>
        </p:sp>
        <p:sp>
          <p:nvSpPr>
            <p:cNvPr id="30" name="Shape 20"/>
            <p:cNvSpPr/>
            <p:nvPr/>
          </p:nvSpPr>
          <p:spPr>
            <a:xfrm>
              <a:off x="4657954" y="5388559"/>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31" name="Text 21"/>
            <p:cNvSpPr txBox="1"/>
            <p:nvPr/>
          </p:nvSpPr>
          <p:spPr>
            <a:xfrm>
              <a:off x="4924958" y="5388559"/>
              <a:ext cx="2686507"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b="1" dirty="0">
                  <a:solidFill>
                    <a:srgbClr val="475569"/>
                  </a:solidFill>
                  <a:latin typeface="Consolas" pitchFamily="34" charset="0"/>
                  <a:ea typeface="Consolas" pitchFamily="34" charset="-122"/>
                  <a:cs typeface="Consolas" pitchFamily="34" charset="-120"/>
                </a:rPr>
                <a:t> "message" </a:t>
              </a:r>
              <a:endParaRPr lang="en-US" dirty="0"/>
            </a:p>
          </p:txBody>
        </p:sp>
        <p:pic>
          <p:nvPicPr>
            <p:cNvPr id="32" name="Image 8" descr="preencoded.png"/>
            <p:cNvPicPr>
              <a:picLocks noChangeAspect="1"/>
            </p:cNvPicPr>
            <p:nvPr/>
          </p:nvPicPr>
          <p:blipFill>
            <a:blip r:embed="rId9"/>
            <a:srcRect t="-2725" b="-2725"/>
            <a:stretch/>
          </p:blipFill>
          <p:spPr>
            <a:xfrm>
              <a:off x="4743907" y="5457139"/>
              <a:ext cx="142646" cy="171907"/>
            </a:xfrm>
            <a:prstGeom prst="rect">
              <a:avLst/>
            </a:prstGeom>
          </p:spPr>
        </p:pic>
      </p:grpSp>
      <p:pic>
        <p:nvPicPr>
          <p:cNvPr id="33" name="Image 9" descr="preencoded.png"/>
          <p:cNvPicPr>
            <a:picLocks noChangeAspect="1"/>
          </p:cNvPicPr>
          <p:nvPr/>
        </p:nvPicPr>
        <p:blipFill>
          <a:blip r:embed="rId3"/>
          <a:srcRect l="-1" r="-1"/>
          <a:stretch/>
        </p:blipFill>
        <p:spPr>
          <a:xfrm>
            <a:off x="8153705" y="1723644"/>
            <a:ext cx="3657600" cy="4401922"/>
          </a:xfrm>
          <a:prstGeom prst="rect">
            <a:avLst/>
          </a:prstGeom>
        </p:spPr>
      </p:pic>
      <p:sp>
        <p:nvSpPr>
          <p:cNvPr id="34" name="Shape 22"/>
          <p:cNvSpPr/>
          <p:nvPr/>
        </p:nvSpPr>
        <p:spPr>
          <a:xfrm>
            <a:off x="11048695" y="1609344"/>
            <a:ext cx="952805" cy="952805"/>
          </a:xfrm>
          <a:prstGeom prst="ellipse">
            <a:avLst/>
          </a:prstGeom>
          <a:solidFill>
            <a:srgbClr val="3B82F6">
              <a:alpha val="10000"/>
            </a:srgbClr>
          </a:solidFill>
          <a:ln w="12700">
            <a:solidFill>
              <a:srgbClr val="FFFFFF">
                <a:alpha val="0"/>
              </a:srgbClr>
            </a:solidFill>
            <a:prstDash val="solid"/>
          </a:ln>
        </p:spPr>
        <p:txBody>
          <a:bodyPr wrap="square"/>
          <a:lstStyle/>
          <a:p>
            <a:endParaRPr lang="ja-JP" altLang="en-US"/>
          </a:p>
        </p:txBody>
      </p:sp>
      <p:pic>
        <p:nvPicPr>
          <p:cNvPr id="35" name="Image 10" descr="preencoded.png"/>
          <p:cNvPicPr>
            <a:picLocks noChangeAspect="1"/>
          </p:cNvPicPr>
          <p:nvPr/>
        </p:nvPicPr>
        <p:blipFill>
          <a:blip r:embed="rId10"/>
          <a:srcRect/>
          <a:stretch/>
        </p:blipFill>
        <p:spPr>
          <a:xfrm>
            <a:off x="8382305" y="2029054"/>
            <a:ext cx="609905" cy="609905"/>
          </a:xfrm>
          <a:prstGeom prst="rect">
            <a:avLst/>
          </a:prstGeom>
        </p:spPr>
      </p:pic>
      <p:pic>
        <p:nvPicPr>
          <p:cNvPr id="36" name="Image 11" descr="preencoded.png"/>
          <p:cNvPicPr>
            <a:picLocks noChangeAspect="1"/>
          </p:cNvPicPr>
          <p:nvPr/>
        </p:nvPicPr>
        <p:blipFill>
          <a:blip r:embed="rId11"/>
          <a:srcRect l="-743" r="-743"/>
          <a:stretch/>
        </p:blipFill>
        <p:spPr>
          <a:xfrm>
            <a:off x="8534095" y="2162556"/>
            <a:ext cx="304495" cy="342900"/>
          </a:xfrm>
          <a:prstGeom prst="rect">
            <a:avLst/>
          </a:prstGeom>
        </p:spPr>
      </p:pic>
      <p:sp>
        <p:nvSpPr>
          <p:cNvPr id="37" name="Text 23"/>
          <p:cNvSpPr txBox="1"/>
          <p:nvPr/>
        </p:nvSpPr>
        <p:spPr>
          <a:xfrm>
            <a:off x="8382304" y="2790749"/>
            <a:ext cx="3657599" cy="276955"/>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Apply to Eachが空になっていないか？</a:t>
            </a:r>
            <a:endParaRPr lang="en-US" sz="2000" dirty="0"/>
          </a:p>
        </p:txBody>
      </p:sp>
      <p:sp>
        <p:nvSpPr>
          <p:cNvPr id="38" name="Text 24"/>
          <p:cNvSpPr txBox="1"/>
          <p:nvPr/>
        </p:nvSpPr>
        <p:spPr>
          <a:xfrm>
            <a:off x="8382305" y="3314853"/>
            <a:ext cx="327721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ループ対象が0件だとアクションは実行されません。前の手順でデータが取得できているか確認しましょう。</a:t>
            </a:r>
            <a:endParaRPr lang="en-US" sz="1600" dirty="0"/>
          </a:p>
        </p:txBody>
      </p:sp>
      <p:sp>
        <p:nvSpPr>
          <p:cNvPr id="49" name="Shape 32"/>
          <p:cNvSpPr/>
          <p:nvPr/>
        </p:nvSpPr>
        <p:spPr>
          <a:xfrm>
            <a:off x="0" y="0"/>
            <a:ext cx="12191695" cy="1343254"/>
          </a:xfrm>
          <a:prstGeom prst="rect">
            <a:avLst/>
          </a:prstGeom>
          <a:solidFill>
            <a:srgbClr val="FFFFFF"/>
          </a:solidFill>
          <a:ln/>
        </p:spPr>
        <p:txBody>
          <a:bodyPr wrap="square"/>
          <a:lstStyle/>
          <a:p>
            <a:endParaRPr lang="ja-JP" altLang="en-US"/>
          </a:p>
        </p:txBody>
      </p:sp>
      <p:sp>
        <p:nvSpPr>
          <p:cNvPr id="50" name="Shape 33"/>
          <p:cNvSpPr/>
          <p:nvPr/>
        </p:nvSpPr>
        <p:spPr>
          <a:xfrm>
            <a:off x="0" y="1334110"/>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51" name="Text 34"/>
          <p:cNvSpPr txBox="1"/>
          <p:nvPr/>
        </p:nvSpPr>
        <p:spPr>
          <a:xfrm>
            <a:off x="457200" y="228600"/>
            <a:ext cx="7896758"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PA45｜第4回</a:t>
            </a:r>
            <a:endParaRPr lang="en-US" sz="1500" dirty="0"/>
          </a:p>
        </p:txBody>
      </p:sp>
      <p:sp>
        <p:nvSpPr>
          <p:cNvPr id="52" name="Text 35"/>
          <p:cNvSpPr txBox="1"/>
          <p:nvPr/>
        </p:nvSpPr>
        <p:spPr>
          <a:xfrm>
            <a:off x="457200" y="533095"/>
            <a:ext cx="9461297" cy="571500"/>
          </a:xfrm>
          <a:prstGeom prst="rect">
            <a:avLst/>
          </a:prstGeom>
          <a:noFill/>
          <a:ln/>
        </p:spPr>
        <p:txBody>
          <a:bodyPr wrap="square" lIns="0" tIns="0" rIns="0" bIns="0" rtlCol="0" anchor="ctr"/>
          <a:lstStyle/>
          <a:p>
            <a:pPr marL="0" indent="0" algn="l">
              <a:buNone/>
            </a:pPr>
            <a:r>
              <a:rPr lang="en-US" sz="3600" b="1" dirty="0">
                <a:solidFill>
                  <a:srgbClr val="1F2937"/>
                </a:solidFill>
                <a:latin typeface="Noto Sans JP" pitchFamily="34" charset="0"/>
                <a:ea typeface="Noto Sans JP" pitchFamily="34" charset="-122"/>
                <a:cs typeface="Noto Sans JP" pitchFamily="34" charset="-120"/>
              </a:rPr>
              <a:t>うまくいかない時のチェックポイント</a:t>
            </a:r>
            <a:endParaRPr lang="en-US" sz="3600" dirty="0"/>
          </a:p>
        </p:txBody>
      </p:sp>
      <p:sp>
        <p:nvSpPr>
          <p:cNvPr id="53" name="Shape 36"/>
          <p:cNvSpPr/>
          <p:nvPr/>
        </p:nvSpPr>
        <p:spPr>
          <a:xfrm>
            <a:off x="10117379" y="180910"/>
            <a:ext cx="152705" cy="152705"/>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54" name="Text 37"/>
          <p:cNvSpPr txBox="1"/>
          <p:nvPr/>
        </p:nvSpPr>
        <p:spPr>
          <a:xfrm>
            <a:off x="10000000" y="105015"/>
            <a:ext cx="2191695"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Troubleshooting</a:t>
            </a:r>
            <a:endParaRPr lang="en-US" sz="1800" dirty="0"/>
          </a:p>
        </p:txBody>
      </p:sp>
      <p:sp>
        <p:nvSpPr>
          <p:cNvPr id="57" name="Shape 39"/>
          <p:cNvSpPr/>
          <p:nvPr/>
        </p:nvSpPr>
        <p:spPr>
          <a:xfrm>
            <a:off x="0" y="6506870"/>
            <a:ext cx="12191695" cy="352044"/>
          </a:xfrm>
          <a:prstGeom prst="rect">
            <a:avLst/>
          </a:prstGeom>
          <a:solidFill>
            <a:srgbClr val="FFFFFF"/>
          </a:solidFill>
          <a:ln/>
        </p:spPr>
        <p:txBody>
          <a:bodyPr wrap="square"/>
          <a:lstStyle/>
          <a:p>
            <a:endParaRPr lang="ja-JP" altLang="en-US"/>
          </a:p>
        </p:txBody>
      </p:sp>
      <p:sp>
        <p:nvSpPr>
          <p:cNvPr id="58" name="Shape 40"/>
          <p:cNvSpPr/>
          <p:nvPr/>
        </p:nvSpPr>
        <p:spPr>
          <a:xfrm>
            <a:off x="0" y="6506870"/>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59" name="Text 41"/>
          <p:cNvSpPr txBox="1"/>
          <p:nvPr/>
        </p:nvSpPr>
        <p:spPr>
          <a:xfrm>
            <a:off x="457200" y="657270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grpSp>
        <p:nvGrpSpPr>
          <p:cNvPr id="72" name="グループ化 71">
            <a:extLst>
              <a:ext uri="{FF2B5EF4-FFF2-40B4-BE49-F238E27FC236}">
                <a16:creationId xmlns:a16="http://schemas.microsoft.com/office/drawing/2014/main" id="{43C25382-5D96-9D36-299B-9553EB821759}"/>
              </a:ext>
            </a:extLst>
          </p:cNvPr>
          <p:cNvGrpSpPr/>
          <p:nvPr/>
        </p:nvGrpSpPr>
        <p:grpSpPr>
          <a:xfrm>
            <a:off x="8382305" y="4169664"/>
            <a:ext cx="3593592" cy="2631643"/>
            <a:chOff x="8382305" y="4169664"/>
            <a:chExt cx="3593592" cy="2631643"/>
          </a:xfrm>
        </p:grpSpPr>
        <p:sp>
          <p:nvSpPr>
            <p:cNvPr id="39" name="Shape 25"/>
            <p:cNvSpPr/>
            <p:nvPr/>
          </p:nvSpPr>
          <p:spPr>
            <a:xfrm>
              <a:off x="8382305" y="4169664"/>
              <a:ext cx="3200400" cy="1733702"/>
            </a:xfrm>
            <a:prstGeom prst="roundRect">
              <a:avLst>
                <a:gd name="adj" fmla="val 4637"/>
              </a:avLst>
            </a:prstGeom>
            <a:solidFill>
              <a:srgbClr val="EFF6FF"/>
            </a:solidFill>
            <a:ln w="12700">
              <a:solidFill>
                <a:srgbClr val="DBEAFE"/>
              </a:solidFill>
              <a:prstDash val="solid"/>
            </a:ln>
          </p:spPr>
          <p:txBody>
            <a:bodyPr/>
            <a:lstStyle/>
            <a:p>
              <a:endParaRPr lang="ja-JP" altLang="en-US" sz="3600"/>
            </a:p>
          </p:txBody>
        </p:sp>
        <p:sp>
          <p:nvSpPr>
            <p:cNvPr id="40" name="Shape 26"/>
            <p:cNvSpPr/>
            <p:nvPr/>
          </p:nvSpPr>
          <p:spPr>
            <a:xfrm>
              <a:off x="8544154" y="4988966"/>
              <a:ext cx="2876702" cy="9144"/>
            </a:xfrm>
            <a:prstGeom prst="rect">
              <a:avLst/>
            </a:prstGeom>
            <a:solidFill>
              <a:srgbClr val="BFDBFE"/>
            </a:solidFill>
            <a:ln w="12700">
              <a:solidFill>
                <a:srgbClr val="BFDBFE">
                  <a:alpha val="0"/>
                </a:srgbClr>
              </a:solidFill>
              <a:prstDash val="solid"/>
            </a:ln>
          </p:spPr>
          <p:txBody>
            <a:bodyPr/>
            <a:lstStyle/>
            <a:p>
              <a:endParaRPr lang="ja-JP" altLang="en-US" sz="3600"/>
            </a:p>
          </p:txBody>
        </p:sp>
        <p:sp>
          <p:nvSpPr>
            <p:cNvPr id="41" name="Text 27"/>
            <p:cNvSpPr txBox="1"/>
            <p:nvPr/>
          </p:nvSpPr>
          <p:spPr>
            <a:xfrm>
              <a:off x="8525409" y="4261257"/>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(ただの文字)</a:t>
              </a:r>
              <a:endParaRPr lang="en-US" sz="1600" dirty="0"/>
            </a:p>
          </p:txBody>
        </p:sp>
        <p:sp>
          <p:nvSpPr>
            <p:cNvPr id="42" name="Shape 28"/>
            <p:cNvSpPr/>
            <p:nvPr/>
          </p:nvSpPr>
          <p:spPr>
            <a:xfrm>
              <a:off x="8544154" y="4560113"/>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3600"/>
            </a:p>
          </p:txBody>
        </p:sp>
        <p:sp>
          <p:nvSpPr>
            <p:cNvPr id="43" name="Text 29"/>
            <p:cNvSpPr txBox="1"/>
            <p:nvPr/>
          </p:nvSpPr>
          <p:spPr>
            <a:xfrm>
              <a:off x="8791956" y="4560113"/>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400" dirty="0">
                  <a:solidFill>
                    <a:srgbClr val="475569"/>
                  </a:solidFill>
                  <a:latin typeface="Consolas" pitchFamily="34" charset="0"/>
                  <a:ea typeface="Consolas" pitchFamily="34" charset="-122"/>
                  <a:cs typeface="Consolas" pitchFamily="34" charset="-120"/>
                </a:rPr>
                <a:t> message </a:t>
              </a:r>
              <a:endParaRPr lang="en-US" sz="2400" dirty="0"/>
            </a:p>
          </p:txBody>
        </p:sp>
        <p:pic>
          <p:nvPicPr>
            <p:cNvPr id="44" name="Image 12" descr="preencoded.png"/>
            <p:cNvPicPr>
              <a:picLocks noChangeAspect="1"/>
            </p:cNvPicPr>
            <p:nvPr/>
          </p:nvPicPr>
          <p:blipFill>
            <a:blip r:embed="rId8"/>
            <a:srcRect t="-2222" b="-2222"/>
            <a:stretch/>
          </p:blipFill>
          <p:spPr>
            <a:xfrm>
              <a:off x="8630107" y="4628693"/>
              <a:ext cx="123444" cy="171907"/>
            </a:xfrm>
            <a:prstGeom prst="rect">
              <a:avLst/>
            </a:prstGeom>
          </p:spPr>
        </p:pic>
        <p:sp>
          <p:nvSpPr>
            <p:cNvPr id="45" name="Text 30"/>
            <p:cNvSpPr txBox="1"/>
            <p:nvPr/>
          </p:nvSpPr>
          <p:spPr>
            <a:xfrm>
              <a:off x="8544154" y="514532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(動的コンテンツ)</a:t>
              </a:r>
              <a:endParaRPr lang="en-US" sz="1600" dirty="0"/>
            </a:p>
          </p:txBody>
        </p:sp>
        <p:pic>
          <p:nvPicPr>
            <p:cNvPr id="46" name="Image 13" descr="preencoded.png"/>
            <p:cNvPicPr>
              <a:picLocks noChangeAspect="1"/>
            </p:cNvPicPr>
            <p:nvPr/>
          </p:nvPicPr>
          <p:blipFill>
            <a:blip r:embed="rId12"/>
            <a:srcRect t="-3" b="-3"/>
            <a:stretch/>
          </p:blipFill>
          <p:spPr>
            <a:xfrm>
              <a:off x="8544154" y="5373929"/>
              <a:ext cx="1725930" cy="362102"/>
            </a:xfrm>
            <a:prstGeom prst="rect">
              <a:avLst/>
            </a:prstGeom>
          </p:spPr>
        </p:pic>
        <p:pic>
          <p:nvPicPr>
            <p:cNvPr id="47" name="Image 14" descr="preencoded.png"/>
            <p:cNvPicPr>
              <a:picLocks noChangeAspect="1"/>
            </p:cNvPicPr>
            <p:nvPr/>
          </p:nvPicPr>
          <p:blipFill>
            <a:blip r:embed="rId13"/>
            <a:srcRect t="-1100" b="-1100"/>
            <a:stretch/>
          </p:blipFill>
          <p:spPr>
            <a:xfrm>
              <a:off x="8630107" y="5494630"/>
              <a:ext cx="114300" cy="133502"/>
            </a:xfrm>
            <a:prstGeom prst="rect">
              <a:avLst/>
            </a:prstGeom>
          </p:spPr>
        </p:pic>
        <p:sp>
          <p:nvSpPr>
            <p:cNvPr id="48" name="Text 31"/>
            <p:cNvSpPr txBox="1"/>
            <p:nvPr/>
          </p:nvSpPr>
          <p:spPr>
            <a:xfrm>
              <a:off x="8781898" y="5421478"/>
              <a:ext cx="1879752" cy="267005"/>
            </a:xfrm>
            <a:prstGeom prst="rect">
              <a:avLst/>
            </a:prstGeom>
            <a:noFill/>
            <a:ln/>
          </p:spPr>
          <p:txBody>
            <a:bodyPr wrap="square" lIns="0" tIns="0" rIns="0" bIns="0" rtlCol="0" anchor="ctr"/>
            <a:lstStyle/>
            <a:p>
              <a:pPr marL="0" indent="0" algn="l">
                <a:buNone/>
              </a:pPr>
              <a:r>
                <a:rPr lang="en-US" sz="2400" b="1" dirty="0">
                  <a:solidFill>
                    <a:srgbClr val="1E40AF"/>
                  </a:solidFill>
                  <a:latin typeface="Noto Sans JP" pitchFamily="34" charset="0"/>
                  <a:ea typeface="Noto Sans JP" pitchFamily="34" charset="-122"/>
                  <a:cs typeface="Noto Sans JP" pitchFamily="34" charset="-120"/>
                </a:rPr>
                <a:t>message</a:t>
              </a:r>
              <a:endParaRPr lang="en-US" sz="2400" dirty="0"/>
            </a:p>
          </p:txBody>
        </p:sp>
        <p:sp>
          <p:nvSpPr>
            <p:cNvPr id="60" name="Text 42"/>
            <p:cNvSpPr txBox="1"/>
            <p:nvPr/>
          </p:nvSpPr>
          <p:spPr>
            <a:xfrm>
              <a:off x="10490911" y="6572707"/>
              <a:ext cx="1484986" cy="228600"/>
            </a:xfrm>
            <a:prstGeom prst="rect">
              <a:avLst/>
            </a:prstGeom>
            <a:noFill/>
            <a:ln/>
          </p:spPr>
          <p:txBody>
            <a:bodyPr wrap="square" lIns="0" tIns="0" rIns="0" bIns="0" rtlCol="0" anchor="ctr"/>
            <a:lstStyle/>
            <a:p>
              <a:pPr marL="0" indent="0" algn="l">
                <a:buNone/>
              </a:pPr>
              <a:r>
                <a:rPr lang="en-US" sz="2400" dirty="0">
                  <a:solidFill>
                    <a:srgbClr val="9CA3AF"/>
                  </a:solidFill>
                  <a:latin typeface="Noto Sans JP" pitchFamily="34" charset="0"/>
                  <a:ea typeface="Noto Sans JP" pitchFamily="34" charset="-122"/>
                  <a:cs typeface="Noto Sans JP" pitchFamily="34" charset="-120"/>
                </a:rPr>
                <a:t>Copyright © PA45</a:t>
              </a:r>
              <a:endParaRPr lang="en-US" sz="2400" dirty="0"/>
            </a:p>
          </p:txBody>
        </p:sp>
      </p:grpSp>
      <p:pic>
        <p:nvPicPr>
          <p:cNvPr id="61" name="Image 16" descr="preencoded.png"/>
          <p:cNvPicPr>
            <a:picLocks noChangeAspect="1"/>
          </p:cNvPicPr>
          <p:nvPr/>
        </p:nvPicPr>
        <p:blipFill>
          <a:blip r:embed="rId14"/>
          <a:srcRect t="-1" b="-1"/>
          <a:stretch/>
        </p:blipFill>
        <p:spPr>
          <a:xfrm>
            <a:off x="0" y="6743700"/>
            <a:ext cx="12191695" cy="114300"/>
          </a:xfrm>
          <a:prstGeom prst="rect">
            <a:avLst/>
          </a:prstGeom>
        </p:spPr>
      </p:pic>
      <p:grpSp>
        <p:nvGrpSpPr>
          <p:cNvPr id="66" name="グループ化 65">
            <a:extLst>
              <a:ext uri="{FF2B5EF4-FFF2-40B4-BE49-F238E27FC236}">
                <a16:creationId xmlns:a16="http://schemas.microsoft.com/office/drawing/2014/main" id="{1CAEF9F2-F9B9-7E6B-49ED-4D66B8A09743}"/>
              </a:ext>
            </a:extLst>
          </p:cNvPr>
          <p:cNvGrpSpPr/>
          <p:nvPr/>
        </p:nvGrpSpPr>
        <p:grpSpPr>
          <a:xfrm>
            <a:off x="4603551" y="6322778"/>
            <a:ext cx="7350682" cy="405017"/>
            <a:chOff x="5861349" y="604238"/>
            <a:chExt cx="6035909" cy="405017"/>
          </a:xfrm>
        </p:grpSpPr>
        <p:sp>
          <p:nvSpPr>
            <p:cNvPr id="67" name="Shape 31">
              <a:extLst>
                <a:ext uri="{FF2B5EF4-FFF2-40B4-BE49-F238E27FC236}">
                  <a16:creationId xmlns:a16="http://schemas.microsoft.com/office/drawing/2014/main" id="{E151CA08-4A47-A292-DA7E-217E3585137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68" name="Text 21">
              <a:extLst>
                <a:ext uri="{FF2B5EF4-FFF2-40B4-BE49-F238E27FC236}">
                  <a16:creationId xmlns:a16="http://schemas.microsoft.com/office/drawing/2014/main" id="{F30EABB4-40F9-6618-359B-4B410EFC2F0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69" name="Image 2" descr="preencoded.png">
              <a:extLst>
                <a:ext uri="{FF2B5EF4-FFF2-40B4-BE49-F238E27FC236}">
                  <a16:creationId xmlns:a16="http://schemas.microsoft.com/office/drawing/2014/main" id="{F1870D8A-8532-148E-21DC-7C9580956160}"/>
                </a:ext>
              </a:extLst>
            </p:cNvPr>
            <p:cNvPicPr>
              <a:picLocks noChangeAspect="1"/>
            </p:cNvPicPr>
            <p:nvPr/>
          </p:nvPicPr>
          <p:blipFill>
            <a:blip r:embed="rId15"/>
            <a:srcRect/>
            <a:stretch/>
          </p:blipFill>
          <p:spPr>
            <a:xfrm>
              <a:off x="5861349" y="619679"/>
              <a:ext cx="263236" cy="389576"/>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305" y="10059"/>
            <a:ext cx="12191695" cy="6858000"/>
          </a:xfrm>
          <a:prstGeom prst="rect">
            <a:avLst/>
          </a:prstGeom>
        </p:spPr>
      </p:pic>
      <p:sp>
        <p:nvSpPr>
          <p:cNvPr id="4" name="Text 1"/>
          <p:cNvSpPr txBox="1"/>
          <p:nvPr/>
        </p:nvSpPr>
        <p:spPr>
          <a:xfrm>
            <a:off x="489102" y="674610"/>
            <a:ext cx="5410505" cy="228600"/>
          </a:xfrm>
          <a:prstGeom prst="rect">
            <a:avLst/>
          </a:prstGeom>
          <a:noFill/>
          <a:ln/>
        </p:spPr>
        <p:txBody>
          <a:bodyPr wrap="square" lIns="0" tIns="0" rIns="0" bIns="0" rtlCol="0" anchor="ctr"/>
          <a:lstStyle/>
          <a:p>
            <a:pPr marL="0" indent="0" algn="l">
              <a:buNone/>
            </a:pPr>
            <a:r>
              <a:rPr lang="en-US" sz="6600" kern="0" spc="60" dirty="0">
                <a:solidFill>
                  <a:srgbClr val="9CA3AF"/>
                </a:solidFill>
                <a:latin typeface="Noto Sans JP" pitchFamily="34" charset="0"/>
                <a:ea typeface="Noto Sans JP" pitchFamily="34" charset="-122"/>
                <a:cs typeface="Noto Sans JP" pitchFamily="34" charset="-120"/>
              </a:rPr>
              <a:t>Next Action</a:t>
            </a:r>
            <a:endParaRPr lang="en-US" sz="6600" dirty="0"/>
          </a:p>
        </p:txBody>
      </p:sp>
      <p:sp>
        <p:nvSpPr>
          <p:cNvPr id="5" name="Text 2"/>
          <p:cNvSpPr txBox="1"/>
          <p:nvPr/>
        </p:nvSpPr>
        <p:spPr>
          <a:xfrm>
            <a:off x="571500" y="1581825"/>
            <a:ext cx="5600700" cy="466431"/>
          </a:xfrm>
          <a:prstGeom prst="rect">
            <a:avLst/>
          </a:prstGeom>
          <a:noFill/>
          <a:ln/>
        </p:spPr>
        <p:txBody>
          <a:bodyPr wrap="square" lIns="0" tIns="0" rIns="0" bIns="0" rtlCol="0" anchor="ctr"/>
          <a:lstStyle/>
          <a:p>
            <a:pPr marL="0" indent="0" algn="l">
              <a:buNone/>
            </a:pPr>
            <a:r>
              <a:rPr lang="en-US" sz="3200" b="1" dirty="0">
                <a:solidFill>
                  <a:srgbClr val="1F2937"/>
                </a:solidFill>
                <a:latin typeface="Noto Sans JP" pitchFamily="34" charset="0"/>
                <a:ea typeface="Noto Sans JP" pitchFamily="34" charset="-122"/>
                <a:cs typeface="Noto Sans JP" pitchFamily="34" charset="-120"/>
              </a:rPr>
              <a:t>アンケートのお願い</a:t>
            </a:r>
            <a:endParaRPr lang="en-US" sz="3200" dirty="0"/>
          </a:p>
        </p:txBody>
      </p:sp>
      <p:sp>
        <p:nvSpPr>
          <p:cNvPr id="6" name="Text 3"/>
          <p:cNvSpPr txBox="1"/>
          <p:nvPr/>
        </p:nvSpPr>
        <p:spPr>
          <a:xfrm>
            <a:off x="571500" y="2124151"/>
            <a:ext cx="5486400" cy="267005"/>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所要時間：約1分</a:t>
            </a:r>
            <a:endParaRPr lang="en-US" sz="1500" dirty="0"/>
          </a:p>
        </p:txBody>
      </p:sp>
      <p:pic>
        <p:nvPicPr>
          <p:cNvPr id="7" name="Image 1" descr="preencoded.png"/>
          <p:cNvPicPr>
            <a:picLocks noChangeAspect="1"/>
          </p:cNvPicPr>
          <p:nvPr/>
        </p:nvPicPr>
        <p:blipFill>
          <a:blip r:embed="rId4"/>
          <a:srcRect t="-15" b="-15"/>
          <a:stretch/>
        </p:blipFill>
        <p:spPr>
          <a:xfrm>
            <a:off x="571500" y="2695651"/>
            <a:ext cx="5296205" cy="838505"/>
          </a:xfrm>
          <a:prstGeom prst="rect">
            <a:avLst/>
          </a:prstGeom>
        </p:spPr>
      </p:pic>
      <p:pic>
        <p:nvPicPr>
          <p:cNvPr id="8" name="Image 2" descr="preencoded.png"/>
          <p:cNvPicPr>
            <a:picLocks noChangeAspect="1"/>
          </p:cNvPicPr>
          <p:nvPr/>
        </p:nvPicPr>
        <p:blipFill>
          <a:blip r:embed="rId5"/>
          <a:srcRect/>
          <a:stretch/>
        </p:blipFill>
        <p:spPr>
          <a:xfrm>
            <a:off x="658326" y="2763275"/>
            <a:ext cx="389576" cy="389576"/>
          </a:xfrm>
          <a:prstGeom prst="rect">
            <a:avLst/>
          </a:prstGeom>
        </p:spPr>
      </p:pic>
      <p:sp>
        <p:nvSpPr>
          <p:cNvPr id="9" name="Text 4"/>
          <p:cNvSpPr txBox="1"/>
          <p:nvPr/>
        </p:nvSpPr>
        <p:spPr>
          <a:xfrm>
            <a:off x="1200607" y="2828588"/>
            <a:ext cx="3657600"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チャットをご確認ください</a:t>
            </a:r>
            <a:endParaRPr lang="en-US" sz="2400" dirty="0"/>
          </a:p>
        </p:txBody>
      </p:sp>
      <p:sp>
        <p:nvSpPr>
          <p:cNvPr id="10" name="Text 5"/>
          <p:cNvSpPr txBox="1"/>
          <p:nvPr/>
        </p:nvSpPr>
        <p:spPr>
          <a:xfrm>
            <a:off x="1200607" y="3302675"/>
            <a:ext cx="3657600" cy="2286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このあとチャット欄にアンケートURLを貼ります。</a:t>
            </a:r>
            <a:endParaRPr lang="en-US" sz="1200" dirty="0"/>
          </a:p>
        </p:txBody>
      </p:sp>
      <p:pic>
        <p:nvPicPr>
          <p:cNvPr id="11" name="Image 3" descr="preencoded.png"/>
          <p:cNvPicPr>
            <a:picLocks noChangeAspect="1"/>
          </p:cNvPicPr>
          <p:nvPr/>
        </p:nvPicPr>
        <p:blipFill>
          <a:blip r:embed="rId6"/>
          <a:srcRect t="-15" b="-15"/>
          <a:stretch/>
        </p:blipFill>
        <p:spPr>
          <a:xfrm>
            <a:off x="571500" y="3762756"/>
            <a:ext cx="5296205" cy="838505"/>
          </a:xfrm>
          <a:prstGeom prst="rect">
            <a:avLst/>
          </a:prstGeom>
        </p:spPr>
      </p:pic>
      <p:pic>
        <p:nvPicPr>
          <p:cNvPr id="12" name="Image 4" descr="preencoded.png"/>
          <p:cNvPicPr>
            <a:picLocks noChangeAspect="1"/>
          </p:cNvPicPr>
          <p:nvPr/>
        </p:nvPicPr>
        <p:blipFill>
          <a:blip r:embed="rId7"/>
          <a:srcRect/>
          <a:stretch/>
        </p:blipFill>
        <p:spPr>
          <a:xfrm>
            <a:off x="719176" y="3865735"/>
            <a:ext cx="365759" cy="365759"/>
          </a:xfrm>
          <a:prstGeom prst="rect">
            <a:avLst/>
          </a:prstGeom>
        </p:spPr>
      </p:pic>
      <p:sp>
        <p:nvSpPr>
          <p:cNvPr id="13" name="Text 6"/>
          <p:cNvSpPr txBox="1"/>
          <p:nvPr/>
        </p:nvSpPr>
        <p:spPr>
          <a:xfrm>
            <a:off x="1104595" y="3914546"/>
            <a:ext cx="4134002"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安心の匿名フォーム</a:t>
            </a:r>
            <a:endParaRPr lang="en-US" sz="2400" dirty="0"/>
          </a:p>
        </p:txBody>
      </p:sp>
      <p:sp>
        <p:nvSpPr>
          <p:cNvPr id="14" name="Text 7"/>
          <p:cNvSpPr txBox="1"/>
          <p:nvPr/>
        </p:nvSpPr>
        <p:spPr>
          <a:xfrm>
            <a:off x="1104595" y="4279522"/>
            <a:ext cx="4134002" cy="590865"/>
          </a:xfrm>
          <a:prstGeom prst="rect">
            <a:avLst/>
          </a:prstGeom>
          <a:noFill/>
          <a:ln/>
        </p:spPr>
        <p:txBody>
          <a:bodyPr wrap="square" lIns="0" tIns="0" rIns="0" bIns="0" rtlCol="0" anchor="ctr"/>
          <a:lstStyle/>
          <a:p>
            <a:pPr marL="0" indent="0" algn="l">
              <a:buNone/>
            </a:pPr>
            <a:r>
              <a:rPr lang="en-US" sz="1600">
                <a:solidFill>
                  <a:srgbClr val="4B5563"/>
                </a:solidFill>
                <a:latin typeface="Noto Sans JP" pitchFamily="34" charset="0"/>
                <a:ea typeface="Noto Sans JP" pitchFamily="34" charset="-122"/>
                <a:cs typeface="Noto Sans JP" pitchFamily="34" charset="-120"/>
              </a:rPr>
              <a:t>個人情報は取得しません。</a:t>
            </a:r>
          </a:p>
          <a:p>
            <a:pPr marL="0" indent="0" algn="l">
              <a:buNone/>
            </a:pPr>
            <a:r>
              <a:rPr lang="en-US" sz="1600">
                <a:solidFill>
                  <a:srgbClr val="4B5563"/>
                </a:solidFill>
                <a:latin typeface="Noto Sans JP" pitchFamily="34" charset="0"/>
                <a:ea typeface="Noto Sans JP" pitchFamily="34" charset="-122"/>
                <a:cs typeface="Noto Sans JP" pitchFamily="34" charset="-120"/>
              </a:rPr>
              <a:t>率直なご意見をお願いします</a:t>
            </a:r>
            <a:r>
              <a:rPr lang="en-US" sz="1600" dirty="0">
                <a:solidFill>
                  <a:srgbClr val="4B5563"/>
                </a:solidFill>
                <a:latin typeface="Noto Sans JP" pitchFamily="34" charset="0"/>
                <a:ea typeface="Noto Sans JP" pitchFamily="34" charset="-122"/>
                <a:cs typeface="Noto Sans JP" pitchFamily="34" charset="-120"/>
              </a:rPr>
              <a:t>。</a:t>
            </a:r>
            <a:endParaRPr lang="en-US" sz="1200" dirty="0"/>
          </a:p>
        </p:txBody>
      </p:sp>
      <p:sp>
        <p:nvSpPr>
          <p:cNvPr id="17" name="Text 9"/>
          <p:cNvSpPr txBox="1"/>
          <p:nvPr/>
        </p:nvSpPr>
        <p:spPr>
          <a:xfrm>
            <a:off x="6172200" y="351214"/>
            <a:ext cx="5410505" cy="466344"/>
          </a:xfrm>
          <a:prstGeom prst="rect">
            <a:avLst/>
          </a:prstGeom>
          <a:noFill/>
          <a:ln/>
        </p:spPr>
        <p:txBody>
          <a:bodyPr wrap="square" lIns="0" tIns="0" rIns="0" bIns="0" rtlCol="0" anchor="ctr"/>
          <a:lstStyle/>
          <a:p>
            <a:pPr marL="0" indent="0" algn="ctr">
              <a:buNone/>
            </a:pPr>
            <a:r>
              <a:rPr lang="ja-JP" altLang="en-US" sz="2400" kern="0" spc="60">
                <a:solidFill>
                  <a:srgbClr val="9CA3AF"/>
                </a:solidFill>
                <a:latin typeface="Noto Sans JP" pitchFamily="34" charset="0"/>
                <a:ea typeface="Noto Sans JP" pitchFamily="34" charset="-122"/>
                <a:cs typeface="Noto Sans JP" pitchFamily="34" charset="-120"/>
              </a:rPr>
              <a:t>🎁 </a:t>
            </a:r>
            <a:r>
              <a:rPr lang="en-US" sz="2400" kern="0" spc="60">
                <a:solidFill>
                  <a:srgbClr val="9CA3AF"/>
                </a:solidFill>
                <a:latin typeface="Noto Sans JP" pitchFamily="34" charset="0"/>
                <a:ea typeface="Noto Sans JP" pitchFamily="34" charset="-122"/>
                <a:cs typeface="Noto Sans JP" pitchFamily="34" charset="-120"/>
              </a:rPr>
              <a:t>Special </a:t>
            </a:r>
            <a:r>
              <a:rPr lang="en-US" sz="2400" kern="0" spc="60" dirty="0">
                <a:solidFill>
                  <a:srgbClr val="9CA3AF"/>
                </a:solidFill>
                <a:latin typeface="Noto Sans JP" pitchFamily="34" charset="0"/>
                <a:ea typeface="Noto Sans JP" pitchFamily="34" charset="-122"/>
                <a:cs typeface="Noto Sans JP" pitchFamily="34" charset="-120"/>
              </a:rPr>
              <a:t>Gift</a:t>
            </a:r>
            <a:endParaRPr lang="en-US" sz="2400" dirty="0"/>
          </a:p>
        </p:txBody>
      </p:sp>
      <p:sp>
        <p:nvSpPr>
          <p:cNvPr id="18" name="Shape 10"/>
          <p:cNvSpPr/>
          <p:nvPr/>
        </p:nvSpPr>
        <p:spPr>
          <a:xfrm>
            <a:off x="6324905" y="943661"/>
            <a:ext cx="5296205" cy="4819802"/>
          </a:xfrm>
          <a:prstGeom prst="roundRect">
            <a:avLst>
              <a:gd name="adj" fmla="val 900"/>
            </a:avLst>
          </a:prstGeom>
          <a:solidFill>
            <a:srgbClr val="F9FAFB"/>
          </a:solidFill>
          <a:ln w="12700">
            <a:solidFill>
              <a:srgbClr val="E5E7EB"/>
            </a:solidFill>
            <a:prstDash val="solid"/>
          </a:ln>
        </p:spPr>
        <p:txBody>
          <a:bodyPr/>
          <a:lstStyle/>
          <a:p>
            <a:endParaRPr lang="ja-JP" altLang="en-US"/>
          </a:p>
        </p:txBody>
      </p:sp>
      <p:sp>
        <p:nvSpPr>
          <p:cNvPr id="21" name="Text 13"/>
          <p:cNvSpPr txBox="1"/>
          <p:nvPr/>
        </p:nvSpPr>
        <p:spPr>
          <a:xfrm>
            <a:off x="7308298" y="1501051"/>
            <a:ext cx="3328503" cy="305410"/>
          </a:xfrm>
          <a:prstGeom prst="rect">
            <a:avLst/>
          </a:prstGeom>
          <a:noFill/>
          <a:ln/>
        </p:spPr>
        <p:txBody>
          <a:bodyPr wrap="square" lIns="0" tIns="0" rIns="0" bIns="0" rtlCol="0" anchor="ctr"/>
          <a:lstStyle/>
          <a:p>
            <a:pPr marL="0" indent="0" algn="ctr">
              <a:buNone/>
            </a:pPr>
            <a:r>
              <a:rPr lang="en-US" sz="3200" b="1">
                <a:solidFill>
                  <a:srgbClr val="374151"/>
                </a:solidFill>
                <a:latin typeface="Noto Sans JP" pitchFamily="34" charset="0"/>
                <a:ea typeface="Noto Sans JP" pitchFamily="34" charset="-122"/>
                <a:cs typeface="Noto Sans JP" pitchFamily="34" charset="-120"/>
              </a:rPr>
              <a:t>PA45 バッジ</a:t>
            </a:r>
            <a:endParaRPr lang="en-US" sz="3200" dirty="0"/>
          </a:p>
        </p:txBody>
      </p:sp>
      <p:sp>
        <p:nvSpPr>
          <p:cNvPr id="22" name="Text 14"/>
          <p:cNvSpPr txBox="1"/>
          <p:nvPr/>
        </p:nvSpPr>
        <p:spPr>
          <a:xfrm>
            <a:off x="7149084" y="2023610"/>
            <a:ext cx="3646932" cy="457199"/>
          </a:xfrm>
          <a:prstGeom prst="rect">
            <a:avLst/>
          </a:prstGeom>
          <a:noFill/>
          <a:ln/>
        </p:spPr>
        <p:txBody>
          <a:bodyPr wrap="square" lIns="0" tIns="0" rIns="0" bIns="0" rtlCol="0" anchor="ctr"/>
          <a:lstStyle/>
          <a:p>
            <a:pPr marL="0" indent="0" algn="ctr">
              <a:buNone/>
            </a:pPr>
            <a:r>
              <a:rPr lang="en-US" dirty="0">
                <a:solidFill>
                  <a:srgbClr val="6B7280"/>
                </a:solidFill>
                <a:latin typeface="Noto Sans JP" pitchFamily="34" charset="0"/>
                <a:ea typeface="Noto Sans JP" pitchFamily="34" charset="-122"/>
                <a:cs typeface="Noto Sans JP" pitchFamily="34" charset="-120"/>
              </a:rPr>
              <a:t>今日のアクション名 ＋ 開催日入り</a:t>
            </a:r>
            <a:endParaRPr lang="en-US" dirty="0"/>
          </a:p>
        </p:txBody>
      </p:sp>
      <p:pic>
        <p:nvPicPr>
          <p:cNvPr id="23" name="Image 6" descr="preencoded.png"/>
          <p:cNvPicPr>
            <a:picLocks noChangeAspect="1"/>
          </p:cNvPicPr>
          <p:nvPr/>
        </p:nvPicPr>
        <p:blipFill>
          <a:blip r:embed="rId8"/>
          <a:srcRect/>
          <a:stretch/>
        </p:blipFill>
        <p:spPr>
          <a:xfrm>
            <a:off x="8058607" y="2553005"/>
            <a:ext cx="1828800" cy="1828800"/>
          </a:xfrm>
          <a:prstGeom prst="rect">
            <a:avLst/>
          </a:prstGeom>
        </p:spPr>
      </p:pic>
      <p:sp>
        <p:nvSpPr>
          <p:cNvPr id="25" name="Shape 15"/>
          <p:cNvSpPr/>
          <p:nvPr/>
        </p:nvSpPr>
        <p:spPr>
          <a:xfrm>
            <a:off x="9581998" y="2400300"/>
            <a:ext cx="457200" cy="457200"/>
          </a:xfrm>
          <a:prstGeom prst="ellipse">
            <a:avLst/>
          </a:prstGeom>
          <a:solidFill>
            <a:srgbClr val="FBBF24">
              <a:alpha val="20000"/>
            </a:srgbClr>
          </a:solidFill>
          <a:ln w="12700">
            <a:solidFill>
              <a:srgbClr val="FFFFFF">
                <a:alpha val="0"/>
              </a:srgbClr>
            </a:solidFill>
            <a:prstDash val="solid"/>
          </a:ln>
        </p:spPr>
        <p:txBody>
          <a:bodyPr/>
          <a:lstStyle/>
          <a:p>
            <a:endParaRPr lang="ja-JP" altLang="en-US"/>
          </a:p>
        </p:txBody>
      </p:sp>
      <p:sp>
        <p:nvSpPr>
          <p:cNvPr id="26" name="Shape 16"/>
          <p:cNvSpPr/>
          <p:nvPr/>
        </p:nvSpPr>
        <p:spPr>
          <a:xfrm>
            <a:off x="7981798" y="4153205"/>
            <a:ext cx="304495" cy="304495"/>
          </a:xfrm>
          <a:prstGeom prst="ellipse">
            <a:avLst/>
          </a:prstGeom>
          <a:solidFill>
            <a:srgbClr val="2563EB">
              <a:alpha val="20000"/>
            </a:srgbClr>
          </a:solidFill>
          <a:ln w="12700">
            <a:solidFill>
              <a:srgbClr val="FFFFFF">
                <a:alpha val="0"/>
              </a:srgbClr>
            </a:solidFill>
            <a:prstDash val="solid"/>
          </a:ln>
        </p:spPr>
        <p:txBody>
          <a:bodyPr/>
          <a:lstStyle/>
          <a:p>
            <a:endParaRPr lang="ja-JP" altLang="en-US"/>
          </a:p>
        </p:txBody>
      </p:sp>
      <p:pic>
        <p:nvPicPr>
          <p:cNvPr id="27" name="Image 8" descr="preencoded.png"/>
          <p:cNvPicPr>
            <a:picLocks noChangeAspect="1"/>
          </p:cNvPicPr>
          <p:nvPr/>
        </p:nvPicPr>
        <p:blipFill>
          <a:blip r:embed="rId9"/>
          <a:srcRect t="-27" b="-27"/>
          <a:stretch/>
        </p:blipFill>
        <p:spPr>
          <a:xfrm>
            <a:off x="6964029" y="4572915"/>
            <a:ext cx="3887691" cy="608989"/>
          </a:xfrm>
          <a:prstGeom prst="rect">
            <a:avLst/>
          </a:prstGeom>
        </p:spPr>
      </p:pic>
      <p:sp>
        <p:nvSpPr>
          <p:cNvPr id="29" name="Text 17"/>
          <p:cNvSpPr txBox="1"/>
          <p:nvPr/>
        </p:nvSpPr>
        <p:spPr>
          <a:xfrm>
            <a:off x="7610856" y="4703859"/>
            <a:ext cx="3185160" cy="362102"/>
          </a:xfrm>
          <a:prstGeom prst="rect">
            <a:avLst/>
          </a:prstGeom>
          <a:noFill/>
          <a:ln/>
        </p:spPr>
        <p:txBody>
          <a:bodyPr wrap="square" lIns="0" tIns="0" rIns="0" bIns="0" rtlCol="0" anchor="ctr"/>
          <a:lstStyle/>
          <a:p>
            <a:pPr marL="0" indent="0" algn="l">
              <a:buNone/>
            </a:pPr>
            <a:r>
              <a:rPr lang="en-US" b="1" dirty="0">
                <a:solidFill>
                  <a:srgbClr val="374151"/>
                </a:solidFill>
                <a:latin typeface="Noto Sans JP" pitchFamily="34" charset="0"/>
                <a:ea typeface="Noto Sans JP" pitchFamily="34" charset="-122"/>
                <a:cs typeface="Noto Sans JP" pitchFamily="34" charset="-120"/>
              </a:rPr>
              <a:t>後日、XのDMでお届けします</a:t>
            </a:r>
            <a:endParaRPr lang="en-US" dirty="0"/>
          </a:p>
        </p:txBody>
      </p:sp>
      <p:sp>
        <p:nvSpPr>
          <p:cNvPr id="30" name="Shape 18"/>
          <p:cNvSpPr/>
          <p:nvPr/>
        </p:nvSpPr>
        <p:spPr>
          <a:xfrm>
            <a:off x="571500" y="6059946"/>
            <a:ext cx="11048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1" name="Text 19"/>
          <p:cNvSpPr txBox="1"/>
          <p:nvPr/>
        </p:nvSpPr>
        <p:spPr>
          <a:xfrm>
            <a:off x="571500" y="6277356"/>
            <a:ext cx="886054" cy="200254"/>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PA45｜第4回</a:t>
            </a:r>
            <a:endParaRPr lang="en-US" sz="1000" dirty="0"/>
          </a:p>
        </p:txBody>
      </p:sp>
      <p:sp>
        <p:nvSpPr>
          <p:cNvPr id="32" name="Text 20"/>
          <p:cNvSpPr txBox="1"/>
          <p:nvPr/>
        </p:nvSpPr>
        <p:spPr>
          <a:xfrm>
            <a:off x="1530706" y="6277356"/>
            <a:ext cx="114300"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a:t>
            </a:r>
            <a:endParaRPr lang="en-US" sz="1000" dirty="0"/>
          </a:p>
        </p:txBody>
      </p:sp>
      <p:sp>
        <p:nvSpPr>
          <p:cNvPr id="33" name="Text 21"/>
          <p:cNvSpPr txBox="1"/>
          <p:nvPr/>
        </p:nvSpPr>
        <p:spPr>
          <a:xfrm>
            <a:off x="1719986" y="6277356"/>
            <a:ext cx="486461" cy="200254"/>
          </a:xfrm>
          <a:prstGeom prst="rect">
            <a:avLst/>
          </a:prstGeom>
          <a:noFill/>
          <a:ln/>
        </p:spPr>
        <p:txBody>
          <a:bodyPr wrap="square" lIns="0" tIns="0" rIns="0" bIns="0" rtlCol="0" anchor="ct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#PA45</a:t>
            </a:r>
            <a:endParaRPr lang="en-US" sz="1000" dirty="0"/>
          </a:p>
        </p:txBody>
      </p:sp>
      <p:sp>
        <p:nvSpPr>
          <p:cNvPr id="34" name="Text 22"/>
          <p:cNvSpPr txBox="1"/>
          <p:nvPr/>
        </p:nvSpPr>
        <p:spPr>
          <a:xfrm>
            <a:off x="5314493" y="6277356"/>
            <a:ext cx="2412187" cy="200254"/>
          </a:xfrm>
          <a:prstGeom prst="rect">
            <a:avLst/>
          </a:prstGeom>
          <a:noFill/>
          <a:ln/>
        </p:spPr>
        <p:txBody>
          <a:bodyPr wrap="square" lIns="0" tIns="0" rIns="0" bIns="0" rtlCol="0" anchor="ctr"/>
          <a:lstStyle/>
          <a:p>
            <a:pPr marL="0" indent="0" algn="l">
              <a:buNone/>
            </a:pPr>
            <a:r>
              <a:rPr lang="en-US" sz="1600" kern="0" spc="26" dirty="0">
                <a:solidFill>
                  <a:srgbClr val="6B7280"/>
                </a:solidFill>
                <a:latin typeface="Noto Sans JP" pitchFamily="34" charset="0"/>
                <a:ea typeface="Noto Sans JP" pitchFamily="34" charset="-122"/>
                <a:cs typeface="Noto Sans JP" pitchFamily="34" charset="-120"/>
              </a:rPr>
              <a:t>Power Automate for Beginners</a:t>
            </a:r>
            <a:endParaRPr lang="en-US" sz="1000" dirty="0"/>
          </a:p>
        </p:txBody>
      </p:sp>
      <p:sp>
        <p:nvSpPr>
          <p:cNvPr id="35" name="Text 23"/>
          <p:cNvSpPr txBox="1"/>
          <p:nvPr/>
        </p:nvSpPr>
        <p:spPr>
          <a:xfrm>
            <a:off x="10532059" y="6277356"/>
            <a:ext cx="1303934"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sp>
        <p:nvSpPr>
          <p:cNvPr id="36" name="Shape 3">
            <a:extLst>
              <a:ext uri="{FF2B5EF4-FFF2-40B4-BE49-F238E27FC236}">
                <a16:creationId xmlns:a16="http://schemas.microsoft.com/office/drawing/2014/main" id="{B861E8B3-E3DD-C84F-65D8-8D354C918F83}"/>
              </a:ext>
            </a:extLst>
          </p:cNvPr>
          <p:cNvSpPr/>
          <p:nvPr/>
        </p:nvSpPr>
        <p:spPr>
          <a:xfrm>
            <a:off x="147676" y="1572681"/>
            <a:ext cx="114300" cy="4569257"/>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37" name="Text 9">
            <a:extLst>
              <a:ext uri="{FF2B5EF4-FFF2-40B4-BE49-F238E27FC236}">
                <a16:creationId xmlns:a16="http://schemas.microsoft.com/office/drawing/2014/main" id="{9AE478BF-D1A4-1FF1-7F4F-D75181898C42}"/>
              </a:ext>
            </a:extLst>
          </p:cNvPr>
          <p:cNvSpPr txBox="1"/>
          <p:nvPr/>
        </p:nvSpPr>
        <p:spPr>
          <a:xfrm>
            <a:off x="8511823" y="3258573"/>
            <a:ext cx="967653" cy="466344"/>
          </a:xfrm>
          <a:prstGeom prst="rect">
            <a:avLst/>
          </a:prstGeom>
          <a:noFill/>
          <a:ln/>
        </p:spPr>
        <p:txBody>
          <a:bodyPr wrap="square" lIns="0" tIns="0" rIns="0" bIns="0" rtlCol="0" anchor="ctr"/>
          <a:lstStyle/>
          <a:p>
            <a:pPr marL="0" indent="0" algn="ctr">
              <a:buNone/>
            </a:pPr>
            <a:r>
              <a:rPr lang="ja-JP" altLang="en-US" sz="4400" kern="0" spc="60">
                <a:solidFill>
                  <a:schemeClr val="bg1"/>
                </a:solidFill>
                <a:latin typeface="Noto Sans JP" pitchFamily="34" charset="0"/>
                <a:ea typeface="Noto Sans JP" pitchFamily="34" charset="-122"/>
                <a:cs typeface="Noto Sans JP" pitchFamily="34" charset="-120"/>
              </a:rPr>
              <a:t>？</a:t>
            </a:r>
            <a:endParaRPr lang="en-US" sz="4400" dirty="0">
              <a:solidFill>
                <a:schemeClr val="bg1"/>
              </a:solidFill>
            </a:endParaRPr>
          </a:p>
        </p:txBody>
      </p:sp>
      <p:grpSp>
        <p:nvGrpSpPr>
          <p:cNvPr id="38" name="グループ化 37">
            <a:extLst>
              <a:ext uri="{FF2B5EF4-FFF2-40B4-BE49-F238E27FC236}">
                <a16:creationId xmlns:a16="http://schemas.microsoft.com/office/drawing/2014/main" id="{18F671B6-865B-825E-58B6-45733630EC64}"/>
              </a:ext>
            </a:extLst>
          </p:cNvPr>
          <p:cNvGrpSpPr/>
          <p:nvPr/>
        </p:nvGrpSpPr>
        <p:grpSpPr>
          <a:xfrm>
            <a:off x="4603551" y="6322778"/>
            <a:ext cx="7350682" cy="405017"/>
            <a:chOff x="5861349" y="604238"/>
            <a:chExt cx="6035909" cy="405017"/>
          </a:xfrm>
        </p:grpSpPr>
        <p:sp>
          <p:nvSpPr>
            <p:cNvPr id="39" name="Shape 31">
              <a:extLst>
                <a:ext uri="{FF2B5EF4-FFF2-40B4-BE49-F238E27FC236}">
                  <a16:creationId xmlns:a16="http://schemas.microsoft.com/office/drawing/2014/main" id="{09F6BD02-AAED-4AE4-1723-76C382164EFB}"/>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0" name="Text 21">
              <a:extLst>
                <a:ext uri="{FF2B5EF4-FFF2-40B4-BE49-F238E27FC236}">
                  <a16:creationId xmlns:a16="http://schemas.microsoft.com/office/drawing/2014/main" id="{3D079374-4B86-0A08-8A21-A5F6A82AFA61}"/>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1" name="Image 2" descr="preencoded.png">
              <a:extLst>
                <a:ext uri="{FF2B5EF4-FFF2-40B4-BE49-F238E27FC236}">
                  <a16:creationId xmlns:a16="http://schemas.microsoft.com/office/drawing/2014/main" id="{C6953FA1-8653-2010-F17C-64622806C29A}"/>
                </a:ext>
              </a:extLst>
            </p:cNvPr>
            <p:cNvPicPr>
              <a:picLocks noChangeAspect="1"/>
            </p:cNvPicPr>
            <p:nvPr/>
          </p:nvPicPr>
          <p:blipFill>
            <a:blip r:embed="rId5"/>
            <a:srcRect/>
            <a:stretch/>
          </p:blipFill>
          <p:spPr>
            <a:xfrm>
              <a:off x="5861349" y="619679"/>
              <a:ext cx="263236" cy="389576"/>
            </a:xfrm>
            <a:prstGeom prst="rect">
              <a:avLst/>
            </a:prstGeom>
          </p:spPr>
        </p:pic>
      </p:grpSp>
      <p:sp>
        <p:nvSpPr>
          <p:cNvPr id="42" name="Rectangle 1">
            <a:extLst>
              <a:ext uri="{FF2B5EF4-FFF2-40B4-BE49-F238E27FC236}">
                <a16:creationId xmlns:a16="http://schemas.microsoft.com/office/drawing/2014/main" id="{08A5CB27-2617-8461-9B86-91936A00E426}"/>
              </a:ext>
            </a:extLst>
          </p:cNvPr>
          <p:cNvSpPr>
            <a:spLocks noChangeArrowheads="1"/>
          </p:cNvSpPr>
          <p:nvPr/>
        </p:nvSpPr>
        <p:spPr bwMode="auto">
          <a:xfrm>
            <a:off x="400355" y="549275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ja-JP" sz="1800" b="0" i="0" u="none" strike="noStrike" cap="none" normalizeH="0" baseline="0">
                <a:ln>
                  <a:noFill/>
                </a:ln>
                <a:solidFill>
                  <a:schemeClr val="tx1"/>
                </a:solidFill>
                <a:effectLst/>
                <a:latin typeface="Arial" panose="020B0604020202020204" pitchFamily="34" charset="0"/>
                <a:hlinkClick r:id="rId10"/>
              </a:rPr>
              <a:t>PowerAutoamte45 アンケート – フォーム​に記入する</a:t>
            </a:r>
            <a:endParaRPr kumimoji="0" lang="ja-JP" altLang="ja-JP" sz="1800" b="0" i="0" u="none" strike="noStrike" cap="none" normalizeH="0" baseline="0">
              <a:ln>
                <a:noFill/>
              </a:ln>
              <a:solidFill>
                <a:schemeClr val="tx1"/>
              </a:solidFill>
              <a:effectLst/>
              <a:latin typeface="Arial" panose="020B0604020202020204" pitchFamily="34" charset="0"/>
            </a:endParaRPr>
          </a:p>
        </p:txBody>
      </p:sp>
      <p:sp>
        <p:nvSpPr>
          <p:cNvPr id="15" name="Text 2">
            <a:extLst>
              <a:ext uri="{FF2B5EF4-FFF2-40B4-BE49-F238E27FC236}">
                <a16:creationId xmlns:a16="http://schemas.microsoft.com/office/drawing/2014/main" id="{59D5E270-E6AD-E457-0DD1-D6D69BCDC2F3}"/>
              </a:ext>
            </a:extLst>
          </p:cNvPr>
          <p:cNvSpPr txBox="1"/>
          <p:nvPr/>
        </p:nvSpPr>
        <p:spPr>
          <a:xfrm>
            <a:off x="489102" y="4817454"/>
            <a:ext cx="4028469" cy="466431"/>
          </a:xfrm>
          <a:prstGeom prst="rect">
            <a:avLst/>
          </a:prstGeom>
          <a:noFill/>
          <a:ln/>
        </p:spPr>
        <p:txBody>
          <a:bodyPr wrap="square" lIns="0" tIns="0" rIns="0" bIns="0" rtlCol="0" anchor="ctr"/>
          <a:lstStyle/>
          <a:p>
            <a:pPr marL="0" indent="0" algn="l">
              <a:buNone/>
            </a:pPr>
            <a:r>
              <a:rPr lang="ja-JP" altLang="en-US"/>
              <a:t>チャット欄に</a:t>
            </a:r>
            <a:r>
              <a:rPr lang="en-US" altLang="ja-JP"/>
              <a:t>URL</a:t>
            </a:r>
            <a:r>
              <a:rPr lang="ja-JP" altLang="en-US"/>
              <a:t>を貼り付けます</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1669</TotalTime>
  <Words>3943</Words>
  <Application>Microsoft Office PowerPoint</Application>
  <PresentationFormat>ワイド画面</PresentationFormat>
  <Paragraphs>564</Paragraphs>
  <Slides>17</Slides>
  <Notes>17</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17</vt:i4>
      </vt:variant>
    </vt:vector>
  </HeadingPairs>
  <TitlesOfParts>
    <vt:vector size="24" baseType="lpstr">
      <vt:lpstr>BIZ UDGothic</vt:lpstr>
      <vt:lpstr>Noto Sans JP</vt:lpstr>
      <vt:lpstr>ui-monospace</vt:lpstr>
      <vt:lpstr>Arial</vt:lpstr>
      <vt:lpstr>Consolas</vt:lpstr>
      <vt:lpstr>Courier New</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Generated by Gen-Spark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Multi-page HTML Content</dc:title>
  <dc:subject>PptxGenJS Presentation</dc:subject>
  <dc:creator>Visual Extract to PPTX Converter</dc:creator>
  <cp:lastModifiedBy>Ueda Isamu</cp:lastModifiedBy>
  <cp:revision>14</cp:revision>
  <dcterms:created xsi:type="dcterms:W3CDTF">2026-03-02T01:22:39Z</dcterms:created>
  <dcterms:modified xsi:type="dcterms:W3CDTF">2026-03-26T10:56:48Z</dcterms:modified>
</cp:coreProperties>
</file>