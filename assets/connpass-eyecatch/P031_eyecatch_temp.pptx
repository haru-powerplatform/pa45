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Vol.31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【ファイル×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第31回：ファイルを選んで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1クリックでPDFにして送る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ファイル名の式は</a:t>
            </a:r>
            <a:r>
              <a:rPr lang="en-US" sz="4500" b="1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SharePointのファイルを選び、1クリックでPDFに変換してメールで送る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非IT・PDF変換と添付を毎回手でしている方・初参加の方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