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57" r:id="rId3"/>
    <p:sldId id="256" r:id="rId4"/>
    <p:sldId id="271" r:id="rId5"/>
    <p:sldId id="261" r:id="rId6"/>
    <p:sldId id="272" r:id="rId7"/>
    <p:sldId id="275" r:id="rId8"/>
    <p:sldId id="274" r:id="rId9"/>
    <p:sldId id="276" r:id="rId10"/>
    <p:sldId id="277" r:id="rId11"/>
    <p:sldId id="278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3632E-FE63-4BBD-9645-A4ADC8EE0CD7}" v="79" dt="2026-04-09T05:34:34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3909" autoAdjust="0"/>
  </p:normalViewPr>
  <p:slideViewPr>
    <p:cSldViewPr snapToGrid="0" snapToObjects="1">
      <p:cViewPr varScale="1">
        <p:scale>
          <a:sx n="75" d="100"/>
          <a:sy n="75" d="100"/>
        </p:scale>
        <p:origin x="30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09T05:36:00.075" v="2333" actId="20577"/>
      <pc:docMkLst>
        <pc:docMk/>
      </pc:docMkLst>
      <pc:sldChg chg="modSp del mod">
        <pc:chgData name="Ueda Isamu" userId="35289799e0376f2e" providerId="LiveId" clId="{DD31E282-B62B-4911-91B6-43B1B98908F9}" dt="2026-04-09T05:33:21.519" v="2172" actId="47"/>
        <pc:sldMkLst>
          <pc:docMk/>
          <pc:sldMk cId="0" sldId="258"/>
        </pc:sldMkLst>
      </pc:sldChg>
      <pc:sldChg chg="addSp delSp modSp mod ord">
        <pc:chgData name="Ueda Isamu" userId="35289799e0376f2e" providerId="LiveId" clId="{DD31E282-B62B-4911-91B6-43B1B98908F9}" dt="2026-04-09T04:12:01.553" v="595"/>
        <pc:sldMkLst>
          <pc:docMk/>
          <pc:sldMk cId="0" sldId="259"/>
        </pc:sldMkLst>
        <pc:spChg chg="mod">
          <ac:chgData name="Ueda Isamu" userId="35289799e0376f2e" providerId="LiveId" clId="{DD31E282-B62B-4911-91B6-43B1B98908F9}" dt="2026-04-03T12:39:23.880" v="587" actId="1076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Ueda Isamu" userId="35289799e0376f2e" providerId="LiveId" clId="{DD31E282-B62B-4911-91B6-43B1B98908F9}" dt="2026-04-03T12:37:57.340" v="562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8:07.987" v="572" actId="10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13.506" v="585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17.956" v="58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7:35.518" v="5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7:40.613" v="54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01.740" v="582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30.685" v="58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6:46.314" v="51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8" creationId="{00000000-0000-0000-0000-000000000000}"/>
          </ac:spMkLst>
        </pc:spChg>
        <pc:picChg chg="mod">
          <ac:chgData name="Ueda Isamu" userId="35289799e0376f2e" providerId="LiveId" clId="{DD31E282-B62B-4911-91B6-43B1B98908F9}" dt="2026-04-03T12:34:45.699" v="464" actId="1076"/>
          <ac:picMkLst>
            <pc:docMk/>
            <pc:sldMk cId="0" sldId="259"/>
            <ac:picMk id="27" creationId="{00000000-0000-0000-0000-000000000000}"/>
          </ac:picMkLst>
        </pc:picChg>
        <pc:picChg chg="mod">
          <ac:chgData name="Ueda Isamu" userId="35289799e0376f2e" providerId="LiveId" clId="{DD31E282-B62B-4911-91B6-43B1B98908F9}" dt="2026-04-03T12:34:45.699" v="464" actId="1076"/>
          <ac:picMkLst>
            <pc:docMk/>
            <pc:sldMk cId="0" sldId="259"/>
            <ac:picMk id="28" creationId="{00000000-0000-0000-0000-000000000000}"/>
          </ac:picMkLst>
        </pc:picChg>
        <pc:picChg chg="add mod">
          <ac:chgData name="Ueda Isamu" userId="35289799e0376f2e" providerId="LiveId" clId="{DD31E282-B62B-4911-91B6-43B1B98908F9}" dt="2026-04-03T12:36:11.874" v="492" actId="1076"/>
          <ac:picMkLst>
            <pc:docMk/>
            <pc:sldMk cId="0" sldId="259"/>
            <ac:picMk id="29" creationId="{0A5D2121-E3AD-8CFB-9A1D-21A7BE0B1923}"/>
          </ac:picMkLst>
        </pc:picChg>
      </pc:sldChg>
      <pc:sldChg chg="modSp mod">
        <pc:chgData name="Ueda Isamu" userId="35289799e0376f2e" providerId="LiveId" clId="{DD31E282-B62B-4911-91B6-43B1B98908F9}" dt="2026-04-09T05:36:00.075" v="2333" actId="20577"/>
        <pc:sldMkLst>
          <pc:docMk/>
          <pc:sldMk cId="0" sldId="261"/>
        </pc:sldMkLst>
        <pc:spChg chg="mod">
          <ac:chgData name="Ueda Isamu" userId="35289799e0376f2e" providerId="LiveId" clId="{DD31E282-B62B-4911-91B6-43B1B98908F9}" dt="2026-04-09T05:35:57.480" v="233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5:32.604" v="2321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5:56.819" v="2331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6:00.075" v="2333" actId="20577"/>
          <ac:spMkLst>
            <pc:docMk/>
            <pc:sldMk cId="0" sldId="261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2:09.058" v="596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2:22.258" v="617" actId="20577"/>
          <ac:spMkLst>
            <pc:docMk/>
            <pc:sldMk cId="0" sldId="261"/>
            <ac:spMk id="37" creationId="{00000000-0000-0000-0000-000000000000}"/>
          </ac:spMkLst>
        </pc:spChg>
      </pc:sldChg>
      <pc:sldChg chg="modSp del mod">
        <pc:chgData name="Ueda Isamu" userId="35289799e0376f2e" providerId="LiveId" clId="{DD31E282-B62B-4911-91B6-43B1B98908F9}" dt="2026-04-09T04:12:30.194" v="618" actId="47"/>
        <pc:sldMkLst>
          <pc:docMk/>
          <pc:sldMk cId="0" sldId="262"/>
        </pc:sldMkLst>
      </pc:sldChg>
      <pc:sldChg chg="addSp delSp modSp del mod">
        <pc:chgData name="Ueda Isamu" userId="35289799e0376f2e" providerId="LiveId" clId="{DD31E282-B62B-4911-91B6-43B1B98908F9}" dt="2026-04-09T04:13:53.993" v="626" actId="47"/>
        <pc:sldMkLst>
          <pc:docMk/>
          <pc:sldMk cId="0" sldId="264"/>
        </pc:sldMkLst>
      </pc:sldChg>
      <pc:sldChg chg="delSp modSp mod">
        <pc:chgData name="Ueda Isamu" userId="35289799e0376f2e" providerId="LiveId" clId="{DD31E282-B62B-4911-91B6-43B1B98908F9}" dt="2026-04-09T05:33:11.792" v="2171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09T05:33:11.792" v="2171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1:02.659" v="2115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55.534" v="2164" actId="11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47.209" v="2162" actId="403"/>
          <ac:spMkLst>
            <pc:docMk/>
            <pc:sldMk cId="0" sldId="268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09T05:32:16.419" v="2146" actId="478"/>
          <ac:spMkLst>
            <pc:docMk/>
            <pc:sldMk cId="0" sldId="268"/>
            <ac:spMk id="15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11.792" v="217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0:53.810" v="2102" actId="403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55.534" v="2164" actId="113"/>
          <ac:spMkLst>
            <pc:docMk/>
            <pc:sldMk cId="0" sldId="268"/>
            <ac:spMk id="22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42.368" v="2159" actId="403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Ueda Isamu" userId="35289799e0376f2e" providerId="LiveId" clId="{DD31E282-B62B-4911-91B6-43B1B98908F9}" dt="2026-04-09T05:32:29.029" v="2152" actId="478"/>
          <ac:spMkLst>
            <pc:docMk/>
            <pc:sldMk cId="0" sldId="268"/>
            <ac:spMk id="26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1:40.006" v="2134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02.744" v="2167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11.792" v="2171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1:33.064" v="2131" actId="2057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00.073" v="2166" actId="1076"/>
          <ac:spMkLst>
            <pc:docMk/>
            <pc:sldMk cId="0" sldId="268"/>
            <ac:spMk id="33" creationId="{00000000-0000-0000-0000-000000000000}"/>
          </ac:spMkLst>
        </pc:spChg>
        <pc:spChg chg="del">
          <ac:chgData name="Ueda Isamu" userId="35289799e0376f2e" providerId="LiveId" clId="{DD31E282-B62B-4911-91B6-43B1B98908F9}" dt="2026-04-09T05:32:01.172" v="2140" actId="478"/>
          <ac:spMkLst>
            <pc:docMk/>
            <pc:sldMk cId="0" sldId="268"/>
            <ac:spMk id="34" creationId="{00000000-0000-0000-0000-000000000000}"/>
          </ac:spMkLst>
        </pc:spChg>
        <pc:spChg chg="del mod">
          <ac:chgData name="Ueda Isamu" userId="35289799e0376f2e" providerId="LiveId" clId="{DD31E282-B62B-4911-91B6-43B1B98908F9}" dt="2026-04-09T05:31:59.720" v="2139" actId="478"/>
          <ac:spMkLst>
            <pc:docMk/>
            <pc:sldMk cId="0" sldId="268"/>
            <ac:spMk id="37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1:46.800" v="591" actId="478"/>
          <ac:spMkLst>
            <pc:docMk/>
            <pc:sldMk cId="0" sldId="268"/>
            <ac:spMk id="40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1:49.575" v="592" actId="1076"/>
          <ac:spMkLst>
            <pc:docMk/>
            <pc:sldMk cId="0" sldId="268"/>
            <ac:spMk id="41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1:51.478" v="593" actId="478"/>
          <ac:spMkLst>
            <pc:docMk/>
            <pc:sldMk cId="0" sldId="268"/>
            <ac:spMk id="42" creationId="{00000000-0000-0000-0000-000000000000}"/>
          </ac:spMkLst>
        </pc:spChg>
        <pc:spChg chg="mod">
          <ac:chgData name="Ueda Isamu" userId="35289799e0376f2e" providerId="LiveId" clId="{DD31E282-B62B-4911-91B6-43B1B98908F9}" dt="2026-03-26T10:45:42.241" v="343" actId="1076"/>
          <ac:spMkLst>
            <pc:docMk/>
            <pc:sldMk cId="0" sldId="268"/>
            <ac:spMk id="43" creationId="{00000000-0000-0000-0000-000000000000}"/>
          </ac:spMkLst>
        </pc:spChg>
        <pc:picChg chg="del">
          <ac:chgData name="Ueda Isamu" userId="35289799e0376f2e" providerId="LiveId" clId="{DD31E282-B62B-4911-91B6-43B1B98908F9}" dt="2026-04-09T05:32:18.671" v="2147" actId="478"/>
          <ac:picMkLst>
            <pc:docMk/>
            <pc:sldMk cId="0" sldId="268"/>
            <ac:picMk id="14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5:32:31.044" v="2153" actId="478"/>
          <ac:picMkLst>
            <pc:docMk/>
            <pc:sldMk cId="0" sldId="268"/>
            <ac:picMk id="25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5:32:03.369" v="2141" actId="478"/>
          <ac:picMkLst>
            <pc:docMk/>
            <pc:sldMk cId="0" sldId="268"/>
            <ac:picMk id="36" creationId="{00000000-0000-0000-0000-000000000000}"/>
          </ac:picMkLst>
        </pc:picChg>
      </pc:sldChg>
      <pc:sldChg chg="delSp modSp mod">
        <pc:chgData name="Ueda Isamu" userId="35289799e0376f2e" providerId="LiveId" clId="{DD31E282-B62B-4911-91B6-43B1B98908F9}" dt="2026-04-09T05:35:01.454" v="2319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09T05:34:27.190" v="2306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21.299" v="2304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15.662" v="2302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40.341" v="2310" actId="107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48.233" v="2314" actId="107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45.995" v="2313" actId="107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54.255" v="2316" actId="1076"/>
          <ac:spMkLst>
            <pc:docMk/>
            <pc:sldMk cId="0" sldId="269"/>
            <ac:spMk id="34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5:00.371" v="2318" actId="1076"/>
          <ac:spMkLst>
            <pc:docMk/>
            <pc:sldMk cId="0" sldId="269"/>
            <ac:spMk id="35" creationId="{00000000-0000-0000-0000-000000000000}"/>
          </ac:spMkLst>
        </pc:spChg>
        <pc:spChg chg="del">
          <ac:chgData name="Ueda Isamu" userId="35289799e0376f2e" providerId="LiveId" clId="{DD31E282-B62B-4911-91B6-43B1B98908F9}" dt="2026-04-09T05:34:34.528" v="2307" actId="478"/>
          <ac:spMkLst>
            <pc:docMk/>
            <pc:sldMk cId="0" sldId="269"/>
            <ac:spMk id="42" creationId="{08A5CB27-2617-8461-9B86-91936A00E426}"/>
          </ac:spMkLst>
        </pc:spChg>
        <pc:picChg chg="mod">
          <ac:chgData name="Ueda Isamu" userId="35289799e0376f2e" providerId="LiveId" clId="{DD31E282-B62B-4911-91B6-43B1B98908F9}" dt="2026-04-09T05:35:01.454" v="2319" actId="1076"/>
          <ac:picMkLst>
            <pc:docMk/>
            <pc:sldMk cId="0" sldId="269"/>
            <ac:picMk id="3" creationId="{00000000-0000-0000-0000-000000000000}"/>
          </ac:picMkLst>
        </pc:picChg>
        <pc:picChg chg="mod">
          <ac:chgData name="Ueda Isamu" userId="35289799e0376f2e" providerId="LiveId" clId="{DD31E282-B62B-4911-91B6-43B1B98908F9}" dt="2026-04-09T05:34:18.631" v="2303" actId="1076"/>
          <ac:picMkLst>
            <pc:docMk/>
            <pc:sldMk cId="0" sldId="269"/>
            <ac:picMk id="12" creationId="{00000000-0000-0000-0000-000000000000}"/>
          </ac:picMkLst>
        </pc:picChg>
      </pc:sldChg>
      <pc:sldChg chg="delSp mod">
        <pc:chgData name="Ueda Isamu" userId="35289799e0376f2e" providerId="LiveId" clId="{DD31E282-B62B-4911-91B6-43B1B98908F9}" dt="2026-04-09T05:35:21.623" v="2320" actId="478"/>
        <pc:sldMkLst>
          <pc:docMk/>
          <pc:sldMk cId="0" sldId="271"/>
        </pc:sldMkLst>
        <pc:picChg chg="del">
          <ac:chgData name="Ueda Isamu" userId="35289799e0376f2e" providerId="LiveId" clId="{DD31E282-B62B-4911-91B6-43B1B98908F9}" dt="2026-04-09T05:35:21.623" v="2320" actId="478"/>
          <ac:picMkLst>
            <pc:docMk/>
            <pc:sldMk cId="0" sldId="271"/>
            <ac:picMk id="20" creationId="{00000000-0000-0000-0000-000000000000}"/>
          </ac:picMkLst>
        </pc:picChg>
      </pc:sldChg>
      <pc:sldChg chg="modSp add mod">
        <pc:chgData name="Ueda Isamu" userId="35289799e0376f2e" providerId="LiveId" clId="{DD31E282-B62B-4911-91B6-43B1B98908F9}" dt="2026-04-09T04:13:45" v="625" actId="2710"/>
        <pc:sldMkLst>
          <pc:docMk/>
          <pc:sldMk cId="0" sldId="272"/>
        </pc:sldMkLst>
        <pc:spChg chg="mod">
          <ac:chgData name="Ueda Isamu" userId="35289799e0376f2e" providerId="LiveId" clId="{DD31E282-B62B-4911-91B6-43B1B98908F9}" dt="2026-04-09T04:13:28.801" v="620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Ueda Isamu" userId="35289799e0376f2e" providerId="LiveId" clId="{DD31E282-B62B-4911-91B6-43B1B98908F9}" dt="2026-03-26T10:53:56.827" v="425" actId="2057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3:45" v="625" actId="271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3:41.398" v="624" actId="2710"/>
          <ac:spMkLst>
            <pc:docMk/>
            <pc:sldMk cId="0" sldId="272"/>
            <ac:spMk id="18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3:37.891" v="623" actId="2710"/>
          <ac:spMkLst>
            <pc:docMk/>
            <pc:sldMk cId="0" sldId="272"/>
            <ac:spMk id="21" creationId="{00000000-0000-0000-0000-000000000000}"/>
          </ac:spMkLst>
        </pc:spChg>
      </pc:sldChg>
      <pc:sldChg chg="del ord">
        <pc:chgData name="Ueda Isamu" userId="35289799e0376f2e" providerId="LiveId" clId="{DD31E282-B62B-4911-91B6-43B1B98908F9}" dt="2026-04-09T04:33:52.701" v="728" actId="47"/>
        <pc:sldMkLst>
          <pc:docMk/>
          <pc:sldMk cId="0" sldId="273"/>
        </pc:sldMkLst>
      </pc:sldChg>
      <pc:sldChg chg="addSp delSp modSp add mod">
        <pc:chgData name="Ueda Isamu" userId="35289799e0376f2e" providerId="LiveId" clId="{DD31E282-B62B-4911-91B6-43B1B98908F9}" dt="2026-04-09T05:04:34.723" v="1419" actId="1076"/>
        <pc:sldMkLst>
          <pc:docMk/>
          <pc:sldMk cId="3913826912" sldId="274"/>
        </pc:sldMkLst>
        <pc:spChg chg="add del">
          <ac:chgData name="Ueda Isamu" userId="35289799e0376f2e" providerId="LiveId" clId="{DD31E282-B62B-4911-91B6-43B1B98908F9}" dt="2026-04-09T04:17:59.677" v="644" actId="478"/>
          <ac:spMkLst>
            <pc:docMk/>
            <pc:sldMk cId="3913826912" sldId="274"/>
            <ac:spMk id="3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9:08.086" v="677" actId="1076"/>
          <ac:spMkLst>
            <pc:docMk/>
            <pc:sldMk cId="3913826912" sldId="274"/>
            <ac:spMk id="4" creationId="{00000000-0000-0000-0000-000000000000}"/>
          </ac:spMkLst>
        </pc:spChg>
        <pc:spChg chg="del mod">
          <ac:chgData name="Ueda Isamu" userId="35289799e0376f2e" providerId="LiveId" clId="{DD31E282-B62B-4911-91B6-43B1B98908F9}" dt="2026-04-09T04:17:48.048" v="636" actId="478"/>
          <ac:spMkLst>
            <pc:docMk/>
            <pc:sldMk cId="3913826912" sldId="274"/>
            <ac:spMk id="5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1.080" v="638" actId="478"/>
          <ac:spMkLst>
            <pc:docMk/>
            <pc:sldMk cId="3913826912" sldId="274"/>
            <ac:spMk id="6" creationId="{00000000-0000-0000-0000-000000000000}"/>
          </ac:spMkLst>
        </pc:spChg>
        <pc:spChg chg="mod">
          <ac:chgData name="Ueda Isamu" userId="35289799e0376f2e" providerId="LiveId" clId="{DD31E282-B62B-4911-91B6-43B1B98908F9}" dt="2026-04-09T04:31:19.097" v="691" actId="962"/>
          <ac:spMkLst>
            <pc:docMk/>
            <pc:sldMk cId="3913826912" sldId="274"/>
            <ac:spMk id="7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8:10.264" v="647" actId="1076"/>
          <ac:spMkLst>
            <pc:docMk/>
            <pc:sldMk cId="3913826912" sldId="274"/>
            <ac:spMk id="8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7.447" v="642" actId="478"/>
          <ac:spMkLst>
            <pc:docMk/>
            <pc:sldMk cId="3913826912" sldId="274"/>
            <ac:spMk id="9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8:01.250" v="645" actId="478"/>
          <ac:spMkLst>
            <pc:docMk/>
            <pc:sldMk cId="3913826912" sldId="274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9:10.462" v="678" actId="1076"/>
          <ac:spMkLst>
            <pc:docMk/>
            <pc:sldMk cId="3913826912" sldId="274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9:12.531" v="679" actId="1076"/>
          <ac:spMkLst>
            <pc:docMk/>
            <pc:sldMk cId="3913826912" sldId="274"/>
            <ac:spMk id="12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34.762" v="631" actId="478"/>
          <ac:spMkLst>
            <pc:docMk/>
            <pc:sldMk cId="3913826912" sldId="274"/>
            <ac:spMk id="14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36.408" v="632" actId="478"/>
          <ac:spMkLst>
            <pc:docMk/>
            <pc:sldMk cId="3913826912" sldId="274"/>
            <ac:spMk id="15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0.223" v="637" actId="478"/>
          <ac:spMkLst>
            <pc:docMk/>
            <pc:sldMk cId="3913826912" sldId="274"/>
            <ac:spMk id="17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39.746" v="635" actId="478"/>
          <ac:spMkLst>
            <pc:docMk/>
            <pc:sldMk cId="3913826912" sldId="274"/>
            <ac:spMk id="18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5.860" v="640" actId="478"/>
          <ac:spMkLst>
            <pc:docMk/>
            <pc:sldMk cId="3913826912" sldId="274"/>
            <ac:spMk id="20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3.307" v="639" actId="478"/>
          <ac:spMkLst>
            <pc:docMk/>
            <pc:sldMk cId="3913826912" sldId="274"/>
            <ac:spMk id="21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32:39.988" v="715" actId="692"/>
          <ac:spMkLst>
            <pc:docMk/>
            <pc:sldMk cId="3913826912" sldId="274"/>
            <ac:spMk id="27" creationId="{628B44C8-278A-51F9-E866-9030B4186D1A}"/>
          </ac:spMkLst>
        </pc:spChg>
        <pc:spChg chg="add mod">
          <ac:chgData name="Ueda Isamu" userId="35289799e0376f2e" providerId="LiveId" clId="{DD31E282-B62B-4911-91B6-43B1B98908F9}" dt="2026-04-09T04:32:49.739" v="718" actId="14100"/>
          <ac:spMkLst>
            <pc:docMk/>
            <pc:sldMk cId="3913826912" sldId="274"/>
            <ac:spMk id="28" creationId="{C48327A6-C76E-EA3C-3369-14B0E8E723FD}"/>
          </ac:spMkLst>
        </pc:spChg>
        <pc:spChg chg="add mod">
          <ac:chgData name="Ueda Isamu" userId="35289799e0376f2e" providerId="LiveId" clId="{DD31E282-B62B-4911-91B6-43B1B98908F9}" dt="2026-04-09T04:35:22.040" v="781" actId="1076"/>
          <ac:spMkLst>
            <pc:docMk/>
            <pc:sldMk cId="3913826912" sldId="274"/>
            <ac:spMk id="31" creationId="{FBD3D0E3-B099-96DC-A713-DD8EB80ACF45}"/>
          </ac:spMkLst>
        </pc:spChg>
        <pc:spChg chg="add mod">
          <ac:chgData name="Ueda Isamu" userId="35289799e0376f2e" providerId="LiveId" clId="{DD31E282-B62B-4911-91B6-43B1B98908F9}" dt="2026-04-09T04:35:44.947" v="804" actId="1076"/>
          <ac:spMkLst>
            <pc:docMk/>
            <pc:sldMk cId="3913826912" sldId="274"/>
            <ac:spMk id="32" creationId="{754C498D-1EDF-DF17-A95A-3FB88E2ED259}"/>
          </ac:spMkLst>
        </pc:spChg>
        <pc:spChg chg="add mod">
          <ac:chgData name="Ueda Isamu" userId="35289799e0376f2e" providerId="LiveId" clId="{DD31E282-B62B-4911-91B6-43B1B98908F9}" dt="2026-04-09T04:36:00.472" v="811" actId="1076"/>
          <ac:spMkLst>
            <pc:docMk/>
            <pc:sldMk cId="3913826912" sldId="274"/>
            <ac:spMk id="33" creationId="{160F0B0D-5D64-F9CC-0ED4-FB32C2F912A0}"/>
          </ac:spMkLst>
        </pc:spChg>
        <pc:picChg chg="del">
          <ac:chgData name="Ueda Isamu" userId="35289799e0376f2e" providerId="LiveId" clId="{DD31E282-B62B-4911-91B6-43B1B98908F9}" dt="2026-04-09T04:17:37.664" v="634" actId="478"/>
          <ac:picMkLst>
            <pc:docMk/>
            <pc:sldMk cId="3913826912" sldId="274"/>
            <ac:picMk id="13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4:18:48.834" v="648" actId="478"/>
          <ac:picMkLst>
            <pc:docMk/>
            <pc:sldMk cId="3913826912" sldId="274"/>
            <ac:picMk id="16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4:17:56.846" v="641" actId="478"/>
          <ac:picMkLst>
            <pc:docMk/>
            <pc:sldMk cId="3913826912" sldId="274"/>
            <ac:picMk id="19" creationId="{00000000-0000-0000-0000-000000000000}"/>
          </ac:picMkLst>
        </pc:picChg>
        <pc:picChg chg="add mod">
          <ac:chgData name="Ueda Isamu" userId="35289799e0376f2e" providerId="LiveId" clId="{DD31E282-B62B-4911-91B6-43B1B98908F9}" dt="2026-04-09T04:31:24.233" v="695" actId="1076"/>
          <ac:picMkLst>
            <pc:docMk/>
            <pc:sldMk cId="3913826912" sldId="274"/>
            <ac:picMk id="24" creationId="{462787A1-346B-D6CF-46A6-2F68095FE682}"/>
          </ac:picMkLst>
        </pc:picChg>
        <pc:picChg chg="add mod">
          <ac:chgData name="Ueda Isamu" userId="35289799e0376f2e" providerId="LiveId" clId="{DD31E282-B62B-4911-91B6-43B1B98908F9}" dt="2026-04-09T04:32:04.591" v="700" actId="27614"/>
          <ac:picMkLst>
            <pc:docMk/>
            <pc:sldMk cId="3913826912" sldId="274"/>
            <ac:picMk id="26" creationId="{C398DDA1-41E7-ABC1-5777-CFC32A7D3E5C}"/>
          </ac:picMkLst>
        </pc:picChg>
        <pc:picChg chg="add mod">
          <ac:chgData name="Ueda Isamu" userId="35289799e0376f2e" providerId="LiveId" clId="{DD31E282-B62B-4911-91B6-43B1B98908F9}" dt="2026-04-09T04:33:59.975" v="731" actId="1076"/>
          <ac:picMkLst>
            <pc:docMk/>
            <pc:sldMk cId="3913826912" sldId="274"/>
            <ac:picMk id="30" creationId="{0FBDA441-D37C-9CC0-DDB9-6402A4539DE7}"/>
          </ac:picMkLst>
        </pc:picChg>
        <pc:picChg chg="add mod">
          <ac:chgData name="Ueda Isamu" userId="35289799e0376f2e" providerId="LiveId" clId="{DD31E282-B62B-4911-91B6-43B1B98908F9}" dt="2026-04-09T05:04:34.723" v="1419" actId="1076"/>
          <ac:picMkLst>
            <pc:docMk/>
            <pc:sldMk cId="3913826912" sldId="274"/>
            <ac:picMk id="35" creationId="{F2456A91-9873-D2CC-2647-E98C690FC2A2}"/>
          </ac:picMkLst>
        </pc:picChg>
      </pc:sldChg>
      <pc:sldChg chg="addSp delSp modSp add mod ord">
        <pc:chgData name="Ueda Isamu" userId="35289799e0376f2e" providerId="LiveId" clId="{DD31E282-B62B-4911-91B6-43B1B98908F9}" dt="2026-04-09T04:41:22.198" v="965" actId="1076"/>
        <pc:sldMkLst>
          <pc:docMk/>
          <pc:sldMk cId="2203460093" sldId="275"/>
        </pc:sldMkLst>
        <pc:spChg chg="mod">
          <ac:chgData name="Ueda Isamu" userId="35289799e0376f2e" providerId="LiveId" clId="{DD31E282-B62B-4911-91B6-43B1B98908F9}" dt="2026-04-09T04:41:22.198" v="965" actId="1076"/>
          <ac:spMkLst>
            <pc:docMk/>
            <pc:sldMk cId="2203460093" sldId="275"/>
            <ac:spMk id="3" creationId="{00000000-0000-0000-0000-000000000000}"/>
          </ac:spMkLst>
        </pc:spChg>
        <pc:spChg chg="add del mod">
          <ac:chgData name="Ueda Isamu" userId="35289799e0376f2e" providerId="LiveId" clId="{DD31E282-B62B-4911-91B6-43B1B98908F9}" dt="2026-04-09T04:39:01.803" v="851" actId="1076"/>
          <ac:spMkLst>
            <pc:docMk/>
            <pc:sldMk cId="2203460093" sldId="275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39:01.274" v="850" actId="1076"/>
          <ac:spMkLst>
            <pc:docMk/>
            <pc:sldMk cId="2203460093" sldId="275"/>
            <ac:spMk id="9" creationId="{124A191F-7A9B-65AC-B246-311A91BCEA10}"/>
          </ac:spMkLst>
        </pc:spChg>
        <pc:spChg chg="add mod">
          <ac:chgData name="Ueda Isamu" userId="35289799e0376f2e" providerId="LiveId" clId="{DD31E282-B62B-4911-91B6-43B1B98908F9}" dt="2026-04-09T04:39:07.648" v="853" actId="1076"/>
          <ac:spMkLst>
            <pc:docMk/>
            <pc:sldMk cId="2203460093" sldId="275"/>
            <ac:spMk id="10" creationId="{6E50B9C6-48F7-C94E-0033-4C243ABB18F6}"/>
          </ac:spMkLst>
        </pc:spChg>
        <pc:spChg chg="mod">
          <ac:chgData name="Ueda Isamu" userId="35289799e0376f2e" providerId="LiveId" clId="{DD31E282-B62B-4911-91B6-43B1B98908F9}" dt="2026-04-09T04:40:46.629" v="889" actId="14100"/>
          <ac:spMkLst>
            <pc:docMk/>
            <pc:sldMk cId="2203460093" sldId="275"/>
            <ac:spMk id="12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41:19.562" v="963" actId="1076"/>
          <ac:spMkLst>
            <pc:docMk/>
            <pc:sldMk cId="2203460093" sldId="275"/>
            <ac:spMk id="15" creationId="{9E99BB78-764F-E1BB-5CA7-18ED3C60D90C}"/>
          </ac:spMkLst>
        </pc:spChg>
        <pc:spChg chg="add mod">
          <ac:chgData name="Ueda Isamu" userId="35289799e0376f2e" providerId="LiveId" clId="{DD31E282-B62B-4911-91B6-43B1B98908F9}" dt="2026-04-09T04:41:21.934" v="964" actId="1076"/>
          <ac:spMkLst>
            <pc:docMk/>
            <pc:sldMk cId="2203460093" sldId="275"/>
            <ac:spMk id="16" creationId="{C3C8C646-4C86-3F55-E743-80A0FD1F681F}"/>
          </ac:spMkLst>
        </pc:spChg>
        <pc:spChg chg="del">
          <ac:chgData name="Ueda Isamu" userId="35289799e0376f2e" providerId="LiveId" clId="{DD31E282-B62B-4911-91B6-43B1B98908F9}" dt="2026-04-09T04:37:23.064" v="824" actId="478"/>
          <ac:spMkLst>
            <pc:docMk/>
            <pc:sldMk cId="2203460093" sldId="275"/>
            <ac:spMk id="27" creationId="{628B44C8-278A-51F9-E866-9030B4186D1A}"/>
          </ac:spMkLst>
        </pc:spChg>
        <pc:spChg chg="del">
          <ac:chgData name="Ueda Isamu" userId="35289799e0376f2e" providerId="LiveId" clId="{DD31E282-B62B-4911-91B6-43B1B98908F9}" dt="2026-04-09T04:37:28.494" v="828" actId="478"/>
          <ac:spMkLst>
            <pc:docMk/>
            <pc:sldMk cId="2203460093" sldId="275"/>
            <ac:spMk id="28" creationId="{C48327A6-C76E-EA3C-3369-14B0E8E723FD}"/>
          </ac:spMkLst>
        </pc:spChg>
        <pc:spChg chg="del">
          <ac:chgData name="Ueda Isamu" userId="35289799e0376f2e" providerId="LiveId" clId="{DD31E282-B62B-4911-91B6-43B1B98908F9}" dt="2026-04-09T04:37:40.117" v="832" actId="478"/>
          <ac:spMkLst>
            <pc:docMk/>
            <pc:sldMk cId="2203460093" sldId="275"/>
            <ac:spMk id="31" creationId="{FBD3D0E3-B099-96DC-A713-DD8EB80ACF45}"/>
          </ac:spMkLst>
        </pc:spChg>
        <pc:spChg chg="del">
          <ac:chgData name="Ueda Isamu" userId="35289799e0376f2e" providerId="LiveId" clId="{DD31E282-B62B-4911-91B6-43B1B98908F9}" dt="2026-04-09T04:37:41.224" v="833" actId="478"/>
          <ac:spMkLst>
            <pc:docMk/>
            <pc:sldMk cId="2203460093" sldId="275"/>
            <ac:spMk id="32" creationId="{754C498D-1EDF-DF17-A95A-3FB88E2ED259}"/>
          </ac:spMkLst>
        </pc:spChg>
        <pc:spChg chg="del">
          <ac:chgData name="Ueda Isamu" userId="35289799e0376f2e" providerId="LiveId" clId="{DD31E282-B62B-4911-91B6-43B1B98908F9}" dt="2026-04-09T04:37:46.880" v="836" actId="478"/>
          <ac:spMkLst>
            <pc:docMk/>
            <pc:sldMk cId="2203460093" sldId="275"/>
            <ac:spMk id="33" creationId="{160F0B0D-5D64-F9CC-0ED4-FB32C2F912A0}"/>
          </ac:spMkLst>
        </pc:spChg>
        <pc:picChg chg="add mod">
          <ac:chgData name="Ueda Isamu" userId="35289799e0376f2e" providerId="LiveId" clId="{DD31E282-B62B-4911-91B6-43B1B98908F9}" dt="2026-04-09T04:40:11.547" v="881" actId="1076"/>
          <ac:picMkLst>
            <pc:docMk/>
            <pc:sldMk cId="2203460093" sldId="275"/>
            <ac:picMk id="6" creationId="{F57B91FD-09DB-BCB8-2FE0-650EB5B462F3}"/>
          </ac:picMkLst>
        </pc:picChg>
        <pc:picChg chg="add mod">
          <ac:chgData name="Ueda Isamu" userId="35289799e0376f2e" providerId="LiveId" clId="{DD31E282-B62B-4911-91B6-43B1B98908F9}" dt="2026-04-09T04:40:07.988" v="878" actId="1076"/>
          <ac:picMkLst>
            <pc:docMk/>
            <pc:sldMk cId="2203460093" sldId="275"/>
            <ac:picMk id="14" creationId="{9E93F75D-9A2B-127E-BC07-E5B35B2A6BE2}"/>
          </ac:picMkLst>
        </pc:picChg>
        <pc:picChg chg="del">
          <ac:chgData name="Ueda Isamu" userId="35289799e0376f2e" providerId="LiveId" clId="{DD31E282-B62B-4911-91B6-43B1B98908F9}" dt="2026-04-09T04:37:24.091" v="825" actId="478"/>
          <ac:picMkLst>
            <pc:docMk/>
            <pc:sldMk cId="2203460093" sldId="275"/>
            <ac:picMk id="26" creationId="{C398DDA1-41E7-ABC1-5777-CFC32A7D3E5C}"/>
          </ac:picMkLst>
        </pc:picChg>
        <pc:picChg chg="del">
          <ac:chgData name="Ueda Isamu" userId="35289799e0376f2e" providerId="LiveId" clId="{DD31E282-B62B-4911-91B6-43B1B98908F9}" dt="2026-04-09T04:37:38.638" v="831" actId="478"/>
          <ac:picMkLst>
            <pc:docMk/>
            <pc:sldMk cId="2203460093" sldId="275"/>
            <ac:picMk id="30" creationId="{0FBDA441-D37C-9CC0-DDB9-6402A4539DE7}"/>
          </ac:picMkLst>
        </pc:picChg>
        <pc:picChg chg="mod">
          <ac:chgData name="Ueda Isamu" userId="35289799e0376f2e" providerId="LiveId" clId="{DD31E282-B62B-4911-91B6-43B1B98908F9}" dt="2026-04-09T04:37:51.082" v="839" actId="1076"/>
          <ac:picMkLst>
            <pc:docMk/>
            <pc:sldMk cId="2203460093" sldId="275"/>
            <ac:picMk id="35" creationId="{F2456A91-9873-D2CC-2647-E98C690FC2A2}"/>
          </ac:picMkLst>
        </pc:picChg>
      </pc:sldChg>
      <pc:sldChg chg="addSp delSp modSp add mod">
        <pc:chgData name="Ueda Isamu" userId="35289799e0376f2e" providerId="LiveId" clId="{DD31E282-B62B-4911-91B6-43B1B98908F9}" dt="2026-04-09T05:23:46.868" v="2057" actId="20577"/>
        <pc:sldMkLst>
          <pc:docMk/>
          <pc:sldMk cId="291104136" sldId="276"/>
        </pc:sldMkLst>
        <pc:spChg chg="mod">
          <ac:chgData name="Ueda Isamu" userId="35289799e0376f2e" providerId="LiveId" clId="{DD31E282-B62B-4911-91B6-43B1B98908F9}" dt="2026-04-09T04:57:30.600" v="1281" actId="1076"/>
          <ac:spMkLst>
            <pc:docMk/>
            <pc:sldMk cId="291104136" sldId="276"/>
            <ac:spMk id="7" creationId="{00000000-0000-0000-0000-000000000000}"/>
          </ac:spMkLst>
        </pc:spChg>
        <pc:spChg chg="mod">
          <ac:chgData name="Ueda Isamu" userId="35289799e0376f2e" providerId="LiveId" clId="{DD31E282-B62B-4911-91B6-43B1B98908F9}" dt="2026-04-09T04:43:06.452" v="987" actId="1076"/>
          <ac:spMkLst>
            <pc:docMk/>
            <pc:sldMk cId="291104136" sldId="276"/>
            <ac:spMk id="8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57:32.498" v="1282" actId="1076"/>
          <ac:spMkLst>
            <pc:docMk/>
            <pc:sldMk cId="291104136" sldId="276"/>
            <ac:spMk id="9" creationId="{DC24E450-0C2F-4DB8-840F-B0EA4857058B}"/>
          </ac:spMkLst>
        </pc:spChg>
        <pc:spChg chg="mod">
          <ac:chgData name="Ueda Isamu" userId="35289799e0376f2e" providerId="LiveId" clId="{DD31E282-B62B-4911-91B6-43B1B98908F9}" dt="2026-04-09T05:23:46.868" v="2057" actId="20577"/>
          <ac:spMkLst>
            <pc:docMk/>
            <pc:sldMk cId="291104136" sldId="276"/>
            <ac:spMk id="12" creationId="{00000000-0000-0000-0000-000000000000}"/>
          </ac:spMkLst>
        </pc:spChg>
        <pc:spChg chg="add del mod">
          <ac:chgData name="Ueda Isamu" userId="35289799e0376f2e" providerId="LiveId" clId="{DD31E282-B62B-4911-91B6-43B1B98908F9}" dt="2026-04-09T04:52:30.903" v="1137" actId="478"/>
          <ac:spMkLst>
            <pc:docMk/>
            <pc:sldMk cId="291104136" sldId="276"/>
            <ac:spMk id="17" creationId="{666B7B15-F047-8303-B80F-8F59F2EB5C71}"/>
          </ac:spMkLst>
        </pc:spChg>
        <pc:spChg chg="add mod">
          <ac:chgData name="Ueda Isamu" userId="35289799e0376f2e" providerId="LiveId" clId="{DD31E282-B62B-4911-91B6-43B1B98908F9}" dt="2026-04-09T04:54:14.067" v="1181" actId="14100"/>
          <ac:spMkLst>
            <pc:docMk/>
            <pc:sldMk cId="291104136" sldId="276"/>
            <ac:spMk id="23" creationId="{9E612A84-215E-87D6-5248-7C5B7AE89CBE}"/>
          </ac:spMkLst>
        </pc:spChg>
        <pc:spChg chg="del mod">
          <ac:chgData name="Ueda Isamu" userId="35289799e0376f2e" providerId="LiveId" clId="{DD31E282-B62B-4911-91B6-43B1B98908F9}" dt="2026-04-09T04:43:00.539" v="983" actId="478"/>
          <ac:spMkLst>
            <pc:docMk/>
            <pc:sldMk cId="291104136" sldId="276"/>
            <ac:spMk id="27" creationId="{628B44C8-278A-51F9-E866-9030B4186D1A}"/>
          </ac:spMkLst>
        </pc:spChg>
        <pc:spChg chg="add mod">
          <ac:chgData name="Ueda Isamu" userId="35289799e0376f2e" providerId="LiveId" clId="{DD31E282-B62B-4911-91B6-43B1B98908F9}" dt="2026-04-09T05:23:13.995" v="1970" actId="20577"/>
          <ac:spMkLst>
            <pc:docMk/>
            <pc:sldMk cId="291104136" sldId="276"/>
            <ac:spMk id="28" creationId="{025D8498-D888-532E-7CD3-71D52435B74A}"/>
          </ac:spMkLst>
        </pc:spChg>
        <pc:spChg chg="del">
          <ac:chgData name="Ueda Isamu" userId="35289799e0376f2e" providerId="LiveId" clId="{DD31E282-B62B-4911-91B6-43B1B98908F9}" dt="2026-04-09T04:43:17.697" v="994" actId="478"/>
          <ac:spMkLst>
            <pc:docMk/>
            <pc:sldMk cId="291104136" sldId="276"/>
            <ac:spMk id="28" creationId="{C48327A6-C76E-EA3C-3369-14B0E8E723FD}"/>
          </ac:spMkLst>
        </pc:spChg>
        <pc:spChg chg="del">
          <ac:chgData name="Ueda Isamu" userId="35289799e0376f2e" providerId="LiveId" clId="{DD31E282-B62B-4911-91B6-43B1B98908F9}" dt="2026-04-09T04:42:04.962" v="971" actId="478"/>
          <ac:spMkLst>
            <pc:docMk/>
            <pc:sldMk cId="291104136" sldId="276"/>
            <ac:spMk id="31" creationId="{FBD3D0E3-B099-96DC-A713-DD8EB80ACF45}"/>
          </ac:spMkLst>
        </pc:spChg>
        <pc:spChg chg="del">
          <ac:chgData name="Ueda Isamu" userId="35289799e0376f2e" providerId="LiveId" clId="{DD31E282-B62B-4911-91B6-43B1B98908F9}" dt="2026-04-09T04:42:02.714" v="970" actId="478"/>
          <ac:spMkLst>
            <pc:docMk/>
            <pc:sldMk cId="291104136" sldId="276"/>
            <ac:spMk id="32" creationId="{754C498D-1EDF-DF17-A95A-3FB88E2ED259}"/>
          </ac:spMkLst>
        </pc:spChg>
        <pc:spChg chg="del">
          <ac:chgData name="Ueda Isamu" userId="35289799e0376f2e" providerId="LiveId" clId="{DD31E282-B62B-4911-91B6-43B1B98908F9}" dt="2026-04-09T04:42:01.381" v="969" actId="478"/>
          <ac:spMkLst>
            <pc:docMk/>
            <pc:sldMk cId="291104136" sldId="276"/>
            <ac:spMk id="33" creationId="{160F0B0D-5D64-F9CC-0ED4-FB32C2F912A0}"/>
          </ac:spMkLst>
        </pc:spChg>
        <pc:picChg chg="add mod modCrop">
          <ac:chgData name="Ueda Isamu" userId="35289799e0376f2e" providerId="LiveId" clId="{DD31E282-B62B-4911-91B6-43B1B98908F9}" dt="2026-04-09T04:54:42.506" v="1191" actId="1076"/>
          <ac:picMkLst>
            <pc:docMk/>
            <pc:sldMk cId="291104136" sldId="276"/>
            <ac:picMk id="5" creationId="{892496C3-4558-5E97-2169-D48338A0A3E0}"/>
          </ac:picMkLst>
        </pc:picChg>
        <pc:picChg chg="add mod">
          <ac:chgData name="Ueda Isamu" userId="35289799e0376f2e" providerId="LiveId" clId="{DD31E282-B62B-4911-91B6-43B1B98908F9}" dt="2026-04-09T04:43:09.624" v="990" actId="1076"/>
          <ac:picMkLst>
            <pc:docMk/>
            <pc:sldMk cId="291104136" sldId="276"/>
            <ac:picMk id="6" creationId="{A17A6C71-DC85-D3BF-98ED-2184AE53C142}"/>
          </ac:picMkLst>
        </pc:picChg>
        <pc:picChg chg="add mod modCrop">
          <ac:chgData name="Ueda Isamu" userId="35289799e0376f2e" providerId="LiveId" clId="{DD31E282-B62B-4911-91B6-43B1B98908F9}" dt="2026-04-09T04:54:43.577" v="1192" actId="1076"/>
          <ac:picMkLst>
            <pc:docMk/>
            <pc:sldMk cId="291104136" sldId="276"/>
            <ac:picMk id="10" creationId="{DD6CC1B4-1693-EB02-DE8A-5CFC740F2A3C}"/>
          </ac:picMkLst>
        </pc:picChg>
        <pc:picChg chg="add mod modCrop">
          <ac:chgData name="Ueda Isamu" userId="35289799e0376f2e" providerId="LiveId" clId="{DD31E282-B62B-4911-91B6-43B1B98908F9}" dt="2026-04-09T04:54:45.532" v="1193" actId="1076"/>
          <ac:picMkLst>
            <pc:docMk/>
            <pc:sldMk cId="291104136" sldId="276"/>
            <ac:picMk id="14" creationId="{474712C9-A011-8FB5-5BBB-CE38A544406A}"/>
          </ac:picMkLst>
        </pc:picChg>
        <pc:picChg chg="del">
          <ac:chgData name="Ueda Isamu" userId="35289799e0376f2e" providerId="LiveId" clId="{DD31E282-B62B-4911-91B6-43B1B98908F9}" dt="2026-04-09T04:42:51.893" v="980" actId="478"/>
          <ac:picMkLst>
            <pc:docMk/>
            <pc:sldMk cId="291104136" sldId="276"/>
            <ac:picMk id="24" creationId="{462787A1-346B-D6CF-46A6-2F68095FE682}"/>
          </ac:picMkLst>
        </pc:picChg>
        <pc:picChg chg="add mod">
          <ac:chgData name="Ueda Isamu" userId="35289799e0376f2e" providerId="LiveId" clId="{DD31E282-B62B-4911-91B6-43B1B98908F9}" dt="2026-04-09T04:57:27.244" v="1280" actId="1076"/>
          <ac:picMkLst>
            <pc:docMk/>
            <pc:sldMk cId="291104136" sldId="276"/>
            <ac:picMk id="25" creationId="{079501CC-39D6-0791-DF86-029595275E51}"/>
          </ac:picMkLst>
        </pc:picChg>
        <pc:picChg chg="del">
          <ac:chgData name="Ueda Isamu" userId="35289799e0376f2e" providerId="LiveId" clId="{DD31E282-B62B-4911-91B6-43B1B98908F9}" dt="2026-04-09T04:41:57.246" v="967" actId="478"/>
          <ac:picMkLst>
            <pc:docMk/>
            <pc:sldMk cId="291104136" sldId="276"/>
            <ac:picMk id="26" creationId="{C398DDA1-41E7-ABC1-5777-CFC32A7D3E5C}"/>
          </ac:picMkLst>
        </pc:picChg>
        <pc:picChg chg="add mod">
          <ac:chgData name="Ueda Isamu" userId="35289799e0376f2e" providerId="LiveId" clId="{DD31E282-B62B-4911-91B6-43B1B98908F9}" dt="2026-04-09T04:56:38.399" v="1209" actId="1440"/>
          <ac:picMkLst>
            <pc:docMk/>
            <pc:sldMk cId="291104136" sldId="276"/>
            <ac:picMk id="27" creationId="{B91DDD5A-86B4-A3E0-46C3-912CC66D748C}"/>
          </ac:picMkLst>
        </pc:picChg>
        <pc:picChg chg="del">
          <ac:chgData name="Ueda Isamu" userId="35289799e0376f2e" providerId="LiveId" clId="{DD31E282-B62B-4911-91B6-43B1B98908F9}" dt="2026-04-09T04:41:59.632" v="968" actId="478"/>
          <ac:picMkLst>
            <pc:docMk/>
            <pc:sldMk cId="291104136" sldId="276"/>
            <ac:picMk id="30" creationId="{0FBDA441-D37C-9CC0-DDB9-6402A4539DE7}"/>
          </ac:picMkLst>
        </pc:picChg>
        <pc:picChg chg="mod">
          <ac:chgData name="Ueda Isamu" userId="35289799e0376f2e" providerId="LiveId" clId="{DD31E282-B62B-4911-91B6-43B1B98908F9}" dt="2026-04-09T04:49:53.308" v="1057" actId="1076"/>
          <ac:picMkLst>
            <pc:docMk/>
            <pc:sldMk cId="291104136" sldId="276"/>
            <ac:picMk id="35" creationId="{F2456A91-9873-D2CC-2647-E98C690FC2A2}"/>
          </ac:picMkLst>
        </pc:picChg>
        <pc:cxnChg chg="add mod">
          <ac:chgData name="Ueda Isamu" userId="35289799e0376f2e" providerId="LiveId" clId="{DD31E282-B62B-4911-91B6-43B1B98908F9}" dt="2026-04-09T04:57:38.377" v="1283" actId="14100"/>
          <ac:cxnSpMkLst>
            <pc:docMk/>
            <pc:sldMk cId="291104136" sldId="276"/>
            <ac:cxnSpMk id="13" creationId="{1E78F99F-BD09-AD3E-0884-C5D7DB7CCFD1}"/>
          </ac:cxnSpMkLst>
        </pc:cxnChg>
        <pc:cxnChg chg="add del mod">
          <ac:chgData name="Ueda Isamu" userId="35289799e0376f2e" providerId="LiveId" clId="{DD31E282-B62B-4911-91B6-43B1B98908F9}" dt="2026-04-09T04:52:28.655" v="1135" actId="478"/>
          <ac:cxnSpMkLst>
            <pc:docMk/>
            <pc:sldMk cId="291104136" sldId="276"/>
            <ac:cxnSpMk id="15" creationId="{A0007714-0FEC-E713-502C-23C46915DB1E}"/>
          </ac:cxnSpMkLst>
        </pc:cxnChg>
        <pc:cxnChg chg="add mod">
          <ac:chgData name="Ueda Isamu" userId="35289799e0376f2e" providerId="LiveId" clId="{DD31E282-B62B-4911-91B6-43B1B98908F9}" dt="2026-04-09T04:53:47.278" v="1173" actId="692"/>
          <ac:cxnSpMkLst>
            <pc:docMk/>
            <pc:sldMk cId="291104136" sldId="276"/>
            <ac:cxnSpMk id="18" creationId="{D2EC33CF-1BDD-2AE3-4E00-13030BCBCD96}"/>
          </ac:cxnSpMkLst>
        </pc:cxnChg>
        <pc:cxnChg chg="add mod">
          <ac:chgData name="Ueda Isamu" userId="35289799e0376f2e" providerId="LiveId" clId="{DD31E282-B62B-4911-91B6-43B1B98908F9}" dt="2026-04-09T04:53:47.278" v="1173" actId="692"/>
          <ac:cxnSpMkLst>
            <pc:docMk/>
            <pc:sldMk cId="291104136" sldId="276"/>
            <ac:cxnSpMk id="20" creationId="{2B6B6DB8-44FC-9074-647D-9B376F24461B}"/>
          </ac:cxnSpMkLst>
        </pc:cxnChg>
        <pc:cxnChg chg="add mod">
          <ac:chgData name="Ueda Isamu" userId="35289799e0376f2e" providerId="LiveId" clId="{DD31E282-B62B-4911-91B6-43B1B98908F9}" dt="2026-04-09T04:53:51.965" v="1174" actId="571"/>
          <ac:cxnSpMkLst>
            <pc:docMk/>
            <pc:sldMk cId="291104136" sldId="276"/>
            <ac:cxnSpMk id="21" creationId="{FFFEA5BA-6296-3417-A4FA-CE42C4F5C3AC}"/>
          </ac:cxnSpMkLst>
        </pc:cxnChg>
      </pc:sldChg>
      <pc:sldChg chg="addSp delSp modSp add mod">
        <pc:chgData name="Ueda Isamu" userId="35289799e0376f2e" providerId="LiveId" clId="{DD31E282-B62B-4911-91B6-43B1B98908F9}" dt="2026-04-09T05:24:24.407" v="2094" actId="1076"/>
        <pc:sldMkLst>
          <pc:docMk/>
          <pc:sldMk cId="2516945646" sldId="277"/>
        </pc:sldMkLst>
        <pc:spChg chg="mod">
          <ac:chgData name="Ueda Isamu" userId="35289799e0376f2e" providerId="LiveId" clId="{DD31E282-B62B-4911-91B6-43B1B98908F9}" dt="2026-04-09T05:07:13.262" v="1538" actId="1076"/>
          <ac:spMkLst>
            <pc:docMk/>
            <pc:sldMk cId="2516945646" sldId="277"/>
            <ac:spMk id="7" creationId="{FE4398F4-E8FA-90F1-AEEF-CDBC67C40E6D}"/>
          </ac:spMkLst>
        </pc:spChg>
        <pc:spChg chg="mod">
          <ac:chgData name="Ueda Isamu" userId="35289799e0376f2e" providerId="LiveId" clId="{DD31E282-B62B-4911-91B6-43B1B98908F9}" dt="2026-04-09T04:58:36.212" v="1378" actId="1076"/>
          <ac:spMkLst>
            <pc:docMk/>
            <pc:sldMk cId="2516945646" sldId="277"/>
            <ac:spMk id="9" creationId="{3F14B690-B44D-0B89-5B57-CB139A5A7F55}"/>
          </ac:spMkLst>
        </pc:spChg>
        <pc:spChg chg="mod">
          <ac:chgData name="Ueda Isamu" userId="35289799e0376f2e" providerId="LiveId" clId="{DD31E282-B62B-4911-91B6-43B1B98908F9}" dt="2026-04-09T04:58:01.268" v="1287" actId="1076"/>
          <ac:spMkLst>
            <pc:docMk/>
            <pc:sldMk cId="2516945646" sldId="277"/>
            <ac:spMk id="23" creationId="{5220408B-68B7-C3DF-C637-F9F957FB98CF}"/>
          </ac:spMkLst>
        </pc:spChg>
        <pc:spChg chg="add mod">
          <ac:chgData name="Ueda Isamu" userId="35289799e0376f2e" providerId="LiveId" clId="{DD31E282-B62B-4911-91B6-43B1B98908F9}" dt="2026-04-09T05:06:41.110" v="1516" actId="14100"/>
          <ac:spMkLst>
            <pc:docMk/>
            <pc:sldMk cId="2516945646" sldId="277"/>
            <ac:spMk id="24" creationId="{E5FF21B3-69FF-BDB5-9E90-2D00CB11FFB9}"/>
          </ac:spMkLst>
        </pc:spChg>
        <pc:spChg chg="add mod ord">
          <ac:chgData name="Ueda Isamu" userId="35289799e0376f2e" providerId="LiveId" clId="{DD31E282-B62B-4911-91B6-43B1B98908F9}" dt="2026-04-09T05:08:42.397" v="1584" actId="1076"/>
          <ac:spMkLst>
            <pc:docMk/>
            <pc:sldMk cId="2516945646" sldId="277"/>
            <ac:spMk id="26" creationId="{4D187CC2-5ACC-78B6-6BBA-DC399BCAD348}"/>
          </ac:spMkLst>
        </pc:spChg>
        <pc:spChg chg="del">
          <ac:chgData name="Ueda Isamu" userId="35289799e0376f2e" providerId="LiveId" clId="{DD31E282-B62B-4911-91B6-43B1B98908F9}" dt="2026-04-09T04:58:57.396" v="1388" actId="478"/>
          <ac:spMkLst>
            <pc:docMk/>
            <pc:sldMk cId="2516945646" sldId="277"/>
            <ac:spMk id="28" creationId="{B081FD9B-BABF-CC8A-F9F2-AD8524F32875}"/>
          </ac:spMkLst>
        </pc:spChg>
        <pc:spChg chg="add mod">
          <ac:chgData name="Ueda Isamu" userId="35289799e0376f2e" providerId="LiveId" clId="{DD31E282-B62B-4911-91B6-43B1B98908F9}" dt="2026-04-09T05:07:33.406" v="1543" actId="1076"/>
          <ac:spMkLst>
            <pc:docMk/>
            <pc:sldMk cId="2516945646" sldId="277"/>
            <ac:spMk id="29" creationId="{F741F568-86CE-FF95-4F90-4C82AB278C37}"/>
          </ac:spMkLst>
        </pc:spChg>
        <pc:spChg chg="add mod">
          <ac:chgData name="Ueda Isamu" userId="35289799e0376f2e" providerId="LiveId" clId="{DD31E282-B62B-4911-91B6-43B1B98908F9}" dt="2026-04-09T05:14:01.661" v="1679" actId="207"/>
          <ac:spMkLst>
            <pc:docMk/>
            <pc:sldMk cId="2516945646" sldId="277"/>
            <ac:spMk id="30" creationId="{F9C6DE2E-E99A-1C02-5329-12C4B6AB4EB5}"/>
          </ac:spMkLst>
        </pc:spChg>
        <pc:spChg chg="add mod">
          <ac:chgData name="Ueda Isamu" userId="35289799e0376f2e" providerId="LiveId" clId="{DD31E282-B62B-4911-91B6-43B1B98908F9}" dt="2026-04-09T05:07:40.056" v="1546" actId="1076"/>
          <ac:spMkLst>
            <pc:docMk/>
            <pc:sldMk cId="2516945646" sldId="277"/>
            <ac:spMk id="31" creationId="{CEE40F97-1F5C-856A-7C91-7CE97377D4C4}"/>
          </ac:spMkLst>
        </pc:spChg>
        <pc:spChg chg="add mod">
          <ac:chgData name="Ueda Isamu" userId="35289799e0376f2e" providerId="LiveId" clId="{DD31E282-B62B-4911-91B6-43B1B98908F9}" dt="2026-04-09T05:13:55.851" v="1678" actId="207"/>
          <ac:spMkLst>
            <pc:docMk/>
            <pc:sldMk cId="2516945646" sldId="277"/>
            <ac:spMk id="32" creationId="{69DC90D6-B116-99C3-BC1E-AEB6FC8E831B}"/>
          </ac:spMkLst>
        </pc:spChg>
        <pc:spChg chg="add mod">
          <ac:chgData name="Ueda Isamu" userId="35289799e0376f2e" providerId="LiveId" clId="{DD31E282-B62B-4911-91B6-43B1B98908F9}" dt="2026-04-09T05:07:44.679" v="1548" actId="1076"/>
          <ac:spMkLst>
            <pc:docMk/>
            <pc:sldMk cId="2516945646" sldId="277"/>
            <ac:spMk id="33" creationId="{6634F891-406D-EC28-C0E4-03D0F50B4F61}"/>
          </ac:spMkLst>
        </pc:spChg>
        <pc:spChg chg="add mod">
          <ac:chgData name="Ueda Isamu" userId="35289799e0376f2e" providerId="LiveId" clId="{DD31E282-B62B-4911-91B6-43B1B98908F9}" dt="2026-04-09T05:14:04.379" v="1680" actId="207"/>
          <ac:spMkLst>
            <pc:docMk/>
            <pc:sldMk cId="2516945646" sldId="277"/>
            <ac:spMk id="34" creationId="{E1DB6861-AA06-96A1-A6C3-24A3ACF53A5B}"/>
          </ac:spMkLst>
        </pc:spChg>
        <pc:spChg chg="add mod">
          <ac:chgData name="Ueda Isamu" userId="35289799e0376f2e" providerId="LiveId" clId="{DD31E282-B62B-4911-91B6-43B1B98908F9}" dt="2026-04-09T05:24:24.407" v="2094" actId="1076"/>
          <ac:spMkLst>
            <pc:docMk/>
            <pc:sldMk cId="2516945646" sldId="277"/>
            <ac:spMk id="39" creationId="{293D2795-7318-20B3-2AEE-1A11C92C75EB}"/>
          </ac:spMkLst>
        </pc:spChg>
        <pc:picChg chg="mod">
          <ac:chgData name="Ueda Isamu" userId="35289799e0376f2e" providerId="LiveId" clId="{DD31E282-B62B-4911-91B6-43B1B98908F9}" dt="2026-04-09T04:59:56.544" v="1404" actId="1076"/>
          <ac:picMkLst>
            <pc:docMk/>
            <pc:sldMk cId="2516945646" sldId="277"/>
            <ac:picMk id="5" creationId="{DA6C3389-52A4-EA9C-BC30-F3056611EF14}"/>
          </ac:picMkLst>
        </pc:picChg>
        <pc:picChg chg="mod">
          <ac:chgData name="Ueda Isamu" userId="35289799e0376f2e" providerId="LiveId" clId="{DD31E282-B62B-4911-91B6-43B1B98908F9}" dt="2026-04-09T05:05:25.934" v="1437" actId="1076"/>
          <ac:picMkLst>
            <pc:docMk/>
            <pc:sldMk cId="2516945646" sldId="277"/>
            <ac:picMk id="10" creationId="{230C4DD8-0F36-4779-2E00-3EAADAAD321B}"/>
          </ac:picMkLst>
        </pc:picChg>
        <pc:picChg chg="mod">
          <ac:chgData name="Ueda Isamu" userId="35289799e0376f2e" providerId="LiveId" clId="{DD31E282-B62B-4911-91B6-43B1B98908F9}" dt="2026-04-09T05:05:27.257" v="1438" actId="1076"/>
          <ac:picMkLst>
            <pc:docMk/>
            <pc:sldMk cId="2516945646" sldId="277"/>
            <ac:picMk id="14" creationId="{4222FACC-D8DE-D686-3910-80E8C7651D43}"/>
          </ac:picMkLst>
        </pc:picChg>
        <pc:picChg chg="add mod">
          <ac:chgData name="Ueda Isamu" userId="35289799e0376f2e" providerId="LiveId" clId="{DD31E282-B62B-4911-91B6-43B1B98908F9}" dt="2026-04-09T05:04:50.147" v="1420" actId="1076"/>
          <ac:picMkLst>
            <pc:docMk/>
            <pc:sldMk cId="2516945646" sldId="277"/>
            <ac:picMk id="16" creationId="{C8AFC543-C5AC-FD3B-5135-60EE50B8EAB3}"/>
          </ac:picMkLst>
        </pc:picChg>
        <pc:picChg chg="add mod modCrop">
          <ac:chgData name="Ueda Isamu" userId="35289799e0376f2e" providerId="LiveId" clId="{DD31E282-B62B-4911-91B6-43B1B98908F9}" dt="2026-04-09T05:06:44.238" v="1518" actId="1076"/>
          <ac:picMkLst>
            <pc:docMk/>
            <pc:sldMk cId="2516945646" sldId="277"/>
            <ac:picMk id="17" creationId="{0AE6F16D-225A-D2AE-98F2-D2FAE70E9542}"/>
          </ac:picMkLst>
        </pc:picChg>
        <pc:picChg chg="add mod">
          <ac:chgData name="Ueda Isamu" userId="35289799e0376f2e" providerId="LiveId" clId="{DD31E282-B62B-4911-91B6-43B1B98908F9}" dt="2026-04-09T05:06:43.080" v="1517" actId="1076"/>
          <ac:picMkLst>
            <pc:docMk/>
            <pc:sldMk cId="2516945646" sldId="277"/>
            <ac:picMk id="19" creationId="{911901AA-442B-D934-F032-1DA0FB3A5695}"/>
          </ac:picMkLst>
        </pc:picChg>
        <pc:picChg chg="del">
          <ac:chgData name="Ueda Isamu" userId="35289799e0376f2e" providerId="LiveId" clId="{DD31E282-B62B-4911-91B6-43B1B98908F9}" dt="2026-04-09T04:58:55.221" v="1387" actId="478"/>
          <ac:picMkLst>
            <pc:docMk/>
            <pc:sldMk cId="2516945646" sldId="277"/>
            <ac:picMk id="25" creationId="{947C16DB-D780-3E49-F42F-FF90B9B39589}"/>
          </ac:picMkLst>
        </pc:picChg>
        <pc:picChg chg="del">
          <ac:chgData name="Ueda Isamu" userId="35289799e0376f2e" providerId="LiveId" clId="{DD31E282-B62B-4911-91B6-43B1B98908F9}" dt="2026-04-09T04:58:53.537" v="1386" actId="478"/>
          <ac:picMkLst>
            <pc:docMk/>
            <pc:sldMk cId="2516945646" sldId="277"/>
            <ac:picMk id="27" creationId="{AAF37D3C-0029-6553-1A9E-9882A0CB7F87}"/>
          </ac:picMkLst>
        </pc:picChg>
        <pc:picChg chg="del">
          <ac:chgData name="Ueda Isamu" userId="35289799e0376f2e" providerId="LiveId" clId="{DD31E282-B62B-4911-91B6-43B1B98908F9}" dt="2026-04-09T04:58:02.753" v="1288" actId="478"/>
          <ac:picMkLst>
            <pc:docMk/>
            <pc:sldMk cId="2516945646" sldId="277"/>
            <ac:picMk id="35" creationId="{4875D91E-B3D9-BF8A-309E-4BEC329FD07F}"/>
          </ac:picMkLst>
        </pc:picChg>
        <pc:picChg chg="add mod">
          <ac:chgData name="Ueda Isamu" userId="35289799e0376f2e" providerId="LiveId" clId="{DD31E282-B62B-4911-91B6-43B1B98908F9}" dt="2026-04-09T05:08:20.999" v="1579" actId="1076"/>
          <ac:picMkLst>
            <pc:docMk/>
            <pc:sldMk cId="2516945646" sldId="277"/>
            <ac:picMk id="36" creationId="{33A60409-91DC-8C63-CB04-7FD63A2D1F57}"/>
          </ac:picMkLst>
        </pc:picChg>
        <pc:picChg chg="add mod">
          <ac:chgData name="Ueda Isamu" userId="35289799e0376f2e" providerId="LiveId" clId="{DD31E282-B62B-4911-91B6-43B1B98908F9}" dt="2026-04-09T05:08:30.394" v="1582" actId="1076"/>
          <ac:picMkLst>
            <pc:docMk/>
            <pc:sldMk cId="2516945646" sldId="277"/>
            <ac:picMk id="37" creationId="{D5745A7A-5CFC-99F9-C9D8-AFF8FF32BE85}"/>
          </ac:picMkLst>
        </pc:picChg>
        <pc:picChg chg="add mod">
          <ac:chgData name="Ueda Isamu" userId="35289799e0376f2e" providerId="LiveId" clId="{DD31E282-B62B-4911-91B6-43B1B98908F9}" dt="2026-04-09T05:08:32.487" v="1583" actId="1076"/>
          <ac:picMkLst>
            <pc:docMk/>
            <pc:sldMk cId="2516945646" sldId="277"/>
            <ac:picMk id="38" creationId="{6D8141E0-B2D2-9809-C2B5-F4C8D0CF761E}"/>
          </ac:picMkLst>
        </pc:picChg>
        <pc:cxnChg chg="del">
          <ac:chgData name="Ueda Isamu" userId="35289799e0376f2e" providerId="LiveId" clId="{DD31E282-B62B-4911-91B6-43B1B98908F9}" dt="2026-04-09T04:58:38.596" v="1379" actId="478"/>
          <ac:cxnSpMkLst>
            <pc:docMk/>
            <pc:sldMk cId="2516945646" sldId="277"/>
            <ac:cxnSpMk id="13" creationId="{A68A30B0-6DCA-E9DC-8A8A-9F1A02739A82}"/>
          </ac:cxnSpMkLst>
        </pc:cxnChg>
        <pc:cxnChg chg="del">
          <ac:chgData name="Ueda Isamu" userId="35289799e0376f2e" providerId="LiveId" clId="{DD31E282-B62B-4911-91B6-43B1B98908F9}" dt="2026-04-09T04:58:06.227" v="1292" actId="478"/>
          <ac:cxnSpMkLst>
            <pc:docMk/>
            <pc:sldMk cId="2516945646" sldId="277"/>
            <ac:cxnSpMk id="18" creationId="{247CF638-DC59-CC46-8E6B-2F1C9AA0289D}"/>
          </ac:cxnSpMkLst>
        </pc:cxnChg>
        <pc:cxnChg chg="del mod">
          <ac:chgData name="Ueda Isamu" userId="35289799e0376f2e" providerId="LiveId" clId="{DD31E282-B62B-4911-91B6-43B1B98908F9}" dt="2026-04-09T04:58:05.467" v="1291" actId="478"/>
          <ac:cxnSpMkLst>
            <pc:docMk/>
            <pc:sldMk cId="2516945646" sldId="277"/>
            <ac:cxnSpMk id="20" creationId="{B2D64265-F0EB-3818-1B9A-721D0C888855}"/>
          </ac:cxnSpMkLst>
        </pc:cxnChg>
        <pc:cxnChg chg="del">
          <ac:chgData name="Ueda Isamu" userId="35289799e0376f2e" providerId="LiveId" clId="{DD31E282-B62B-4911-91B6-43B1B98908F9}" dt="2026-04-09T04:58:04.500" v="1289" actId="478"/>
          <ac:cxnSpMkLst>
            <pc:docMk/>
            <pc:sldMk cId="2516945646" sldId="277"/>
            <ac:cxnSpMk id="21" creationId="{3DB93E8E-87DC-01CA-F66C-62A15227E145}"/>
          </ac:cxnSpMkLst>
        </pc:cxnChg>
      </pc:sldChg>
      <pc:sldChg chg="addSp delSp modSp add mod">
        <pc:chgData name="Ueda Isamu" userId="35289799e0376f2e" providerId="LiveId" clId="{DD31E282-B62B-4911-91B6-43B1B98908F9}" dt="2026-04-09T05:23:00.670" v="1967" actId="1076"/>
        <pc:sldMkLst>
          <pc:docMk/>
          <pc:sldMk cId="3431895189" sldId="278"/>
        </pc:sldMkLst>
        <pc:spChg chg="mod">
          <ac:chgData name="Ueda Isamu" userId="35289799e0376f2e" providerId="LiveId" clId="{DD31E282-B62B-4911-91B6-43B1B98908F9}" dt="2026-04-09T05:12:58.652" v="1609" actId="1076"/>
          <ac:spMkLst>
            <pc:docMk/>
            <pc:sldMk cId="3431895189" sldId="278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5:13:41.201" v="1677" actId="20577"/>
          <ac:spMkLst>
            <pc:docMk/>
            <pc:sldMk cId="3431895189" sldId="278"/>
            <ac:spMk id="10" creationId="{2AC49705-955F-5EC5-1A75-30A41F7C2528}"/>
          </ac:spMkLst>
        </pc:spChg>
        <pc:spChg chg="mod">
          <ac:chgData name="Ueda Isamu" userId="35289799e0376f2e" providerId="LiveId" clId="{DD31E282-B62B-4911-91B6-43B1B98908F9}" dt="2026-04-09T05:23:00.670" v="1967" actId="1076"/>
          <ac:spMkLst>
            <pc:docMk/>
            <pc:sldMk cId="3431895189" sldId="278"/>
            <ac:spMk id="12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5:13:13.168" v="1613" actId="1076"/>
          <ac:spMkLst>
            <pc:docMk/>
            <pc:sldMk cId="3431895189" sldId="278"/>
            <ac:spMk id="13" creationId="{CD1E03EE-DF63-99FD-8D27-FAF3A6369597}"/>
          </ac:spMkLst>
        </pc:spChg>
        <pc:spChg chg="add mod">
          <ac:chgData name="Ueda Isamu" userId="35289799e0376f2e" providerId="LiveId" clId="{DD31E282-B62B-4911-91B6-43B1B98908F9}" dt="2026-04-09T05:13:13.168" v="1613" actId="1076"/>
          <ac:spMkLst>
            <pc:docMk/>
            <pc:sldMk cId="3431895189" sldId="278"/>
            <ac:spMk id="14" creationId="{54D03134-28E9-86DB-1B84-51FA822A30FC}"/>
          </ac:spMkLst>
        </pc:spChg>
        <pc:spChg chg="add mod">
          <ac:chgData name="Ueda Isamu" userId="35289799e0376f2e" providerId="LiveId" clId="{DD31E282-B62B-4911-91B6-43B1B98908F9}" dt="2026-04-09T05:19:26.859" v="1792" actId="1076"/>
          <ac:spMkLst>
            <pc:docMk/>
            <pc:sldMk cId="3431895189" sldId="278"/>
            <ac:spMk id="16" creationId="{A45DDD3E-5187-931A-52CB-927F48235306}"/>
          </ac:spMkLst>
        </pc:spChg>
        <pc:spChg chg="add mod">
          <ac:chgData name="Ueda Isamu" userId="35289799e0376f2e" providerId="LiveId" clId="{DD31E282-B62B-4911-91B6-43B1B98908F9}" dt="2026-04-09T05:19:26.859" v="1792" actId="1076"/>
          <ac:spMkLst>
            <pc:docMk/>
            <pc:sldMk cId="3431895189" sldId="278"/>
            <ac:spMk id="17" creationId="{E48E8FA2-8E2B-1550-BD82-A4B5A819935E}"/>
          </ac:spMkLst>
        </pc:spChg>
        <pc:spChg chg="add mod">
          <ac:chgData name="Ueda Isamu" userId="35289799e0376f2e" providerId="LiveId" clId="{DD31E282-B62B-4911-91B6-43B1B98908F9}" dt="2026-04-09T05:19:30.874" v="1794" actId="1076"/>
          <ac:spMkLst>
            <pc:docMk/>
            <pc:sldMk cId="3431895189" sldId="278"/>
            <ac:spMk id="21" creationId="{29A78292-A224-8B1D-2082-39D863B19374}"/>
          </ac:spMkLst>
        </pc:spChg>
        <pc:spChg chg="add mod">
          <ac:chgData name="Ueda Isamu" userId="35289799e0376f2e" providerId="LiveId" clId="{DD31E282-B62B-4911-91B6-43B1B98908F9}" dt="2026-04-09T05:19:34.132" v="1797" actId="20577"/>
          <ac:spMkLst>
            <pc:docMk/>
            <pc:sldMk cId="3431895189" sldId="278"/>
            <ac:spMk id="23" creationId="{D92576CE-8FE6-D6F4-115A-8D548E6D7AC9}"/>
          </ac:spMkLst>
        </pc:spChg>
        <pc:spChg chg="mod">
          <ac:chgData name="Ueda Isamu" userId="35289799e0376f2e" providerId="LiveId" clId="{DD31E282-B62B-4911-91B6-43B1B98908F9}" dt="2026-04-09T05:11:20.542" v="1588" actId="14100"/>
          <ac:spMkLst>
            <pc:docMk/>
            <pc:sldMk cId="3431895189" sldId="278"/>
            <ac:spMk id="27" creationId="{628B44C8-278A-51F9-E866-9030B4186D1A}"/>
          </ac:spMkLst>
        </pc:spChg>
        <pc:spChg chg="mod ord">
          <ac:chgData name="Ueda Isamu" userId="35289799e0376f2e" providerId="LiveId" clId="{DD31E282-B62B-4911-91B6-43B1B98908F9}" dt="2026-04-09T05:12:26.097" v="1603" actId="14100"/>
          <ac:spMkLst>
            <pc:docMk/>
            <pc:sldMk cId="3431895189" sldId="278"/>
            <ac:spMk id="28" creationId="{C48327A6-C76E-EA3C-3369-14B0E8E723FD}"/>
          </ac:spMkLst>
        </pc:spChg>
        <pc:spChg chg="del">
          <ac:chgData name="Ueda Isamu" userId="35289799e0376f2e" providerId="LiveId" clId="{DD31E282-B62B-4911-91B6-43B1B98908F9}" dt="2026-04-09T05:12:29.991" v="1604" actId="478"/>
          <ac:spMkLst>
            <pc:docMk/>
            <pc:sldMk cId="3431895189" sldId="278"/>
            <ac:spMk id="31" creationId="{FBD3D0E3-B099-96DC-A713-DD8EB80ACF45}"/>
          </ac:spMkLst>
        </pc:spChg>
        <pc:spChg chg="del">
          <ac:chgData name="Ueda Isamu" userId="35289799e0376f2e" providerId="LiveId" clId="{DD31E282-B62B-4911-91B6-43B1B98908F9}" dt="2026-04-09T05:11:44.189" v="1589" actId="478"/>
          <ac:spMkLst>
            <pc:docMk/>
            <pc:sldMk cId="3431895189" sldId="278"/>
            <ac:spMk id="32" creationId="{754C498D-1EDF-DF17-A95A-3FB88E2ED259}"/>
          </ac:spMkLst>
        </pc:spChg>
        <pc:spChg chg="del">
          <ac:chgData name="Ueda Isamu" userId="35289799e0376f2e" providerId="LiveId" clId="{DD31E282-B62B-4911-91B6-43B1B98908F9}" dt="2026-04-09T05:11:48.079" v="1591" actId="478"/>
          <ac:spMkLst>
            <pc:docMk/>
            <pc:sldMk cId="3431895189" sldId="278"/>
            <ac:spMk id="33" creationId="{160F0B0D-5D64-F9CC-0ED4-FB32C2F912A0}"/>
          </ac:spMkLst>
        </pc:spChg>
        <pc:spChg chg="add mod">
          <ac:chgData name="Ueda Isamu" userId="35289799e0376f2e" providerId="LiveId" clId="{DD31E282-B62B-4911-91B6-43B1B98908F9}" dt="2026-04-09T05:21:28.117" v="1808" actId="1076"/>
          <ac:spMkLst>
            <pc:docMk/>
            <pc:sldMk cId="3431895189" sldId="278"/>
            <ac:spMk id="37" creationId="{677DB8FC-FBF8-E9B1-B0FB-322C4BF42F4A}"/>
          </ac:spMkLst>
        </pc:spChg>
        <pc:spChg chg="add mod">
          <ac:chgData name="Ueda Isamu" userId="35289799e0376f2e" providerId="LiveId" clId="{DD31E282-B62B-4911-91B6-43B1B98908F9}" dt="2026-04-09T05:21:28.117" v="1808" actId="1076"/>
          <ac:spMkLst>
            <pc:docMk/>
            <pc:sldMk cId="3431895189" sldId="278"/>
            <ac:spMk id="38" creationId="{7A3902CF-39FD-21D6-06DB-C2115C37BE7D}"/>
          </ac:spMkLst>
        </pc:spChg>
        <pc:spChg chg="add mod">
          <ac:chgData name="Ueda Isamu" userId="35289799e0376f2e" providerId="LiveId" clId="{DD31E282-B62B-4911-91B6-43B1B98908F9}" dt="2026-04-09T05:21:30.493" v="1809" actId="571"/>
          <ac:spMkLst>
            <pc:docMk/>
            <pc:sldMk cId="3431895189" sldId="278"/>
            <ac:spMk id="40" creationId="{00FD0B1E-4CF1-8ED7-7E1F-23B3DF9BEDF5}"/>
          </ac:spMkLst>
        </pc:spChg>
        <pc:spChg chg="add mod">
          <ac:chgData name="Ueda Isamu" userId="35289799e0376f2e" providerId="LiveId" clId="{DD31E282-B62B-4911-91B6-43B1B98908F9}" dt="2026-04-09T05:21:30.493" v="1809" actId="571"/>
          <ac:spMkLst>
            <pc:docMk/>
            <pc:sldMk cId="3431895189" sldId="278"/>
            <ac:spMk id="41" creationId="{82FD7B94-53D4-02C0-C626-C4ED4C40A5E1}"/>
          </ac:spMkLst>
        </pc:spChg>
        <pc:spChg chg="add mod">
          <ac:chgData name="Ueda Isamu" userId="35289799e0376f2e" providerId="LiveId" clId="{DD31E282-B62B-4911-91B6-43B1B98908F9}" dt="2026-04-09T05:22:05.771" v="1828" actId="14100"/>
          <ac:spMkLst>
            <pc:docMk/>
            <pc:sldMk cId="3431895189" sldId="278"/>
            <ac:spMk id="42" creationId="{73D00DD7-7059-5DB9-40B6-62F8DDEF73E8}"/>
          </ac:spMkLst>
        </pc:spChg>
        <pc:picChg chg="add mod">
          <ac:chgData name="Ueda Isamu" userId="35289799e0376f2e" providerId="LiveId" clId="{DD31E282-B62B-4911-91B6-43B1B98908F9}" dt="2026-04-09T05:12:16.855" v="1600" actId="1076"/>
          <ac:picMkLst>
            <pc:docMk/>
            <pc:sldMk cId="3431895189" sldId="278"/>
            <ac:picMk id="6" creationId="{FEA957F9-E7CB-C8D0-6E44-EF4A48955106}"/>
          </ac:picMkLst>
        </pc:picChg>
        <pc:picChg chg="add mod">
          <ac:chgData name="Ueda Isamu" userId="35289799e0376f2e" providerId="LiveId" clId="{DD31E282-B62B-4911-91B6-43B1B98908F9}" dt="2026-04-09T05:13:13.168" v="1613" actId="1076"/>
          <ac:picMkLst>
            <pc:docMk/>
            <pc:sldMk cId="3431895189" sldId="278"/>
            <ac:picMk id="9" creationId="{9D5A8FCB-D240-C1DE-CCF6-61CE0D478B41}"/>
          </ac:picMkLst>
        </pc:picChg>
        <pc:picChg chg="add mod">
          <ac:chgData name="Ueda Isamu" userId="35289799e0376f2e" providerId="LiveId" clId="{DD31E282-B62B-4911-91B6-43B1B98908F9}" dt="2026-04-09T05:19:26.859" v="1792" actId="1076"/>
          <ac:picMkLst>
            <pc:docMk/>
            <pc:sldMk cId="3431895189" sldId="278"/>
            <ac:picMk id="15" creationId="{8B869D62-D00C-FF48-5C8D-728053144B0A}"/>
          </ac:picMkLst>
        </pc:picChg>
        <pc:picChg chg="add del mod">
          <ac:chgData name="Ueda Isamu" userId="35289799e0376f2e" providerId="LiveId" clId="{DD31E282-B62B-4911-91B6-43B1B98908F9}" dt="2026-04-09T05:21:22.498" v="1804" actId="478"/>
          <ac:picMkLst>
            <pc:docMk/>
            <pc:sldMk cId="3431895189" sldId="278"/>
            <ac:picMk id="18" creationId="{19C271D6-6A4C-16CF-E2AC-3EE324BB9D44}"/>
          </ac:picMkLst>
        </pc:picChg>
        <pc:picChg chg="add del mod">
          <ac:chgData name="Ueda Isamu" userId="35289799e0376f2e" providerId="LiveId" clId="{DD31E282-B62B-4911-91B6-43B1B98908F9}" dt="2026-04-09T05:21:23.179" v="1805" actId="478"/>
          <ac:picMkLst>
            <pc:docMk/>
            <pc:sldMk cId="3431895189" sldId="278"/>
            <ac:picMk id="19" creationId="{7BBBEE84-1809-EE05-F296-2209133B16C3}"/>
          </ac:picMkLst>
        </pc:picChg>
        <pc:picChg chg="add mod">
          <ac:chgData name="Ueda Isamu" userId="35289799e0376f2e" providerId="LiveId" clId="{DD31E282-B62B-4911-91B6-43B1B98908F9}" dt="2026-04-09T05:19:30.874" v="1794" actId="1076"/>
          <ac:picMkLst>
            <pc:docMk/>
            <pc:sldMk cId="3431895189" sldId="278"/>
            <ac:picMk id="20" creationId="{D040EB62-DDF2-24A5-CC64-894B7A21A947}"/>
          </ac:picMkLst>
        </pc:picChg>
        <pc:picChg chg="mod">
          <ac:chgData name="Ueda Isamu" userId="35289799e0376f2e" providerId="LiveId" clId="{DD31E282-B62B-4911-91B6-43B1B98908F9}" dt="2026-04-09T05:12:22.717" v="1602" actId="1076"/>
          <ac:picMkLst>
            <pc:docMk/>
            <pc:sldMk cId="3431895189" sldId="278"/>
            <ac:picMk id="24" creationId="{462787A1-346B-D6CF-46A6-2F68095FE682}"/>
          </ac:picMkLst>
        </pc:picChg>
        <pc:picChg chg="del">
          <ac:chgData name="Ueda Isamu" userId="35289799e0376f2e" providerId="LiveId" clId="{DD31E282-B62B-4911-91B6-43B1B98908F9}" dt="2026-04-09T05:11:14.842" v="1586" actId="478"/>
          <ac:picMkLst>
            <pc:docMk/>
            <pc:sldMk cId="3431895189" sldId="278"/>
            <ac:picMk id="26" creationId="{C398DDA1-41E7-ABC1-5777-CFC32A7D3E5C}"/>
          </ac:picMkLst>
        </pc:picChg>
        <pc:picChg chg="del">
          <ac:chgData name="Ueda Isamu" userId="35289799e0376f2e" providerId="LiveId" clId="{DD31E282-B62B-4911-91B6-43B1B98908F9}" dt="2026-04-09T05:11:45.430" v="1590" actId="478"/>
          <ac:picMkLst>
            <pc:docMk/>
            <pc:sldMk cId="3431895189" sldId="278"/>
            <ac:picMk id="30" creationId="{0FBDA441-D37C-9CC0-DDB9-6402A4539DE7}"/>
          </ac:picMkLst>
        </pc:picChg>
        <pc:picChg chg="del">
          <ac:chgData name="Ueda Isamu" userId="35289799e0376f2e" providerId="LiveId" clId="{DD31E282-B62B-4911-91B6-43B1B98908F9}" dt="2026-04-09T05:12:32.134" v="1605" actId="478"/>
          <ac:picMkLst>
            <pc:docMk/>
            <pc:sldMk cId="3431895189" sldId="278"/>
            <ac:picMk id="35" creationId="{F2456A91-9873-D2CC-2647-E98C690FC2A2}"/>
          </ac:picMkLst>
        </pc:picChg>
        <pc:picChg chg="add mod">
          <ac:chgData name="Ueda Isamu" userId="35289799e0376f2e" providerId="LiveId" clId="{DD31E282-B62B-4911-91B6-43B1B98908F9}" dt="2026-04-09T05:21:28.117" v="1808" actId="1076"/>
          <ac:picMkLst>
            <pc:docMk/>
            <pc:sldMk cId="3431895189" sldId="278"/>
            <ac:picMk id="36" creationId="{158EF9C0-80B8-FAB2-C740-8A1443E730FC}"/>
          </ac:picMkLst>
        </pc:picChg>
        <pc:picChg chg="add mod">
          <ac:chgData name="Ueda Isamu" userId="35289799e0376f2e" providerId="LiveId" clId="{DD31E282-B62B-4911-91B6-43B1B98908F9}" dt="2026-04-09T05:21:30.493" v="1809" actId="571"/>
          <ac:picMkLst>
            <pc:docMk/>
            <pc:sldMk cId="3431895189" sldId="278"/>
            <ac:picMk id="39" creationId="{333C394A-5B22-E25F-32F3-8C8DDEA6720E}"/>
          </ac:picMkLst>
        </pc:picChg>
        <pc:cxnChg chg="add mod">
          <ac:chgData name="Ueda Isamu" userId="35289799e0376f2e" providerId="LiveId" clId="{DD31E282-B62B-4911-91B6-43B1B98908F9}" dt="2026-04-09T05:20:08.003" v="1802" actId="1076"/>
          <ac:cxnSpMkLst>
            <pc:docMk/>
            <pc:sldMk cId="3431895189" sldId="278"/>
            <ac:cxnSpMk id="25" creationId="{027B9E6F-CC25-2592-5EA2-5E61517F0D00}"/>
          </ac:cxnSpMkLst>
        </pc:cxnChg>
        <pc:cxnChg chg="add mod">
          <ac:chgData name="Ueda Isamu" userId="35289799e0376f2e" providerId="LiveId" clId="{DD31E282-B62B-4911-91B6-43B1B98908F9}" dt="2026-04-09T05:20:10.213" v="1803" actId="571"/>
          <ac:cxnSpMkLst>
            <pc:docMk/>
            <pc:sldMk cId="3431895189" sldId="278"/>
            <ac:cxnSpMk id="34" creationId="{FABB9D53-7A45-05F4-8B27-EE1089DC25C5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/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/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/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/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/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/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/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/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/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/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/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/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/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/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/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/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/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/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/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/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【今日作るフローの全体像】</a:t>
            </a:r>
          </a:p>
          <a:p>
            <a:r>
              <a:rPr sz="1300"/>
              <a:t>今日作るフローを一言で言うと——</a:t>
            </a:r>
          </a:p>
          <a:p>
            <a:r>
              <a:rPr sz="1300"/>
              <a:t>「Excelの表を見て、未対応の案件を数えて、Teamsに知らせる」フローです。</a:t>
            </a:r>
          </a:p>
          <a:p/>
          <a:p>
            <a:r>
              <a:rPr sz="1300"/>
              <a:t>画面を見てください。</a:t>
            </a:r>
          </a:p>
          <a:p>
            <a:r>
              <a:rPr sz="1300"/>
              <a:t>Excelに問い合わせリストがあります。</a:t>
            </a:r>
          </a:p>
          <a:p>
            <a:r>
              <a:rPr sz="1300"/>
              <a:t>statusが「未対応」「対応済み」「未対応」と並んでいますね。</a:t>
            </a:r>
          </a:p>
          <a:p/>
          <a:p>
            <a:r>
              <a:rPr sz="1300"/>
              <a:t>このフローは、Excelを上から順番に見ていって、</a:t>
            </a:r>
          </a:p>
          <a:p>
            <a:r>
              <a:rPr sz="1300"/>
              <a:t>未対応の件数を数えて、最後に「未対応件数は2件です」とTeamsに通知します。</a:t>
            </a:r>
          </a:p>
          <a:p/>
          <a:p>
            <a:r>
              <a:rPr sz="1300"/>
              <a:t>みなさんの職場でも毎朝こういう確認作業、ありませんか？</a:t>
            </a:r>
          </a:p>
          <a:p>
            <a:r>
              <a:rPr sz="1300"/>
              <a:t>Excelを開いて件数を目視チェックして……という作業を</a:t>
            </a:r>
          </a:p>
          <a:p>
            <a:r>
              <a:rPr sz="1300"/>
              <a:t>フローが自動でやってくれるようになります。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3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【前半：変数の準備】</a:t>
            </a:r>
          </a:p>
          <a:p>
            <a:r>
              <a:rPr sz="1300"/>
              <a:t>フローの最初は2ステップです。</a:t>
            </a:r>
          </a:p>
          <a:p/>
          <a:p>
            <a:r>
              <a:rPr sz="1300"/>
              <a:t>STEP 1：手動でトリガーする</a:t>
            </a:r>
          </a:p>
          <a:p>
            <a:r>
              <a:rPr sz="1300"/>
              <a:t>  今回は「手動トリガー」でフローを動かします。</a:t>
            </a:r>
          </a:p>
          <a:p>
            <a:r>
              <a:rPr sz="1300"/>
              <a:t>  ボタンを押したら始まるイメージです。</a:t>
            </a:r>
          </a:p>
          <a:p/>
          <a:p>
            <a:r>
              <a:rPr sz="1300"/>
              <a:t>STEP 2：変数を初期化する（pendingCount = 0）</a:t>
            </a:r>
          </a:p>
          <a:p>
            <a:r>
              <a:rPr sz="1300"/>
              <a:t>  pendingCount という変数を作って、最初の値を0にします。</a:t>
            </a:r>
          </a:p>
          <a:p/>
          <a:p>
            <a:r>
              <a:rPr sz="1300"/>
              <a:t>ここで大事なのが「なぜ最初に0にするか」です。</a:t>
            </a:r>
          </a:p>
          <a:p/>
          <a:p>
            <a:r>
              <a:rPr sz="1300"/>
              <a:t>例えると——冷蔵庫に古い食材が残ったまま料理を始めると、</a:t>
            </a:r>
          </a:p>
          <a:p>
            <a:r>
              <a:rPr sz="1300"/>
              <a:t>前回のものと混ざってしまいますよね。</a:t>
            </a:r>
          </a:p>
          <a:p>
            <a:r>
              <a:rPr sz="1300"/>
              <a:t>変数も同じで、最初にゼロリセットしておかないと</a:t>
            </a:r>
          </a:p>
          <a:p>
            <a:r>
              <a:rPr sz="1300"/>
              <a:t>前の実行結果が残ってしまいます。</a:t>
            </a:r>
          </a:p>
          <a:p/>
          <a:p>
            <a:r>
              <a:rPr sz="1300"/>
              <a:t>「空の箱を用意する」それだけです！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【Apply to eachの説明】</a:t>
            </a:r>
          </a:p>
          <a:p>
            <a:r>
              <a:rPr sz="1300"/>
              <a:t>Apply to eachは「リストの中身を1件ずつ処理するループ」です。</a:t>
            </a:r>
          </a:p>
          <a:p/>
          <a:p>
            <a:r>
              <a:rPr sz="1300"/>
              <a:t>Excelに3行データがあれば、3回繰り返します。</a:t>
            </a:r>
          </a:p>
          <a:p>
            <a:r>
              <a:rPr sz="1300"/>
              <a:t>10行あれば10回、100行あれば100回。</a:t>
            </a:r>
          </a:p>
          <a:p/>
          <a:p>
            <a:r>
              <a:rPr sz="1300"/>
              <a:t>分かりやすい例えは——工場のコンベアベルトです。</a:t>
            </a:r>
          </a:p>
          <a:p>
            <a:r>
              <a:rPr sz="1300"/>
              <a:t>ベルトの上を流れてくる商品を、一つひとつ検品するイメージです。</a:t>
            </a:r>
          </a:p>
          <a:p/>
          <a:p>
            <a:r>
              <a:rPr sz="1300"/>
              <a:t>右側の図を見てください。</a:t>
            </a:r>
          </a:p>
          <a:p>
            <a:r>
              <a:rPr sz="1300"/>
              <a:t>・1行目（問い合わせA：未対応）を処理</a:t>
            </a:r>
          </a:p>
          <a:p>
            <a:r>
              <a:rPr sz="1300"/>
              <a:t>・2行目（問い合わせB：対応済み）を処理</a:t>
            </a:r>
          </a:p>
          <a:p>
            <a:r>
              <a:rPr sz="1300"/>
              <a:t>・3行目（問い合わせC：未対応）を処理</a:t>
            </a:r>
          </a:p>
          <a:p/>
          <a:p>
            <a:r>
              <a:rPr sz="1300"/>
              <a:t>このとき「今処理しているデータ」のことを Current item といいます。</a:t>
            </a:r>
          </a:p>
          <a:p>
            <a:r>
              <a:rPr sz="1300"/>
              <a:t>コンベアに今乗っている商品が Current item です。</a:t>
            </a:r>
          </a:p>
          <a:p/>
          <a:p>
            <a:r>
              <a:rPr sz="1300"/>
              <a:t>ポイント：Apply to eachは「全件見る」アクション。</a:t>
            </a:r>
          </a:p>
          <a:p>
            <a:r>
              <a:rPr sz="1300"/>
              <a:t>その中で「何をするか」は自分で決めます。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66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C7BD-DBE1-1F9E-F7E8-E49C2534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67F42-DCF5-A71A-8F30-B215799EC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94BDE-538E-4712-1F28-2C8E06EDB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【Conditionの説明】</a:t>
            </a:r>
          </a:p>
          <a:p>
            <a:r>
              <a:rPr sz="1300"/>
              <a:t>Apply to eachのループの中にConditionを入れます。</a:t>
            </a:r>
          </a:p>
          <a:p/>
          <a:p>
            <a:r>
              <a:rPr sz="1300"/>
              <a:t>Conditionは「条件おじさん」です（笑）</a:t>
            </a:r>
          </a:p>
          <a:p>
            <a:r>
              <a:rPr sz="1300"/>
              <a:t>流れてきたデータのstatusを見て、</a:t>
            </a:r>
          </a:p>
          <a:p>
            <a:r>
              <a:rPr sz="1300"/>
              <a:t>「これは未対応ですか？」と確認します。</a:t>
            </a:r>
          </a:p>
          <a:p>
            <a:r>
              <a:rPr sz="1300"/>
              <a:t>・はい → カウントする</a:t>
            </a:r>
          </a:p>
          <a:p>
            <a:r>
              <a:rPr sz="1300"/>
              <a:t>・いいえ → スルーして次へ</a:t>
            </a:r>
          </a:p>
          <a:p/>
          <a:p>
            <a:r>
              <a:rPr sz="1300"/>
              <a:t>図の「条件おじさん」を見てください。</a:t>
            </a:r>
          </a:p>
          <a:p>
            <a:r>
              <a:rPr sz="1300"/>
              <a:t>問い合わせAが来たとき、「未対応？」と確認して……</a:t>
            </a:r>
          </a:p>
          <a:p>
            <a:r>
              <a:rPr sz="1300"/>
              <a:t>「未対応」なので右側（True）に進みます。</a:t>
            </a:r>
          </a:p>
          <a:p/>
          <a:p>
            <a:r>
              <a:rPr sz="1300"/>
              <a:t>これ、実は人が毎朝やっている作業と全く同じです。</a:t>
            </a:r>
          </a:p>
          <a:p>
            <a:r>
              <a:rPr sz="1300"/>
              <a:t>Excelを見て「未対応かどうか」を目で確認して、</a:t>
            </a:r>
          </a:p>
          <a:p>
            <a:r>
              <a:rPr sz="1300"/>
              <a:t>件数を紙に書き足している作業を、フローが代わりにやります。</a:t>
            </a:r>
          </a:p>
          <a:p/>
          <a:p>
            <a:r>
              <a:rPr sz="1300"/>
              <a:t>Conditionのポイント：</a:t>
            </a:r>
          </a:p>
          <a:p>
            <a:r>
              <a:rPr sz="1300"/>
              <a:t>「True（はい）」と「False（いいえ）」の2つのルートに分かれる。</a:t>
            </a:r>
          </a:p>
          <a:p>
            <a:r>
              <a:rPr sz="1300"/>
              <a:t>それだけ覚えておけばOKです！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8F73C-0E0E-3563-F7DB-2423E7238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18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【Set variable でカウントアップ】</a:t>
            </a:r>
          </a:p>
          <a:p>
            <a:r>
              <a:rPr sz="1300"/>
              <a:t>Conditionで「未対応」と判定されたとき、</a:t>
            </a:r>
          </a:p>
          <a:p>
            <a:r>
              <a:rPr sz="1300"/>
              <a:t>「変数の値を増やす」アクションでpendingCountを +1 します。</a:t>
            </a:r>
          </a:p>
          <a:p/>
          <a:p>
            <a:r>
              <a:rPr sz="1300"/>
              <a:t>図の下を見てください。</a:t>
            </a:r>
          </a:p>
          <a:p>
            <a:r>
              <a:rPr sz="1300"/>
              <a:t>・最初：pendingCount = 0（空の箱）</a:t>
            </a:r>
          </a:p>
          <a:p>
            <a:r>
              <a:rPr sz="1300"/>
              <a:t>・1件目の未対応を見つけた → pendingCount = 1</a:t>
            </a:r>
          </a:p>
          <a:p>
            <a:r>
              <a:rPr sz="1300"/>
              <a:t>・2件目の未対応を見つけた → pendingCount = 2</a:t>
            </a:r>
          </a:p>
          <a:p/>
          <a:p>
            <a:r>
              <a:rPr sz="1300"/>
              <a:t>対応済みの行はスルーするので、カウントされません。</a:t>
            </a:r>
          </a:p>
          <a:p/>
          <a:p>
            <a:r>
              <a:rPr sz="1300"/>
              <a:t>例えると——</a:t>
            </a:r>
          </a:p>
          <a:p>
            <a:r>
              <a:rPr sz="1300"/>
              <a:t>スーパーのレジで「袋が必要な方だけ手を挙げてください」と確認して、</a:t>
            </a:r>
          </a:p>
          <a:p>
            <a:r>
              <a:rPr sz="1300"/>
              <a:t>手が上がった人の数だけカウンターを押すイメージです。</a:t>
            </a:r>
          </a:p>
          <a:p/>
          <a:p>
            <a:r>
              <a:rPr sz="1300"/>
              <a:t>3行ループが終わった時点で、</a:t>
            </a:r>
          </a:p>
          <a:p>
            <a:r>
              <a:rPr sz="1300"/>
              <a:t>pendingCount の中に「未対応の件数」が入っています。</a:t>
            </a:r>
          </a:p>
          <a:p/>
          <a:p>
            <a:r>
              <a:rPr sz="1300"/>
              <a:t>これを後でTeamsに送れば「未対応件数は〇件です」と通知できます。</a:t>
            </a:r>
          </a:p>
          <a:p>
            <a:r>
              <a:rPr sz="1300"/>
              <a:t>変数＋ループ＋条件分岐、3つ合わさって完成です！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18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/>
          <a:p>
            <a:r>
              <a:rPr sz="1300"/>
              <a:t>3つの例を見てください。</a:t>
            </a:r>
          </a:p>
          <a:p/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/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/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/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/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/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/>
          <a:p>
            <a:r>
              <a:rPr sz="1300"/>
              <a:t>この4つが合わさって「自動集計フロー」になりました。</a:t>
            </a:r>
          </a:p>
          <a:p/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/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microsoft.com/office/2007/relationships/hdphoto" Target="../media/hdphoto2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6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7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8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6.png"/><Relationship Id="rId4" Type="http://schemas.openxmlformats.org/officeDocument/2006/relationships/image" Target="../media/image86.png"/><Relationship Id="rId5" Type="http://schemas.openxmlformats.org/officeDocument/2006/relationships/image" Target="../media/image81.png"/><Relationship Id="rId6" Type="http://schemas.openxmlformats.org/officeDocument/2006/relationships/image" Target="../media/image8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7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820973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45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6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6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総復習回</a:t>
            </a:r>
            <a:r>
              <a:rPr lang="en-US" altLang="ja-JP" sz="6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endParaRPr lang="en-US" sz="45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2416115"/>
            <a:ext cx="1158179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第5回： 4つのアクションを組み合わせよう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600479" y="3658916"/>
            <a:ext cx="11344328" cy="48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まとめ総合フロー</a:t>
            </a:r>
          </a:p>
          <a:p>
            <a:pPr marL="0" indent="0" algn="l">
              <a:buNone/>
            </a:pPr>
            <a:r>
              <a:rPr lang="en-US" sz="32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en-US" sz="3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Initialize / Set / Condition / Apply to Each）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4834684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4つのアクションを組み合わせたフローを作る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はじめての方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711593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162995" y="1371600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15700" y="1524305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7314742" y="5273997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7467446" y="5425787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&#10;&#10;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178634" y="4348702"/>
            <a:ext cx="206294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67505" y="2881274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838063" y="4348702"/>
            <a:ext cx="2636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2" y="4348702"/>
            <a:ext cx="245898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0261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PA45｜第5回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4つのアクションの役割を整理する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372056" y="4374207"/>
            <a:ext cx="2349095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Initialize 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variable・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 variable・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Condition・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Apply 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 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eachの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役割を復習します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フローの全体像を組み立てる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4つのアクションを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つなぐフロー構成をステップで理解します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組み合わせフローを実際に動かす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未対応件数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をカウントするフローを完成させます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7" y="1558137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666951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アクションは組み合わせて初めて"本当の自動化"になる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変数・繰り返し・条件分岐がそろうと、複雑な業務も1本のフローで自動化できます。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「これ自動化できる」の判断基準が身につく瞬間です。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変数はフロー全体で使えるメモ帳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89730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Initialize variableで作った変数は、Apply to eachのループの中でも外でも使えます。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 variableで値を足し続けることで、カウンターとして機能します。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Apply to eachの中にConditionを入れると"条件付き繰り返し"が実現できる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8" y="5362956"/>
            <a:ext cx="9164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ループしながら条件を判定することで、全件処理＋場合分けが同時に実現できます。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今日覚えた組み合わせが、あなたの自動化の幅を一気に広げます。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-2203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57842" y="462459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0694" y="1115420"/>
            <a:ext cx="11586333" cy="5483143"/>
          </a:xfrm>
          <a:prstGeom prst="roundRect">
            <a:avLst>
              <a:gd name="adj" fmla="val 625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0639" y="1343711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72852" y="533782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8879" y="435327"/>
            <a:ext cx="90844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Excel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の未対応データをチェックする実務フロー</a:t>
            </a:r>
            <a:endParaRPr lang="en-US" sz="31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  <p:pic>
        <p:nvPicPr>
          <p:cNvPr id="24" name="図 23" descr="The image depicts a flowchart or process diagram with various steps and actions, including initializing a variable, listing rows, processing one row at a time, and updating a pending count, with decision branches for handling unprocessed items.&#10;&#10;AI 生成コンテンツは誤りを含む可能性があります。">
            <a:extLst>
              <a:ext uri="{FF2B5EF4-FFF2-40B4-BE49-F238E27FC236}">
                <a16:creationId xmlns:a16="http://schemas.microsoft.com/office/drawing/2014/main" id="{462787A1-346B-D6CF-46A6-2F68095F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3" y="1343711"/>
            <a:ext cx="3139289" cy="53231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図 34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F2456A91-9873-D2CC-2647-E98C690FC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896" y="1414717"/>
            <a:ext cx="7029338" cy="17075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 descr="A cartoon child with a blue shirt is pointing towards an illustration of an open eye with a light bulb.&#10;&#10;AI 生成コンテンツは誤りを含む可能性があります。">
            <a:extLst>
              <a:ext uri="{FF2B5EF4-FFF2-40B4-BE49-F238E27FC236}">
                <a16:creationId xmlns:a16="http://schemas.microsoft.com/office/drawing/2014/main" id="{F57B91FD-09DB-BCB8-2FE0-650EB5B46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925" y="4982208"/>
            <a:ext cx="1505102" cy="1781186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24A191F-7A9B-65AC-B246-311A91BCEA10}"/>
              </a:ext>
            </a:extLst>
          </p:cNvPr>
          <p:cNvSpPr/>
          <p:nvPr/>
        </p:nvSpPr>
        <p:spPr>
          <a:xfrm>
            <a:off x="8961196" y="1898003"/>
            <a:ext cx="1561662" cy="415834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50B9C6-48F7-C94E-0033-4C243ABB18F6}"/>
              </a:ext>
            </a:extLst>
          </p:cNvPr>
          <p:cNvSpPr/>
          <p:nvPr/>
        </p:nvSpPr>
        <p:spPr>
          <a:xfrm>
            <a:off x="9011996" y="2701100"/>
            <a:ext cx="1561662" cy="415834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9E93F75D-9A2B-127E-BC07-E5B35B2A6B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00" b="90000" l="9917" r="90000">
                        <a14:foregroundMark x1="39917" y1="17333" x2="39667" y2="9583"/>
                        <a14:foregroundMark x1="72583" y1="23000" x2="61494" y2="29327"/>
                        <a14:foregroundMark x1="44583" y1="22167" x2="39250" y2="11333"/>
                        <a14:foregroundMark x1="74583" y1="20833" x2="75250" y2="25500"/>
                        <a14:foregroundMark x1="40167" y1="14833" x2="42333" y2="22167"/>
                        <a14:foregroundMark x1="33917" y1="25250" x2="30917" y2="10333"/>
                        <a14:foregroundMark x1="30917" y1="10333" x2="43250" y2="22667"/>
                        <a14:foregroundMark x1="43250" y1="22667" x2="42833" y2="18000"/>
                        <a14:foregroundMark x1="18250" y1="58583" x2="34833" y2="58167"/>
                        <a14:foregroundMark x1="26250" y1="58833" x2="26833" y2="75500"/>
                        <a14:foregroundMark x1="26833" y1="75500" x2="27083" y2="74917"/>
                        <a14:foregroundMark x1="9000" y1="54417" x2="9917" y2="72083"/>
                        <a14:foregroundMark x1="9917" y1="72083" x2="10333" y2="73417"/>
                        <a14:backgroundMark x1="59583" y1="30333" x2="59583" y2="30333"/>
                        <a14:backgroundMark x1="58250" y1="28083" x2="59167" y2="31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8056" y="4427955"/>
            <a:ext cx="2062088" cy="2062088"/>
          </a:xfrm>
          <a:prstGeom prst="rect">
            <a:avLst/>
          </a:prstGeom>
        </p:spPr>
      </p:pic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9E99BB78-764F-E1BB-5CA7-18ED3C60D90C}"/>
              </a:ext>
            </a:extLst>
          </p:cNvPr>
          <p:cNvSpPr/>
          <p:nvPr/>
        </p:nvSpPr>
        <p:spPr>
          <a:xfrm>
            <a:off x="6284812" y="4464347"/>
            <a:ext cx="4021390" cy="1467618"/>
          </a:xfrm>
          <a:prstGeom prst="wedgeRoundRectCallout">
            <a:avLst>
              <a:gd name="adj1" fmla="val -58928"/>
              <a:gd name="adj2" fmla="val 29370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3C8C646-4C86-3F55-E743-80A0FD1F681F}"/>
              </a:ext>
            </a:extLst>
          </p:cNvPr>
          <p:cNvSpPr txBox="1"/>
          <p:nvPr/>
        </p:nvSpPr>
        <p:spPr>
          <a:xfrm>
            <a:off x="7375979" y="4995884"/>
            <a:ext cx="255905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未対応件数は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ja-JP" altLang="en-US" sz="4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２件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です。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46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57842" y="462459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0695" y="1095829"/>
            <a:ext cx="11586333" cy="5483143"/>
          </a:xfrm>
          <a:prstGeom prst="roundRect">
            <a:avLst>
              <a:gd name="adj" fmla="val 625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0639" y="1343711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72852" y="533782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8879" y="464128"/>
            <a:ext cx="102042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Excel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の未対応データをチェックする実務フロー（前半）</a:t>
            </a:r>
            <a:endParaRPr lang="en-US" sz="31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  <p:pic>
        <p:nvPicPr>
          <p:cNvPr id="24" name="図 23" descr="The image depicts a flowchart or process diagram with various steps and actions, including initializing a variable, listing rows, processing one row at a time, and updating a pending count, with decision branches for handling unprocessed items.&#10;&#10;AI 生成コンテンツは誤りを含む可能性があります。">
            <a:extLst>
              <a:ext uri="{FF2B5EF4-FFF2-40B4-BE49-F238E27FC236}">
                <a16:creationId xmlns:a16="http://schemas.microsoft.com/office/drawing/2014/main" id="{462787A1-346B-D6CF-46A6-2F68095F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3" y="1343711"/>
            <a:ext cx="3139289" cy="53231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 descr="The image depicts a user interface with a flowchart or process, including elements such as variables, an initial value set to zero, and functions to retrieve a list of rows and a progress counter in Excel.&#10;&#10;AI 生成コンテンツは誤りを含む可能性があります。">
            <a:extLst>
              <a:ext uri="{FF2B5EF4-FFF2-40B4-BE49-F238E27FC236}">
                <a16:creationId xmlns:a16="http://schemas.microsoft.com/office/drawing/2014/main" id="{C398DDA1-41E7-ABC1-5777-CFC32A7D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978" y="1414716"/>
            <a:ext cx="3826043" cy="5223579"/>
          </a:xfrm>
          <a:prstGeom prst="rect">
            <a:avLst/>
          </a:prstGeom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28B44C8-278A-51F9-E866-9030B4186D1A}"/>
              </a:ext>
            </a:extLst>
          </p:cNvPr>
          <p:cNvSpPr/>
          <p:nvPr/>
        </p:nvSpPr>
        <p:spPr>
          <a:xfrm>
            <a:off x="1416039" y="1343711"/>
            <a:ext cx="1690915" cy="1638975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48327A6-C76E-EA3C-3369-14B0E8E723FD}"/>
              </a:ext>
            </a:extLst>
          </p:cNvPr>
          <p:cNvSpPr/>
          <p:nvPr/>
        </p:nvSpPr>
        <p:spPr>
          <a:xfrm>
            <a:off x="4241397" y="1467083"/>
            <a:ext cx="3767624" cy="5171212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 descr="The image depicts an empty cardboard shipping box.&#10;&#10;AI 生成コンテンツは誤りを含む可能性があります。">
            <a:extLst>
              <a:ext uri="{FF2B5EF4-FFF2-40B4-BE49-F238E27FC236}">
                <a16:creationId xmlns:a16="http://schemas.microsoft.com/office/drawing/2014/main" id="{0FBDA441-D37C-9CC0-DDB9-6402A4539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7770" y="2772918"/>
            <a:ext cx="1904376" cy="1286512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FBD3D0E3-B099-96DC-A713-DD8EB80ACF45}"/>
              </a:ext>
            </a:extLst>
          </p:cNvPr>
          <p:cNvSpPr txBox="1"/>
          <p:nvPr/>
        </p:nvSpPr>
        <p:spPr>
          <a:xfrm>
            <a:off x="9117693" y="4266129"/>
            <a:ext cx="255905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変数の箱を作る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54C498D-1EDF-DF17-A95A-3FB88E2ED259}"/>
              </a:ext>
            </a:extLst>
          </p:cNvPr>
          <p:cNvSpPr txBox="1"/>
          <p:nvPr/>
        </p:nvSpPr>
        <p:spPr>
          <a:xfrm>
            <a:off x="9282649" y="3416174"/>
            <a:ext cx="207611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pendingCount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160F0B0D-5D64-F9CC-0ED4-FB32C2F912A0}"/>
              </a:ext>
            </a:extLst>
          </p:cNvPr>
          <p:cNvSpPr txBox="1"/>
          <p:nvPr/>
        </p:nvSpPr>
        <p:spPr>
          <a:xfrm>
            <a:off x="9982538" y="2739455"/>
            <a:ext cx="4148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0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35" name="図 34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F2456A91-9873-D2CC-2647-E98C690FC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144" y="5662795"/>
            <a:ext cx="4501259" cy="10934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382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57842" y="462459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05859" y="1008462"/>
            <a:ext cx="11809186" cy="5483143"/>
          </a:xfrm>
          <a:prstGeom prst="roundRect">
            <a:avLst>
              <a:gd name="adj" fmla="val 625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4910" y="1198568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72852" y="533782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8879" y="464128"/>
            <a:ext cx="102042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それぞれに適用する（</a:t>
            </a: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Apply to Each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）はどんな働き？</a:t>
            </a:r>
            <a:endParaRPr lang="en-US" sz="31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  <p:pic>
        <p:nvPicPr>
          <p:cNvPr id="35" name="図 34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F2456A91-9873-D2CC-2647-E98C690FC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439" y="1513644"/>
            <a:ext cx="5197651" cy="1262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 descr="￦ﾜﾪ￥ﾯﾾ￥﾿ﾜ&#10;&#10;AI 生成コンテンツは誤りを含む可能性があります。">
            <a:extLst>
              <a:ext uri="{FF2B5EF4-FFF2-40B4-BE49-F238E27FC236}">
                <a16:creationId xmlns:a16="http://schemas.microsoft.com/office/drawing/2014/main" id="{A17A6C71-DC85-D3BF-98ED-2184AE53C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71" y="1629478"/>
            <a:ext cx="6440924" cy="49791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 10">
            <a:extLst>
              <a:ext uri="{FF2B5EF4-FFF2-40B4-BE49-F238E27FC236}">
                <a16:creationId xmlns:a16="http://schemas.microsoft.com/office/drawing/2014/main" id="{DC24E450-0C2F-4DB8-840F-B0EA4857058B}"/>
              </a:ext>
            </a:extLst>
          </p:cNvPr>
          <p:cNvSpPr txBox="1"/>
          <p:nvPr/>
        </p:nvSpPr>
        <p:spPr>
          <a:xfrm>
            <a:off x="7126940" y="2926653"/>
            <a:ext cx="479546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３行を１行づつ処理する</a:t>
            </a:r>
            <a:endParaRPr lang="en-US" sz="3100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E78F99F-BD09-AD3E-0884-C5D7DB7CCFD1}"/>
              </a:ext>
            </a:extLst>
          </p:cNvPr>
          <p:cNvCxnSpPr>
            <a:cxnSpLocks/>
          </p:cNvCxnSpPr>
          <p:nvPr/>
        </p:nvCxnSpPr>
        <p:spPr>
          <a:xfrm>
            <a:off x="4599796" y="2013964"/>
            <a:ext cx="2066099" cy="1053086"/>
          </a:xfrm>
          <a:prstGeom prst="straightConnector1">
            <a:avLst/>
          </a:prstGeom>
          <a:ln w="1047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892496C3-4558-5E97-2169-D48338A0A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29" b="49110"/>
          <a:stretch>
            <a:fillRect/>
          </a:stretch>
        </p:blipFill>
        <p:spPr>
          <a:xfrm>
            <a:off x="6397753" y="3674280"/>
            <a:ext cx="5197651" cy="3227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図 9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DD6CC1B4-1693-EB02-DE8A-5CFC740F2A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b="22741"/>
          <a:stretch>
            <a:fillRect/>
          </a:stretch>
        </p:blipFill>
        <p:spPr>
          <a:xfrm>
            <a:off x="6665895" y="4331272"/>
            <a:ext cx="5197651" cy="344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474712C9-A011-8FB5-5BBB-CE38A5444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741"/>
          <a:stretch>
            <a:fillRect/>
          </a:stretch>
        </p:blipFill>
        <p:spPr>
          <a:xfrm>
            <a:off x="7035621" y="5009707"/>
            <a:ext cx="5197651" cy="344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2EC33CF-1BDD-2AE3-4E00-13030BCBCD96}"/>
              </a:ext>
            </a:extLst>
          </p:cNvPr>
          <p:cNvCxnSpPr>
            <a:cxnSpLocks/>
          </p:cNvCxnSpPr>
          <p:nvPr/>
        </p:nvCxnSpPr>
        <p:spPr>
          <a:xfrm>
            <a:off x="7126941" y="2013964"/>
            <a:ext cx="553373" cy="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B6B6DB8-44FC-9074-647D-9B376F24461B}"/>
              </a:ext>
            </a:extLst>
          </p:cNvPr>
          <p:cNvCxnSpPr>
            <a:cxnSpLocks/>
          </p:cNvCxnSpPr>
          <p:nvPr/>
        </p:nvCxnSpPr>
        <p:spPr>
          <a:xfrm>
            <a:off x="7126940" y="2313429"/>
            <a:ext cx="553373" cy="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FFEA5BA-6296-3417-A4FA-CE42C4F5C3AC}"/>
              </a:ext>
            </a:extLst>
          </p:cNvPr>
          <p:cNvCxnSpPr>
            <a:cxnSpLocks/>
          </p:cNvCxnSpPr>
          <p:nvPr/>
        </p:nvCxnSpPr>
        <p:spPr>
          <a:xfrm>
            <a:off x="7126940" y="2591704"/>
            <a:ext cx="553373" cy="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E612A84-215E-87D6-5248-7C5B7AE89CBE}"/>
              </a:ext>
            </a:extLst>
          </p:cNvPr>
          <p:cNvSpPr/>
          <p:nvPr/>
        </p:nvSpPr>
        <p:spPr>
          <a:xfrm>
            <a:off x="2146652" y="1518181"/>
            <a:ext cx="2622198" cy="1028170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 descr="A hand is slicing a round, white, possibly bread or cheese, into thin, uniform slices.&#10;&#10;AI 生成コンテンツは誤りを含む可能性があります。">
            <a:extLst>
              <a:ext uri="{FF2B5EF4-FFF2-40B4-BE49-F238E27FC236}">
                <a16:creationId xmlns:a16="http://schemas.microsoft.com/office/drawing/2014/main" id="{079501CC-39D6-0791-DF86-029595275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971" y="5039149"/>
            <a:ext cx="1756113" cy="17561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7" name="図 26" descr="A cartoonish, simplistic illustration of a carrot with a green top and white bottom.&#10;&#10;AI 生成コンテンツは誤りを含む可能性があります。">
            <a:extLst>
              <a:ext uri="{FF2B5EF4-FFF2-40B4-BE49-F238E27FC236}">
                <a16:creationId xmlns:a16="http://schemas.microsoft.com/office/drawing/2014/main" id="{B91DDD5A-86B4-A3E0-46C3-912CC66D74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0509" y="1592569"/>
            <a:ext cx="1226049" cy="13660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025D8498-D888-532E-7CD3-71D52435B74A}"/>
              </a:ext>
            </a:extLst>
          </p:cNvPr>
          <p:cNvSpPr txBox="1"/>
          <p:nvPr/>
        </p:nvSpPr>
        <p:spPr>
          <a:xfrm>
            <a:off x="8039317" y="5667186"/>
            <a:ext cx="3724216" cy="85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/>
              <a:t>１行づつ分割する</a:t>
            </a:r>
            <a:endParaRPr lang="en-US" altLang="ja-JP" sz="2800" b="1"/>
          </a:p>
          <a:p>
            <a:pPr marL="0" indent="0" algn="l">
              <a:buNone/>
            </a:pPr>
            <a:r>
              <a:rPr lang="ja-JP" altLang="en-US" sz="2800" b="1"/>
              <a:t>→後続に渡す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1104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687C-6CA4-B91F-B461-17BBB390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CA707D-0481-E37D-E6B4-BA54D6B430D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8EEAFB-C743-432D-DDCF-166F0395A5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8DA854-3CA3-987C-05D3-27E133A950BA}"/>
              </a:ext>
            </a:extLst>
          </p:cNvPr>
          <p:cNvSpPr/>
          <p:nvPr/>
        </p:nvSpPr>
        <p:spPr>
          <a:xfrm>
            <a:off x="157842" y="462459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E4398F4-E8FA-90F1-AEEF-CDBC67C40E6D}"/>
              </a:ext>
            </a:extLst>
          </p:cNvPr>
          <p:cNvSpPr/>
          <p:nvPr/>
        </p:nvSpPr>
        <p:spPr>
          <a:xfrm>
            <a:off x="114910" y="1034253"/>
            <a:ext cx="11809186" cy="5483143"/>
          </a:xfrm>
          <a:prstGeom prst="roundRect">
            <a:avLst>
              <a:gd name="adj" fmla="val 625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8C2C14E-9754-0106-91D8-70F1D14AC750}"/>
              </a:ext>
            </a:extLst>
          </p:cNvPr>
          <p:cNvSpPr/>
          <p:nvPr/>
        </p:nvSpPr>
        <p:spPr>
          <a:xfrm>
            <a:off x="114910" y="1198568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326FE3-612F-20CC-43E3-1564FC9D02CE}"/>
              </a:ext>
            </a:extLst>
          </p:cNvPr>
          <p:cNvSpPr txBox="1"/>
          <p:nvPr/>
        </p:nvSpPr>
        <p:spPr>
          <a:xfrm>
            <a:off x="472852" y="533782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15BFD61-E644-4DD5-C6E7-B13059E57546}"/>
              </a:ext>
            </a:extLst>
          </p:cNvPr>
          <p:cNvSpPr txBox="1"/>
          <p:nvPr/>
        </p:nvSpPr>
        <p:spPr>
          <a:xfrm>
            <a:off x="1648879" y="464128"/>
            <a:ext cx="102042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Excel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の未対応データをチェックする実務フロー（前半）</a:t>
            </a:r>
            <a:endParaRPr lang="en-US" sz="31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1154F7C-5A7B-A3C9-96DE-B8135E2C1020}"/>
              </a:ext>
            </a:extLst>
          </p:cNvPr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  <p:pic>
        <p:nvPicPr>
          <p:cNvPr id="6" name="図 5" descr="￦ﾜﾪ￥ﾯﾾ￥﾿ﾜ&#10;&#10;AI 生成コンテンツは誤りを含む可能性があります。">
            <a:extLst>
              <a:ext uri="{FF2B5EF4-FFF2-40B4-BE49-F238E27FC236}">
                <a16:creationId xmlns:a16="http://schemas.microsoft.com/office/drawing/2014/main" id="{8F41840D-AA23-EC8D-97A5-EF41B66E9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71" y="1629478"/>
            <a:ext cx="6440924" cy="49791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 10">
            <a:extLst>
              <a:ext uri="{FF2B5EF4-FFF2-40B4-BE49-F238E27FC236}">
                <a16:creationId xmlns:a16="http://schemas.microsoft.com/office/drawing/2014/main" id="{3F14B690-B44D-0B89-5B57-CB139A5A7F55}"/>
              </a:ext>
            </a:extLst>
          </p:cNvPr>
          <p:cNvSpPr txBox="1"/>
          <p:nvPr/>
        </p:nvSpPr>
        <p:spPr>
          <a:xfrm>
            <a:off x="4996567" y="1113102"/>
            <a:ext cx="72875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/>
              <a:t>１行づつ</a:t>
            </a:r>
            <a:r>
              <a:rPr lang="en-US" altLang="ja-JP" sz="3100" b="1"/>
              <a:t>【</a:t>
            </a:r>
            <a:r>
              <a:rPr lang="ja-JP" altLang="en-US" sz="3100" b="1"/>
              <a:t>条件</a:t>
            </a:r>
            <a:r>
              <a:rPr lang="en-US" altLang="ja-JP" sz="3100" b="1"/>
              <a:t>】</a:t>
            </a:r>
            <a:r>
              <a:rPr lang="ja-JP" altLang="en-US" sz="3100" b="1"/>
              <a:t>に照らし合わせていく</a:t>
            </a:r>
            <a:endParaRPr lang="en-US" sz="3100" b="1" dirty="0"/>
          </a:p>
        </p:txBody>
      </p:sp>
      <p:pic>
        <p:nvPicPr>
          <p:cNvPr id="5" name="図 4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DA6C3389-52A4-EA9C-BC30-F3056611EF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329" b="49110"/>
          <a:stretch>
            <a:fillRect/>
          </a:stretch>
        </p:blipFill>
        <p:spPr>
          <a:xfrm>
            <a:off x="5440490" y="1891604"/>
            <a:ext cx="5197651" cy="3227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図 9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230C4DD8-0F36-4779-2E00-3EAADAAD32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000" b="22741"/>
          <a:stretch>
            <a:fillRect/>
          </a:stretch>
        </p:blipFill>
        <p:spPr>
          <a:xfrm>
            <a:off x="5408923" y="2572647"/>
            <a:ext cx="5197651" cy="344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￥ﾯﾾ￥﾿ﾜ￦ﾸﾈ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4222FACC-D8DE-D686-3910-80E8C7651D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741"/>
          <a:stretch>
            <a:fillRect/>
          </a:stretch>
        </p:blipFill>
        <p:spPr>
          <a:xfrm>
            <a:off x="5418816" y="3289339"/>
            <a:ext cx="5197651" cy="344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220408B-68B7-C3DF-C637-F9F957FB98CF}"/>
              </a:ext>
            </a:extLst>
          </p:cNvPr>
          <p:cNvSpPr/>
          <p:nvPr/>
        </p:nvSpPr>
        <p:spPr>
          <a:xfrm>
            <a:off x="2174778" y="3918195"/>
            <a:ext cx="2622198" cy="698255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C8AFC543-C5AC-FD3B-5135-60EE50B8E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104" y="4267322"/>
            <a:ext cx="2337985" cy="2352740"/>
          </a:xfrm>
          <a:prstGeom prst="rect">
            <a:avLst/>
          </a:prstGeom>
        </p:spPr>
      </p:pic>
      <p:pic>
        <p:nvPicPr>
          <p:cNvPr id="17" name="図 16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0AE6F16D-225A-D2AE-98F2-D2FAE70E95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47" b="28875"/>
          <a:stretch>
            <a:fillRect/>
          </a:stretch>
        </p:blipFill>
        <p:spPr>
          <a:xfrm>
            <a:off x="10249177" y="5018984"/>
            <a:ext cx="983183" cy="1673383"/>
          </a:xfrm>
          <a:prstGeom prst="rect">
            <a:avLst/>
          </a:prstGeom>
        </p:spPr>
      </p:pic>
      <p:pic>
        <p:nvPicPr>
          <p:cNvPr id="19" name="図 18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911901AA-442B-D934-F032-1DA0FB3A56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47" b="28875"/>
          <a:stretch>
            <a:fillRect/>
          </a:stretch>
        </p:blipFill>
        <p:spPr>
          <a:xfrm>
            <a:off x="8895480" y="4607000"/>
            <a:ext cx="983183" cy="1673383"/>
          </a:xfrm>
          <a:prstGeom prst="rect">
            <a:avLst/>
          </a:prstGeom>
        </p:spPr>
      </p:pic>
      <p:sp>
        <p:nvSpPr>
          <p:cNvPr id="24" name="吹き出し: 角を丸めた四角形 23">
            <a:extLst>
              <a:ext uri="{FF2B5EF4-FFF2-40B4-BE49-F238E27FC236}">
                <a16:creationId xmlns:a16="http://schemas.microsoft.com/office/drawing/2014/main" id="{E5FF21B3-69FF-BDB5-9E90-2D00CB11FFB9}"/>
              </a:ext>
            </a:extLst>
          </p:cNvPr>
          <p:cNvSpPr/>
          <p:nvPr/>
        </p:nvSpPr>
        <p:spPr>
          <a:xfrm>
            <a:off x="5500898" y="4039023"/>
            <a:ext cx="2100052" cy="577428"/>
          </a:xfrm>
          <a:prstGeom prst="wedgeRoundRectCallout">
            <a:avLst>
              <a:gd name="adj1" fmla="val 24472"/>
              <a:gd name="adj2" fmla="val 109069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吹き出し: 角を丸めた四角形 28">
            <a:extLst>
              <a:ext uri="{FF2B5EF4-FFF2-40B4-BE49-F238E27FC236}">
                <a16:creationId xmlns:a16="http://schemas.microsoft.com/office/drawing/2014/main" id="{F741F568-86CE-FF95-4F90-4C82AB278C37}"/>
              </a:ext>
            </a:extLst>
          </p:cNvPr>
          <p:cNvSpPr/>
          <p:nvPr/>
        </p:nvSpPr>
        <p:spPr>
          <a:xfrm>
            <a:off x="8640347" y="3835937"/>
            <a:ext cx="1062453" cy="577428"/>
          </a:xfrm>
          <a:prstGeom prst="wedgeRoundRectCallout">
            <a:avLst>
              <a:gd name="adj1" fmla="val -60193"/>
              <a:gd name="adj2" fmla="val 34289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D187CC2-5ACC-78B6-6BBA-DC399BCAD348}"/>
              </a:ext>
            </a:extLst>
          </p:cNvPr>
          <p:cNvSpPr txBox="1"/>
          <p:nvPr/>
        </p:nvSpPr>
        <p:spPr>
          <a:xfrm>
            <a:off x="5507856" y="4019708"/>
            <a:ext cx="2226782" cy="61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b="1"/>
              <a:t>【</a:t>
            </a:r>
            <a:r>
              <a:rPr lang="ja-JP" altLang="en-US" b="1"/>
              <a:t>未対応</a:t>
            </a:r>
            <a:r>
              <a:rPr lang="en-US" altLang="ja-JP" b="1"/>
              <a:t>】</a:t>
            </a:r>
            <a:r>
              <a:rPr lang="ja-JP" altLang="en-US" b="1"/>
              <a:t>ですか？</a:t>
            </a:r>
            <a:endParaRPr lang="en-US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9C6DE2E-E99A-1C02-5329-12C4B6AB4EB5}"/>
              </a:ext>
            </a:extLst>
          </p:cNvPr>
          <p:cNvSpPr txBox="1"/>
          <p:nvPr/>
        </p:nvSpPr>
        <p:spPr>
          <a:xfrm>
            <a:off x="8803381" y="3819562"/>
            <a:ext cx="843222" cy="61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rgbClr val="FF0000"/>
                </a:solidFill>
              </a:rPr>
              <a:t>未対応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吹き出し: 角を丸めた四角形 30">
            <a:extLst>
              <a:ext uri="{FF2B5EF4-FFF2-40B4-BE49-F238E27FC236}">
                <a16:creationId xmlns:a16="http://schemas.microsoft.com/office/drawing/2014/main" id="{CEE40F97-1F5C-856A-7C91-7CE97377D4C4}"/>
              </a:ext>
            </a:extLst>
          </p:cNvPr>
          <p:cNvSpPr/>
          <p:nvPr/>
        </p:nvSpPr>
        <p:spPr>
          <a:xfrm>
            <a:off x="9750994" y="4350319"/>
            <a:ext cx="1062453" cy="577428"/>
          </a:xfrm>
          <a:prstGeom prst="wedgeRoundRectCallout">
            <a:avLst>
              <a:gd name="adj1" fmla="val -60193"/>
              <a:gd name="adj2" fmla="val 34289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9DC90D6-B116-99C3-BC1E-AEB6FC8E831B}"/>
              </a:ext>
            </a:extLst>
          </p:cNvPr>
          <p:cNvSpPr txBox="1"/>
          <p:nvPr/>
        </p:nvSpPr>
        <p:spPr>
          <a:xfrm>
            <a:off x="9828994" y="4333944"/>
            <a:ext cx="925023" cy="61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bg2">
                    <a:lumMod val="25000"/>
                  </a:schemeClr>
                </a:solidFill>
              </a:rPr>
              <a:t>対応済み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吹き出し: 角を丸めた四角形 32">
            <a:extLst>
              <a:ext uri="{FF2B5EF4-FFF2-40B4-BE49-F238E27FC236}">
                <a16:creationId xmlns:a16="http://schemas.microsoft.com/office/drawing/2014/main" id="{6634F891-406D-EC28-C0E4-03D0F50B4F61}"/>
              </a:ext>
            </a:extLst>
          </p:cNvPr>
          <p:cNvSpPr/>
          <p:nvPr/>
        </p:nvSpPr>
        <p:spPr>
          <a:xfrm>
            <a:off x="11014914" y="4725696"/>
            <a:ext cx="1062453" cy="577428"/>
          </a:xfrm>
          <a:prstGeom prst="wedgeRoundRectCallout">
            <a:avLst>
              <a:gd name="adj1" fmla="val -60193"/>
              <a:gd name="adj2" fmla="val 34289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E1DB6861-AA06-96A1-A6C3-24A3ACF53A5B}"/>
              </a:ext>
            </a:extLst>
          </p:cNvPr>
          <p:cNvSpPr txBox="1"/>
          <p:nvPr/>
        </p:nvSpPr>
        <p:spPr>
          <a:xfrm>
            <a:off x="11177948" y="4709321"/>
            <a:ext cx="843222" cy="61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rgbClr val="FF0000"/>
                </a:solidFill>
              </a:rPr>
              <a:t>未対応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6" name="図 35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33A60409-91DC-8C63-CB04-7FD63A2D1F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47" b="28875"/>
          <a:stretch>
            <a:fillRect/>
          </a:stretch>
        </p:blipFill>
        <p:spPr>
          <a:xfrm>
            <a:off x="10470639" y="1356500"/>
            <a:ext cx="588114" cy="1000974"/>
          </a:xfrm>
          <a:prstGeom prst="rect">
            <a:avLst/>
          </a:prstGeom>
        </p:spPr>
      </p:pic>
      <p:pic>
        <p:nvPicPr>
          <p:cNvPr id="37" name="図 36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D5745A7A-5CFC-99F9-C9D8-AFF8FF32BE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47" b="28875"/>
          <a:stretch>
            <a:fillRect/>
          </a:stretch>
        </p:blipFill>
        <p:spPr>
          <a:xfrm>
            <a:off x="10554390" y="2200591"/>
            <a:ext cx="588114" cy="1000974"/>
          </a:xfrm>
          <a:prstGeom prst="rect">
            <a:avLst/>
          </a:prstGeom>
        </p:spPr>
      </p:pic>
      <p:pic>
        <p:nvPicPr>
          <p:cNvPr id="38" name="図 37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6D8141E0-B2D2-9809-C2B5-F4C8D0CF76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47" b="28875"/>
          <a:stretch>
            <a:fillRect/>
          </a:stretch>
        </p:blipFill>
        <p:spPr>
          <a:xfrm>
            <a:off x="10718074" y="2986701"/>
            <a:ext cx="588114" cy="1000974"/>
          </a:xfrm>
          <a:prstGeom prst="rect">
            <a:avLst/>
          </a:prstGeom>
        </p:spPr>
      </p:pic>
      <p:sp>
        <p:nvSpPr>
          <p:cNvPr id="39" name="Text 10">
            <a:extLst>
              <a:ext uri="{FF2B5EF4-FFF2-40B4-BE49-F238E27FC236}">
                <a16:creationId xmlns:a16="http://schemas.microsoft.com/office/drawing/2014/main" id="{293D2795-7318-20B3-2AEE-1A11C92C75EB}"/>
              </a:ext>
            </a:extLst>
          </p:cNvPr>
          <p:cNvSpPr txBox="1"/>
          <p:nvPr/>
        </p:nvSpPr>
        <p:spPr>
          <a:xfrm>
            <a:off x="6396895" y="6318691"/>
            <a:ext cx="18050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条件おじさん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1694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57842" y="462459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0695" y="1095829"/>
            <a:ext cx="11586333" cy="5483143"/>
          </a:xfrm>
          <a:prstGeom prst="roundRect">
            <a:avLst>
              <a:gd name="adj" fmla="val 625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0639" y="1343711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72852" y="533782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8879" y="103405"/>
            <a:ext cx="10204298" cy="96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【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変数の値を増やす</a:t>
            </a: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】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アクションで</a:t>
            </a:r>
            <a:endParaRPr lang="en-US" altLang="ja-JP" sz="3100" b="1">
              <a:solidFill>
                <a:srgbClr val="1F2937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l">
              <a:buNone/>
            </a:pP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『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未対応</a:t>
            </a:r>
            <a:r>
              <a:rPr lang="en-US" altLang="ja-JP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』</a:t>
            </a: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をカウントする</a:t>
            </a:r>
            <a:endParaRPr lang="en-US" sz="31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  <p:pic>
        <p:nvPicPr>
          <p:cNvPr id="24" name="図 23" descr="The image depicts a flowchart or process diagram with various steps and actions, including initializing a variable, listing rows, processing one row at a time, and updating a pending count, with decision branches for handling unprocessed items.&#10;&#10;AI 生成コンテンツは誤りを含む可能性があります。">
            <a:extLst>
              <a:ext uri="{FF2B5EF4-FFF2-40B4-BE49-F238E27FC236}">
                <a16:creationId xmlns:a16="http://schemas.microsoft.com/office/drawing/2014/main" id="{462787A1-346B-D6CF-46A6-2F68095F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0" y="1433077"/>
            <a:ext cx="3139289" cy="53231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28B44C8-278A-51F9-E866-9030B4186D1A}"/>
              </a:ext>
            </a:extLst>
          </p:cNvPr>
          <p:cNvSpPr/>
          <p:nvPr/>
        </p:nvSpPr>
        <p:spPr>
          <a:xfrm>
            <a:off x="824439" y="4188037"/>
            <a:ext cx="1620311" cy="1177714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 descr="pendingCount&#10;&#10;AI 生成コンテンツは誤りを含む可能性があります。">
            <a:extLst>
              <a:ext uri="{FF2B5EF4-FFF2-40B4-BE49-F238E27FC236}">
                <a16:creationId xmlns:a16="http://schemas.microsoft.com/office/drawing/2014/main" id="{FEA957F9-E7CB-C8D0-6E44-EF4A48955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085" y="1467083"/>
            <a:ext cx="3767624" cy="28526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48327A6-C76E-EA3C-3369-14B0E8E723FD}"/>
              </a:ext>
            </a:extLst>
          </p:cNvPr>
          <p:cNvSpPr/>
          <p:nvPr/>
        </p:nvSpPr>
        <p:spPr>
          <a:xfrm>
            <a:off x="4241397" y="1467083"/>
            <a:ext cx="3767624" cy="2852630"/>
          </a:xfrm>
          <a:prstGeom prst="roundRect">
            <a:avLst>
              <a:gd name="adj" fmla="val 10025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The image depicts an empty cardboard shipping box.&#10;&#10;AI 生成コンテンツは誤りを含む可能性があります。">
            <a:extLst>
              <a:ext uri="{FF2B5EF4-FFF2-40B4-BE49-F238E27FC236}">
                <a16:creationId xmlns:a16="http://schemas.microsoft.com/office/drawing/2014/main" id="{9D5A8FCB-D240-C1DE-CCF6-61CE0D478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262" y="4735178"/>
            <a:ext cx="1904376" cy="1286512"/>
          </a:xfrm>
          <a:prstGeom prst="rect">
            <a:avLst/>
          </a:prstGeom>
        </p:spPr>
      </p:pic>
      <p:sp>
        <p:nvSpPr>
          <p:cNvPr id="10" name="Text 10">
            <a:extLst>
              <a:ext uri="{FF2B5EF4-FFF2-40B4-BE49-F238E27FC236}">
                <a16:creationId xmlns:a16="http://schemas.microsoft.com/office/drawing/2014/main" id="{2AC49705-955F-5EC5-1A75-30A41F7C2528}"/>
              </a:ext>
            </a:extLst>
          </p:cNvPr>
          <p:cNvSpPr txBox="1"/>
          <p:nvPr/>
        </p:nvSpPr>
        <p:spPr>
          <a:xfrm>
            <a:off x="4661185" y="6228389"/>
            <a:ext cx="255905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変数の値を増やす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D1E03EE-DF63-99FD-8D27-FAF3A6369597}"/>
              </a:ext>
            </a:extLst>
          </p:cNvPr>
          <p:cNvSpPr txBox="1"/>
          <p:nvPr/>
        </p:nvSpPr>
        <p:spPr>
          <a:xfrm>
            <a:off x="4826141" y="5378434"/>
            <a:ext cx="207611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pendingCount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4D03134-28E9-86DB-1B84-51FA822A30FC}"/>
              </a:ext>
            </a:extLst>
          </p:cNvPr>
          <p:cNvSpPr txBox="1"/>
          <p:nvPr/>
        </p:nvSpPr>
        <p:spPr>
          <a:xfrm>
            <a:off x="5526030" y="4701715"/>
            <a:ext cx="4148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0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15" name="図 14" descr="The image depicts an empty cardboard shipping box.&#10;&#10;AI 生成コンテンツは誤りを含む可能性があります。">
            <a:extLst>
              <a:ext uri="{FF2B5EF4-FFF2-40B4-BE49-F238E27FC236}">
                <a16:creationId xmlns:a16="http://schemas.microsoft.com/office/drawing/2014/main" id="{8B869D62-D00C-FF48-5C8D-728053144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257" y="4730783"/>
            <a:ext cx="1904376" cy="1286512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A45DDD3E-5187-931A-52CB-927F48235306}"/>
              </a:ext>
            </a:extLst>
          </p:cNvPr>
          <p:cNvSpPr txBox="1"/>
          <p:nvPr/>
        </p:nvSpPr>
        <p:spPr>
          <a:xfrm>
            <a:off x="6947136" y="5374039"/>
            <a:ext cx="207611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pendingCount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48E8FA2-8E2B-1550-BD82-A4B5A819935E}"/>
              </a:ext>
            </a:extLst>
          </p:cNvPr>
          <p:cNvSpPr txBox="1"/>
          <p:nvPr/>
        </p:nvSpPr>
        <p:spPr>
          <a:xfrm>
            <a:off x="7647025" y="4697320"/>
            <a:ext cx="4148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1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20" name="図 19" descr="The image depicts an empty cardboard shipping box.&#10;&#10;AI 生成コンテンツは誤りを含む可能性があります。">
            <a:extLst>
              <a:ext uri="{FF2B5EF4-FFF2-40B4-BE49-F238E27FC236}">
                <a16:creationId xmlns:a16="http://schemas.microsoft.com/office/drawing/2014/main" id="{D040EB62-DDF2-24A5-CC64-894B7A21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3252" y="4764246"/>
            <a:ext cx="1904376" cy="1286512"/>
          </a:xfrm>
          <a:prstGeom prst="rect">
            <a:avLst/>
          </a:prstGeom>
        </p:spPr>
      </p:pic>
      <p:sp>
        <p:nvSpPr>
          <p:cNvPr id="21" name="Text 10">
            <a:extLst>
              <a:ext uri="{FF2B5EF4-FFF2-40B4-BE49-F238E27FC236}">
                <a16:creationId xmlns:a16="http://schemas.microsoft.com/office/drawing/2014/main" id="{29A78292-A224-8B1D-2082-39D863B19374}"/>
              </a:ext>
            </a:extLst>
          </p:cNvPr>
          <p:cNvSpPr txBox="1"/>
          <p:nvPr/>
        </p:nvSpPr>
        <p:spPr>
          <a:xfrm>
            <a:off x="9068131" y="5407502"/>
            <a:ext cx="207611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pendingCount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92576CE-8FE6-D6F4-115A-8D548E6D7AC9}"/>
              </a:ext>
            </a:extLst>
          </p:cNvPr>
          <p:cNvSpPr txBox="1"/>
          <p:nvPr/>
        </p:nvSpPr>
        <p:spPr>
          <a:xfrm>
            <a:off x="9768020" y="4730783"/>
            <a:ext cx="4148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２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27B9E6F-CC25-2592-5EA2-5E61517F0D00}"/>
              </a:ext>
            </a:extLst>
          </p:cNvPr>
          <p:cNvCxnSpPr>
            <a:cxnSpLocks/>
          </p:cNvCxnSpPr>
          <p:nvPr/>
        </p:nvCxnSpPr>
        <p:spPr>
          <a:xfrm>
            <a:off x="6096000" y="4992114"/>
            <a:ext cx="1020109" cy="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FABB9D53-7A45-05F4-8B27-EE1089DC25C5}"/>
              </a:ext>
            </a:extLst>
          </p:cNvPr>
          <p:cNvCxnSpPr>
            <a:cxnSpLocks/>
          </p:cNvCxnSpPr>
          <p:nvPr/>
        </p:nvCxnSpPr>
        <p:spPr>
          <a:xfrm>
            <a:off x="8382331" y="4980428"/>
            <a:ext cx="1020109" cy="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図 35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158EF9C0-80B8-FAB2-C740-8A1443E730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947" b="28875"/>
          <a:stretch>
            <a:fillRect/>
          </a:stretch>
        </p:blipFill>
        <p:spPr>
          <a:xfrm>
            <a:off x="8427718" y="1642176"/>
            <a:ext cx="983183" cy="1673383"/>
          </a:xfrm>
          <a:prstGeom prst="rect">
            <a:avLst/>
          </a:prstGeom>
        </p:spPr>
      </p:pic>
      <p:sp>
        <p:nvSpPr>
          <p:cNvPr id="37" name="吹き出し: 角を丸めた四角形 36">
            <a:extLst>
              <a:ext uri="{FF2B5EF4-FFF2-40B4-BE49-F238E27FC236}">
                <a16:creationId xmlns:a16="http://schemas.microsoft.com/office/drawing/2014/main" id="{677DB8FC-FBF8-E9B1-B0FB-322C4BF42F4A}"/>
              </a:ext>
            </a:extLst>
          </p:cNvPr>
          <p:cNvSpPr/>
          <p:nvPr/>
        </p:nvSpPr>
        <p:spPr>
          <a:xfrm>
            <a:off x="9193455" y="1348888"/>
            <a:ext cx="1062453" cy="577428"/>
          </a:xfrm>
          <a:prstGeom prst="wedgeRoundRectCallout">
            <a:avLst>
              <a:gd name="adj1" fmla="val -60193"/>
              <a:gd name="adj2" fmla="val 34289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7A3902CF-39FD-21D6-06DB-C2115C37BE7D}"/>
              </a:ext>
            </a:extLst>
          </p:cNvPr>
          <p:cNvSpPr txBox="1"/>
          <p:nvPr/>
        </p:nvSpPr>
        <p:spPr>
          <a:xfrm>
            <a:off x="9356489" y="1332513"/>
            <a:ext cx="843222" cy="61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rgbClr val="FF0000"/>
                </a:solidFill>
              </a:rPr>
              <a:t>未対応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9" name="図 38" descr="The image depicts a teacher sitting behind a desk, addressing a student who is seated at a desk in a classroom set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333C394A-5B22-E25F-32F3-8C8DDEA672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947" b="28875"/>
          <a:stretch>
            <a:fillRect/>
          </a:stretch>
        </p:blipFill>
        <p:spPr>
          <a:xfrm>
            <a:off x="9561744" y="2320295"/>
            <a:ext cx="983183" cy="1673383"/>
          </a:xfrm>
          <a:prstGeom prst="rect">
            <a:avLst/>
          </a:prstGeom>
        </p:spPr>
      </p:pic>
      <p:sp>
        <p:nvSpPr>
          <p:cNvPr id="40" name="吹き出し: 角を丸めた四角形 39">
            <a:extLst>
              <a:ext uri="{FF2B5EF4-FFF2-40B4-BE49-F238E27FC236}">
                <a16:creationId xmlns:a16="http://schemas.microsoft.com/office/drawing/2014/main" id="{00FD0B1E-4CF1-8ED7-7E1F-23B3DF9BEDF5}"/>
              </a:ext>
            </a:extLst>
          </p:cNvPr>
          <p:cNvSpPr/>
          <p:nvPr/>
        </p:nvSpPr>
        <p:spPr>
          <a:xfrm>
            <a:off x="10327481" y="2027007"/>
            <a:ext cx="1062453" cy="577428"/>
          </a:xfrm>
          <a:prstGeom prst="wedgeRoundRectCallout">
            <a:avLst>
              <a:gd name="adj1" fmla="val -60193"/>
              <a:gd name="adj2" fmla="val 34289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82FD7B94-53D4-02C0-C626-C4ED4C40A5E1}"/>
              </a:ext>
            </a:extLst>
          </p:cNvPr>
          <p:cNvSpPr txBox="1"/>
          <p:nvPr/>
        </p:nvSpPr>
        <p:spPr>
          <a:xfrm>
            <a:off x="10490515" y="2010632"/>
            <a:ext cx="843222" cy="61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rgbClr val="FF0000"/>
                </a:solidFill>
              </a:rPr>
              <a:t>未対応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フリーフォーム: 図形 41">
            <a:extLst>
              <a:ext uri="{FF2B5EF4-FFF2-40B4-BE49-F238E27FC236}">
                <a16:creationId xmlns:a16="http://schemas.microsoft.com/office/drawing/2014/main" id="{73D00DD7-7059-5DB9-40B6-62F8DDEF73E8}"/>
              </a:ext>
            </a:extLst>
          </p:cNvPr>
          <p:cNvSpPr/>
          <p:nvPr/>
        </p:nvSpPr>
        <p:spPr>
          <a:xfrm>
            <a:off x="6623050" y="2025650"/>
            <a:ext cx="311150" cy="1917700"/>
          </a:xfrm>
          <a:custGeom>
            <a:avLst/>
            <a:gdLst>
              <a:gd name="csX0" fmla="*/ 431800 w 431800"/>
              <a:gd name="csY0" fmla="*/ 0 h 1917700"/>
              <a:gd name="csX1" fmla="*/ 431800 w 431800"/>
              <a:gd name="csY1" fmla="*/ 317500 h 1917700"/>
              <a:gd name="csX2" fmla="*/ 304800 w 431800"/>
              <a:gd name="csY2" fmla="*/ 317500 h 1917700"/>
              <a:gd name="csX3" fmla="*/ 0 w 431800"/>
              <a:gd name="csY3" fmla="*/ 317500 h 1917700"/>
              <a:gd name="csX4" fmla="*/ 0 w 431800"/>
              <a:gd name="csY4" fmla="*/ 1917700 h 191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800" h="1917700">
                <a:moveTo>
                  <a:pt x="431800" y="0"/>
                </a:moveTo>
                <a:lnTo>
                  <a:pt x="431800" y="317500"/>
                </a:lnTo>
                <a:lnTo>
                  <a:pt x="304800" y="317500"/>
                </a:lnTo>
                <a:lnTo>
                  <a:pt x="0" y="317500"/>
                </a:lnTo>
                <a:lnTo>
                  <a:pt x="0" y="1917700"/>
                </a:lnTo>
              </a:path>
            </a:pathLst>
          </a:custGeom>
          <a:noFill/>
          <a:ln w="47625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895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2180488" y="2138931"/>
            <a:ext cx="17678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勤怠集計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出勤リストから</a:t>
            </a:r>
            <a:r>
              <a:rPr lang="ja-JP" alt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出勤</a:t>
            </a: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自動カウント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出勤リストをループ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→Condition で</a:t>
            </a:r>
            <a:r>
              <a:rPr lang="ja-JP" alt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出勤</a:t>
            </a: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判定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 variable でカウント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Apply 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 each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＋Condition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</a:t>
            </a: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 variable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1"/>
            <a:ext cx="194065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申請振り分け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種類別に件数を集計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申請リストをループ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→Condition でカテゴリ判定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変数に件数を加算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Apply 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 each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＋Condition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</a:t>
            </a: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 variable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78394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2158439"/>
            <a:ext cx="2215199" cy="2391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テスト結果集計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点数リストから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合格者数を算出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3841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点数リストをループ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→Condition で合否判定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合格者数をカウント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4つのアクション組み合わせ　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実務で使える自動化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後日、XのDMでお届けします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PA45｜第5回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1740</Words>
  <Application>Microsoft Office PowerPoint</Application>
  <PresentationFormat>ワイド画面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14</cp:revision>
  <dcterms:created xsi:type="dcterms:W3CDTF">2026-03-02T01:22:39Z</dcterms:created>
  <dcterms:modified xsi:type="dcterms:W3CDTF">2026-04-09T05:36:09Z</dcterms:modified>
</cp:coreProperties>
</file>