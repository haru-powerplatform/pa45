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6" r:id="rId12"/>
    <p:sldId id="264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1" r:id="rId24"/>
    <p:sldId id="282" r:id="rId25"/>
    <p:sldId id="285" r:id="rId26"/>
    <p:sldId id="270" r:id="rId27"/>
    <p:sldId id="276" r:id="rId28"/>
    <p:sldId id="287" r:id="rId29"/>
    <p:sldId id="286" r:id="rId30"/>
    <p:sldId id="284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84616-7A7A-4CC9-B513-18484F0C52CC}" v="520" dt="2026-03-03T11:51:10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3-03T11:51:10.299" v="15708"/>
      <pc:docMkLst>
        <pc:docMk/>
      </pc:docMkLst>
      <pc:sldChg chg="addSp delSp modSp add mod">
        <pc:chgData name="Ueda Isamu" userId="35289799e0376f2e" providerId="LiveId" clId="{DD31E282-B62B-4911-91B6-43B1B98908F9}" dt="2026-02-01T05:17:13.161" v="3255" actId="1076"/>
        <pc:sldMkLst>
          <pc:docMk/>
          <pc:sldMk cId="3643565168" sldId="262"/>
        </pc:sldMkLst>
        <pc:spChg chg="add del mod">
          <ac:chgData name="Ueda Isamu" userId="35289799e0376f2e" providerId="LiveId" clId="{DD31E282-B62B-4911-91B6-43B1B98908F9}" dt="2026-02-01T05:10:56.353" v="2892" actId="20577"/>
          <ac:spMkLst>
            <pc:docMk/>
            <pc:sldMk cId="3643565168" sldId="262"/>
            <ac:spMk id="4" creationId="{EA73D9DA-DAE0-3362-B11A-16FB78E2087E}"/>
          </ac:spMkLst>
        </pc:spChg>
        <pc:spChg chg="add mod">
          <ac:chgData name="Ueda Isamu" userId="35289799e0376f2e" providerId="LiveId" clId="{DD31E282-B62B-4911-91B6-43B1B98908F9}" dt="2026-02-01T05:11:19.176" v="2935" actId="20577"/>
          <ac:spMkLst>
            <pc:docMk/>
            <pc:sldMk cId="3643565168" sldId="262"/>
            <ac:spMk id="5" creationId="{AD4B9814-6C5E-3D12-1B98-3B3304D8E281}"/>
          </ac:spMkLst>
        </pc:spChg>
        <pc:spChg chg="add mod">
          <ac:chgData name="Ueda Isamu" userId="35289799e0376f2e" providerId="LiveId" clId="{DD31E282-B62B-4911-91B6-43B1B98908F9}" dt="2026-02-01T05:09:27.630" v="2814" actId="14100"/>
          <ac:spMkLst>
            <pc:docMk/>
            <pc:sldMk cId="3643565168" sldId="262"/>
            <ac:spMk id="6" creationId="{0AD76DCD-C219-2D0F-22BF-399AF5DD39D1}"/>
          </ac:spMkLst>
        </pc:spChg>
        <pc:spChg chg="mod">
          <ac:chgData name="Ueda Isamu" userId="35289799e0376f2e" providerId="LiveId" clId="{DD31E282-B62B-4911-91B6-43B1B98908F9}" dt="2026-02-01T05:12:58.827" v="3020" actId="14100"/>
          <ac:spMkLst>
            <pc:docMk/>
            <pc:sldMk cId="3643565168" sldId="262"/>
            <ac:spMk id="7" creationId="{5EE23C9D-53B8-D054-5C7D-8FB99B65796C}"/>
          </ac:spMkLst>
        </pc:spChg>
        <pc:spChg chg="add mod">
          <ac:chgData name="Ueda Isamu" userId="35289799e0376f2e" providerId="LiveId" clId="{DD31E282-B62B-4911-91B6-43B1B98908F9}" dt="2026-02-01T05:09:25.763" v="2813" actId="14100"/>
          <ac:spMkLst>
            <pc:docMk/>
            <pc:sldMk cId="3643565168" sldId="262"/>
            <ac:spMk id="8" creationId="{6811D7BF-CB1A-1614-BF87-AF61C02A6459}"/>
          </ac:spMkLst>
        </pc:spChg>
        <pc:spChg chg="mod">
          <ac:chgData name="Ueda Isamu" userId="35289799e0376f2e" providerId="LiveId" clId="{DD31E282-B62B-4911-91B6-43B1B98908F9}" dt="2026-02-01T05:10:36.540" v="2861" actId="20577"/>
          <ac:spMkLst>
            <pc:docMk/>
            <pc:sldMk cId="3643565168" sldId="262"/>
            <ac:spMk id="9" creationId="{6279C2ED-BBE2-05FD-38A5-0656C8A26C51}"/>
          </ac:spMkLst>
        </pc:spChg>
        <pc:spChg chg="add mod">
          <ac:chgData name="Ueda Isamu" userId="35289799e0376f2e" providerId="LiveId" clId="{DD31E282-B62B-4911-91B6-43B1B98908F9}" dt="2026-02-01T05:11:30.654" v="2936" actId="14100"/>
          <ac:spMkLst>
            <pc:docMk/>
            <pc:sldMk cId="3643565168" sldId="262"/>
            <ac:spMk id="10" creationId="{D5F65D3F-9B89-C944-2596-85F9D14E3A06}"/>
          </ac:spMkLst>
        </pc:spChg>
        <pc:spChg chg="mod">
          <ac:chgData name="Ueda Isamu" userId="35289799e0376f2e" providerId="LiveId" clId="{DD31E282-B62B-4911-91B6-43B1B98908F9}" dt="2026-02-01T05:16:51.423" v="3247" actId="403"/>
          <ac:spMkLst>
            <pc:docMk/>
            <pc:sldMk cId="3643565168" sldId="262"/>
            <ac:spMk id="11" creationId="{BD047FFB-D291-1443-2204-C446A67B2D02}"/>
          </ac:spMkLst>
        </pc:spChg>
        <pc:spChg chg="add mod">
          <ac:chgData name="Ueda Isamu" userId="35289799e0376f2e" providerId="LiveId" clId="{DD31E282-B62B-4911-91B6-43B1B98908F9}" dt="2026-02-01T05:09:48.645" v="2819" actId="552"/>
          <ac:spMkLst>
            <pc:docMk/>
            <pc:sldMk cId="3643565168" sldId="262"/>
            <ac:spMk id="13" creationId="{111D33F6-EA5A-5994-9EEA-DBBEC48527CC}"/>
          </ac:spMkLst>
        </pc:spChg>
        <pc:spChg chg="add mod">
          <ac:chgData name="Ueda Isamu" userId="35289799e0376f2e" providerId="LiveId" clId="{DD31E282-B62B-4911-91B6-43B1B98908F9}" dt="2026-02-01T05:14:38.803" v="3086" actId="1037"/>
          <ac:spMkLst>
            <pc:docMk/>
            <pc:sldMk cId="3643565168" sldId="262"/>
            <ac:spMk id="15" creationId="{22186D9F-EDF5-BD78-9B10-93B7F9B7296A}"/>
          </ac:spMkLst>
        </pc:spChg>
        <pc:spChg chg="add mod">
          <ac:chgData name="Ueda Isamu" userId="35289799e0376f2e" providerId="LiveId" clId="{DD31E282-B62B-4911-91B6-43B1B98908F9}" dt="2026-02-01T05:14:38.803" v="3086" actId="1037"/>
          <ac:spMkLst>
            <pc:docMk/>
            <pc:sldMk cId="3643565168" sldId="262"/>
            <ac:spMk id="17" creationId="{27C0E624-B31D-7042-A836-8451FC79EABF}"/>
          </ac:spMkLst>
        </pc:spChg>
        <pc:spChg chg="add mod">
          <ac:chgData name="Ueda Isamu" userId="35289799e0376f2e" providerId="LiveId" clId="{DD31E282-B62B-4911-91B6-43B1B98908F9}" dt="2026-02-01T05:14:38.803" v="3086" actId="1037"/>
          <ac:spMkLst>
            <pc:docMk/>
            <pc:sldMk cId="3643565168" sldId="262"/>
            <ac:spMk id="18" creationId="{5F17DEB6-792F-D0DE-BEAD-F87AEF47EAEE}"/>
          </ac:spMkLst>
        </pc:spChg>
        <pc:spChg chg="add mod">
          <ac:chgData name="Ueda Isamu" userId="35289799e0376f2e" providerId="LiveId" clId="{DD31E282-B62B-4911-91B6-43B1B98908F9}" dt="2026-02-01T05:14:38.803" v="3086" actId="1037"/>
          <ac:spMkLst>
            <pc:docMk/>
            <pc:sldMk cId="3643565168" sldId="262"/>
            <ac:spMk id="19" creationId="{9B4403A7-721A-4EF6-5381-D7E7E4174F55}"/>
          </ac:spMkLst>
        </pc:spChg>
        <pc:spChg chg="add mod">
          <ac:chgData name="Ueda Isamu" userId="35289799e0376f2e" providerId="LiveId" clId="{DD31E282-B62B-4911-91B6-43B1B98908F9}" dt="2026-02-01T05:14:57.800" v="3090" actId="1076"/>
          <ac:spMkLst>
            <pc:docMk/>
            <pc:sldMk cId="3643565168" sldId="262"/>
            <ac:spMk id="21" creationId="{245F1E4A-C991-FB91-C0AF-30E5BE87571F}"/>
          </ac:spMkLst>
        </pc:spChg>
        <pc:spChg chg="add mod">
          <ac:chgData name="Ueda Isamu" userId="35289799e0376f2e" providerId="LiveId" clId="{DD31E282-B62B-4911-91B6-43B1B98908F9}" dt="2026-02-01T05:14:59.729" v="3091" actId="571"/>
          <ac:spMkLst>
            <pc:docMk/>
            <pc:sldMk cId="3643565168" sldId="262"/>
            <ac:spMk id="22" creationId="{FC3627E0-2E62-89AC-6063-57C6CB9A0CB1}"/>
          </ac:spMkLst>
        </pc:spChg>
        <pc:spChg chg="add mod">
          <ac:chgData name="Ueda Isamu" userId="35289799e0376f2e" providerId="LiveId" clId="{DD31E282-B62B-4911-91B6-43B1B98908F9}" dt="2026-02-01T05:15:01.889" v="3092" actId="571"/>
          <ac:spMkLst>
            <pc:docMk/>
            <pc:sldMk cId="3643565168" sldId="262"/>
            <ac:spMk id="24" creationId="{E184F67B-18DD-C735-E0BC-BCB125FEDDCF}"/>
          </ac:spMkLst>
        </pc:spChg>
        <pc:spChg chg="add mod">
          <ac:chgData name="Ueda Isamu" userId="35289799e0376f2e" providerId="LiveId" clId="{DD31E282-B62B-4911-91B6-43B1B98908F9}" dt="2026-02-01T05:15:03.988" v="3093" actId="571"/>
          <ac:spMkLst>
            <pc:docMk/>
            <pc:sldMk cId="3643565168" sldId="262"/>
            <ac:spMk id="25" creationId="{2D79A725-00F0-3448-A3CB-C8D7693F4F14}"/>
          </ac:spMkLst>
        </pc:spChg>
        <pc:spChg chg="add mod">
          <ac:chgData name="Ueda Isamu" userId="35289799e0376f2e" providerId="LiveId" clId="{DD31E282-B62B-4911-91B6-43B1B98908F9}" dt="2026-02-01T05:16:10.184" v="3226" actId="14100"/>
          <ac:spMkLst>
            <pc:docMk/>
            <pc:sldMk cId="3643565168" sldId="262"/>
            <ac:spMk id="26" creationId="{7D5665B8-534F-8722-3203-E0185D4404C8}"/>
          </ac:spMkLst>
        </pc:spChg>
        <pc:picChg chg="add mod ord modCrop">
          <ac:chgData name="Ueda Isamu" userId="35289799e0376f2e" providerId="LiveId" clId="{DD31E282-B62B-4911-91B6-43B1B98908F9}" dt="2026-02-01T05:01:10.296" v="2694" actId="1076"/>
          <ac:picMkLst>
            <pc:docMk/>
            <pc:sldMk cId="3643565168" sldId="262"/>
            <ac:picMk id="3" creationId="{C165D28F-4E54-FD9A-5E00-123826800194}"/>
          </ac:picMkLst>
        </pc:picChg>
        <pc:picChg chg="add mod">
          <ac:chgData name="Ueda Isamu" userId="35289799e0376f2e" providerId="LiveId" clId="{DD31E282-B62B-4911-91B6-43B1B98908F9}" dt="2026-02-01T05:16:47.474" v="3245" actId="1076"/>
          <ac:picMkLst>
            <pc:docMk/>
            <pc:sldMk cId="3643565168" sldId="262"/>
            <ac:picMk id="27" creationId="{351AF90F-329A-F1C5-E70F-02C2DA31FEDA}"/>
          </ac:picMkLst>
        </pc:picChg>
        <pc:picChg chg="add mod">
          <ac:chgData name="Ueda Isamu" userId="35289799e0376f2e" providerId="LiveId" clId="{DD31E282-B62B-4911-91B6-43B1B98908F9}" dt="2026-02-01T05:17:13.161" v="3255" actId="1076"/>
          <ac:picMkLst>
            <pc:docMk/>
            <pc:sldMk cId="3643565168" sldId="262"/>
            <ac:picMk id="28" creationId="{0C401347-803C-4CAD-F53F-0D39AF66A7DA}"/>
          </ac:picMkLst>
        </pc:picChg>
        <pc:picChg chg="mod ord">
          <ac:chgData name="Ueda Isamu" userId="35289799e0376f2e" providerId="LiveId" clId="{DD31E282-B62B-4911-91B6-43B1B98908F9}" dt="2026-02-01T05:16:56.992" v="3249" actId="1076"/>
          <ac:picMkLst>
            <pc:docMk/>
            <pc:sldMk cId="3643565168" sldId="262"/>
            <ac:picMk id="52" creationId="{EA00FC6F-D28A-698B-78D5-D8ED7D86F6BF}"/>
          </ac:picMkLst>
        </pc:picChg>
      </pc:sldChg>
      <pc:sldChg chg="addSp delSp modSp add mod">
        <pc:chgData name="Ueda Isamu" userId="35289799e0376f2e" providerId="LiveId" clId="{DD31E282-B62B-4911-91B6-43B1B98908F9}" dt="2026-02-05T13:39:30.355" v="3658" actId="1076"/>
        <pc:sldMkLst>
          <pc:docMk/>
          <pc:sldMk cId="2786749585" sldId="263"/>
        </pc:sldMkLst>
        <pc:spChg chg="add mod">
          <ac:chgData name="Ueda Isamu" userId="35289799e0376f2e" providerId="LiveId" clId="{DD31E282-B62B-4911-91B6-43B1B98908F9}" dt="2026-02-05T13:27:33.931" v="3491" actId="1076"/>
          <ac:spMkLst>
            <pc:docMk/>
            <pc:sldMk cId="2786749585" sldId="263"/>
            <ac:spMk id="2" creationId="{5AC3F265-77B4-B091-62E5-94FF57D73CCD}"/>
          </ac:spMkLst>
        </pc:spChg>
        <pc:spChg chg="add mod">
          <ac:chgData name="Ueda Isamu" userId="35289799e0376f2e" providerId="LiveId" clId="{DD31E282-B62B-4911-91B6-43B1B98908F9}" dt="2026-02-05T13:30:42.294" v="3571" actId="14100"/>
          <ac:spMkLst>
            <pc:docMk/>
            <pc:sldMk cId="2786749585" sldId="263"/>
            <ac:spMk id="8" creationId="{2EEC7DE8-010C-1EA2-5EE8-F495250DBCFD}"/>
          </ac:spMkLst>
        </pc:spChg>
        <pc:spChg chg="mod">
          <ac:chgData name="Ueda Isamu" userId="35289799e0376f2e" providerId="LiveId" clId="{DD31E282-B62B-4911-91B6-43B1B98908F9}" dt="2026-02-05T13:39:13.777" v="3654" actId="20577"/>
          <ac:spMkLst>
            <pc:docMk/>
            <pc:sldMk cId="2786749585" sldId="263"/>
            <ac:spMk id="11" creationId="{1F9A8E4C-C504-39B9-51ED-37B0EB5D9C30}"/>
          </ac:spMkLst>
        </pc:spChg>
        <pc:spChg chg="add mod">
          <ac:chgData name="Ueda Isamu" userId="35289799e0376f2e" providerId="LiveId" clId="{DD31E282-B62B-4911-91B6-43B1B98908F9}" dt="2026-02-05T13:31:32.191" v="3590" actId="1076"/>
          <ac:spMkLst>
            <pc:docMk/>
            <pc:sldMk cId="2786749585" sldId="263"/>
            <ac:spMk id="14" creationId="{E5A1F170-8A22-62D9-61D5-37FB463A4471}"/>
          </ac:spMkLst>
        </pc:spChg>
        <pc:spChg chg="mod">
          <ac:chgData name="Ueda Isamu" userId="35289799e0376f2e" providerId="LiveId" clId="{DD31E282-B62B-4911-91B6-43B1B98908F9}" dt="2026-02-05T13:27:39.932" v="3495" actId="1076"/>
          <ac:spMkLst>
            <pc:docMk/>
            <pc:sldMk cId="2786749585" sldId="263"/>
            <ac:spMk id="15" creationId="{BF19E8D3-B5C3-4D2F-DF14-621814D1CC61}"/>
          </ac:spMkLst>
        </pc:spChg>
        <pc:spChg chg="add mod">
          <ac:chgData name="Ueda Isamu" userId="35289799e0376f2e" providerId="LiveId" clId="{DD31E282-B62B-4911-91B6-43B1B98908F9}" dt="2026-02-05T13:31:29.002" v="3589" actId="1076"/>
          <ac:spMkLst>
            <pc:docMk/>
            <pc:sldMk cId="2786749585" sldId="263"/>
            <ac:spMk id="16" creationId="{FD1A6F0E-72DC-B51D-0E39-59E6A918151A}"/>
          </ac:spMkLst>
        </pc:spChg>
        <pc:spChg chg="mod">
          <ac:chgData name="Ueda Isamu" userId="35289799e0376f2e" providerId="LiveId" clId="{DD31E282-B62B-4911-91B6-43B1B98908F9}" dt="2026-02-05T13:28:51.579" v="3514" actId="1076"/>
          <ac:spMkLst>
            <pc:docMk/>
            <pc:sldMk cId="2786749585" sldId="263"/>
            <ac:spMk id="18" creationId="{BF95418F-D2EB-761E-00E5-6CBA3BEC62E3}"/>
          </ac:spMkLst>
        </pc:spChg>
        <pc:spChg chg="add mod">
          <ac:chgData name="Ueda Isamu" userId="35289799e0376f2e" providerId="LiveId" clId="{DD31E282-B62B-4911-91B6-43B1B98908F9}" dt="2026-02-05T13:31:25.150" v="3588" actId="14100"/>
          <ac:spMkLst>
            <pc:docMk/>
            <pc:sldMk cId="2786749585" sldId="263"/>
            <ac:spMk id="21" creationId="{16E4BC79-B27D-6723-8DF5-B2EDBB8C8EA5}"/>
          </ac:spMkLst>
        </pc:spChg>
        <pc:spChg chg="add mod">
          <ac:chgData name="Ueda Isamu" userId="35289799e0376f2e" providerId="LiveId" clId="{DD31E282-B62B-4911-91B6-43B1B98908F9}" dt="2026-02-05T13:31:19.857" v="3587" actId="1076"/>
          <ac:spMkLst>
            <pc:docMk/>
            <pc:sldMk cId="2786749585" sldId="263"/>
            <ac:spMk id="23" creationId="{7E6CD163-389A-616F-2949-1E0FBDA2BD99}"/>
          </ac:spMkLst>
        </pc:spChg>
        <pc:spChg chg="add mod">
          <ac:chgData name="Ueda Isamu" userId="35289799e0376f2e" providerId="LiveId" clId="{DD31E282-B62B-4911-91B6-43B1B98908F9}" dt="2026-02-05T13:33:19.518" v="3638" actId="115"/>
          <ac:spMkLst>
            <pc:docMk/>
            <pc:sldMk cId="2786749585" sldId="263"/>
            <ac:spMk id="24" creationId="{AC04AFB5-B054-4291-C3B4-4DBF41CE3F94}"/>
          </ac:spMkLst>
        </pc:spChg>
        <pc:spChg chg="mod">
          <ac:chgData name="Ueda Isamu" userId="35289799e0376f2e" providerId="LiveId" clId="{DD31E282-B62B-4911-91B6-43B1B98908F9}" dt="2026-02-05T13:27:38.253" v="3494" actId="1076"/>
          <ac:spMkLst>
            <pc:docMk/>
            <pc:sldMk cId="2786749585" sldId="263"/>
            <ac:spMk id="25" creationId="{8EA21978-0B11-9816-531C-70429F487EDF}"/>
          </ac:spMkLst>
        </pc:spChg>
        <pc:spChg chg="add del mod">
          <ac:chgData name="Ueda Isamu" userId="35289799e0376f2e" providerId="LiveId" clId="{DD31E282-B62B-4911-91B6-43B1B98908F9}" dt="2026-02-05T13:39:30.355" v="3658" actId="1076"/>
          <ac:spMkLst>
            <pc:docMk/>
            <pc:sldMk cId="2786749585" sldId="263"/>
            <ac:spMk id="26" creationId="{1397C36A-93B1-DF72-5287-B2B9EE7241B9}"/>
          </ac:spMkLst>
        </pc:spChg>
        <pc:picChg chg="add mod">
          <ac:chgData name="Ueda Isamu" userId="35289799e0376f2e" providerId="LiveId" clId="{DD31E282-B62B-4911-91B6-43B1B98908F9}" dt="2026-02-05T13:27:37.005" v="3493" actId="1076"/>
          <ac:picMkLst>
            <pc:docMk/>
            <pc:sldMk cId="2786749585" sldId="263"/>
            <ac:picMk id="4" creationId="{1FF4DCCF-95CD-5206-3088-794744CBBFA2}"/>
          </ac:picMkLst>
        </pc:picChg>
        <pc:picChg chg="add mod">
          <ac:chgData name="Ueda Isamu" userId="35289799e0376f2e" providerId="LiveId" clId="{DD31E282-B62B-4911-91B6-43B1B98908F9}" dt="2026-02-05T13:30:39.008" v="3569" actId="1076"/>
          <ac:picMkLst>
            <pc:docMk/>
            <pc:sldMk cId="2786749585" sldId="263"/>
            <ac:picMk id="6" creationId="{83914E02-FC9F-5203-3DFE-D61724030DCD}"/>
          </ac:picMkLst>
        </pc:picChg>
        <pc:picChg chg="add mod">
          <ac:chgData name="Ueda Isamu" userId="35289799e0376f2e" providerId="LiveId" clId="{DD31E282-B62B-4911-91B6-43B1B98908F9}" dt="2026-02-05T13:27:35.423" v="3492" actId="1076"/>
          <ac:picMkLst>
            <pc:docMk/>
            <pc:sldMk cId="2786749585" sldId="263"/>
            <ac:picMk id="13" creationId="{52FB5B48-BFE8-29DF-2013-2793602C9CD0}"/>
          </ac:picMkLst>
        </pc:picChg>
        <pc:picChg chg="add mod">
          <ac:chgData name="Ueda Isamu" userId="35289799e0376f2e" providerId="LiveId" clId="{DD31E282-B62B-4911-91B6-43B1B98908F9}" dt="2026-02-05T13:27:55.809" v="3500" actId="1076"/>
          <ac:picMkLst>
            <pc:docMk/>
            <pc:sldMk cId="2786749585" sldId="263"/>
            <ac:picMk id="17" creationId="{A60C69B9-538A-2655-A7ED-645CC621A682}"/>
          </ac:picMkLst>
        </pc:picChg>
        <pc:picChg chg="add mod">
          <ac:chgData name="Ueda Isamu" userId="35289799e0376f2e" providerId="LiveId" clId="{DD31E282-B62B-4911-91B6-43B1B98908F9}" dt="2026-02-05T13:30:44.678" v="3572" actId="1076"/>
          <ac:picMkLst>
            <pc:docMk/>
            <pc:sldMk cId="2786749585" sldId="263"/>
            <ac:picMk id="20" creationId="{A9D69E26-2566-86AC-7250-C8483C9DDAC3}"/>
          </ac:picMkLst>
        </pc:picChg>
        <pc:picChg chg="add del mod ord">
          <ac:chgData name="Ueda Isamu" userId="35289799e0376f2e" providerId="LiveId" clId="{DD31E282-B62B-4911-91B6-43B1B98908F9}" dt="2026-02-05T13:39:29.436" v="3657" actId="1076"/>
          <ac:picMkLst>
            <pc:docMk/>
            <pc:sldMk cId="2786749585" sldId="263"/>
            <ac:picMk id="27" creationId="{D3A5BEB5-61EE-E60C-EDFF-6AC3C16F4393}"/>
          </ac:picMkLst>
        </pc:picChg>
        <pc:picChg chg="mod ord">
          <ac:chgData name="Ueda Isamu" userId="35289799e0376f2e" providerId="LiveId" clId="{DD31E282-B62B-4911-91B6-43B1B98908F9}" dt="2026-02-05T13:27:41.708" v="3496" actId="1076"/>
          <ac:picMkLst>
            <pc:docMk/>
            <pc:sldMk cId="2786749585" sldId="263"/>
            <ac:picMk id="52" creationId="{0836A91E-7307-2BED-A0B9-DBA62D09ADC3}"/>
          </ac:picMkLst>
        </pc:picChg>
      </pc:sldChg>
      <pc:sldChg chg="addSp delSp modSp add mod">
        <pc:chgData name="Ueda Isamu" userId="35289799e0376f2e" providerId="LiveId" clId="{DD31E282-B62B-4911-91B6-43B1B98908F9}" dt="2026-02-08T09:50:15.558" v="4718" actId="1076"/>
        <pc:sldMkLst>
          <pc:docMk/>
          <pc:sldMk cId="3619075328" sldId="264"/>
        </pc:sldMkLst>
        <pc:spChg chg="add mod">
          <ac:chgData name="Ueda Isamu" userId="35289799e0376f2e" providerId="LiveId" clId="{DD31E282-B62B-4911-91B6-43B1B98908F9}" dt="2026-02-08T09:49:12.075" v="4711" actId="1076"/>
          <ac:spMkLst>
            <pc:docMk/>
            <pc:sldMk cId="3619075328" sldId="264"/>
            <ac:spMk id="8" creationId="{32F13F99-10FF-7DE4-5650-2E0FBE990B48}"/>
          </ac:spMkLst>
        </pc:spChg>
        <pc:spChg chg="mod">
          <ac:chgData name="Ueda Isamu" userId="35289799e0376f2e" providerId="LiveId" clId="{DD31E282-B62B-4911-91B6-43B1B98908F9}" dt="2026-02-08T09:06:30.787" v="4546" actId="404"/>
          <ac:spMkLst>
            <pc:docMk/>
            <pc:sldMk cId="3619075328" sldId="264"/>
            <ac:spMk id="11" creationId="{FCE7C2D9-7C7D-DB3C-EF00-0850C1347A81}"/>
          </ac:spMkLst>
        </pc:spChg>
        <pc:spChg chg="add mod">
          <ac:chgData name="Ueda Isamu" userId="35289799e0376f2e" providerId="LiveId" clId="{DD31E282-B62B-4911-91B6-43B1B98908F9}" dt="2026-02-08T09:08:43.297" v="4647" actId="1076"/>
          <ac:spMkLst>
            <pc:docMk/>
            <pc:sldMk cId="3619075328" sldId="264"/>
            <ac:spMk id="17" creationId="{75B79FCF-29B0-0156-5BF6-6CF4F1ED2D6C}"/>
          </ac:spMkLst>
        </pc:spChg>
        <pc:spChg chg="add mod">
          <ac:chgData name="Ueda Isamu" userId="35289799e0376f2e" providerId="LiveId" clId="{DD31E282-B62B-4911-91B6-43B1B98908F9}" dt="2026-02-08T09:08:47.780" v="4649" actId="1076"/>
          <ac:spMkLst>
            <pc:docMk/>
            <pc:sldMk cId="3619075328" sldId="264"/>
            <ac:spMk id="20" creationId="{A4023B13-2CBE-76CD-1C58-E43DB8CCFD1D}"/>
          </ac:spMkLst>
        </pc:spChg>
        <pc:spChg chg="add mod">
          <ac:chgData name="Ueda Isamu" userId="35289799e0376f2e" providerId="LiveId" clId="{DD31E282-B62B-4911-91B6-43B1B98908F9}" dt="2026-02-08T09:46:44.436" v="4653" actId="692"/>
          <ac:spMkLst>
            <pc:docMk/>
            <pc:sldMk cId="3619075328" sldId="264"/>
            <ac:spMk id="25" creationId="{EB4C271C-A495-7744-007C-B59D6429195B}"/>
          </ac:spMkLst>
        </pc:spChg>
        <pc:spChg chg="add mod">
          <ac:chgData name="Ueda Isamu" userId="35289799e0376f2e" providerId="LiveId" clId="{DD31E282-B62B-4911-91B6-43B1B98908F9}" dt="2026-02-08T09:46:44.436" v="4653" actId="692"/>
          <ac:spMkLst>
            <pc:docMk/>
            <pc:sldMk cId="3619075328" sldId="264"/>
            <ac:spMk id="26" creationId="{0698C8DE-4262-EFD8-A375-1577DE5932A3}"/>
          </ac:spMkLst>
        </pc:spChg>
        <pc:picChg chg="add mod">
          <ac:chgData name="Ueda Isamu" userId="35289799e0376f2e" providerId="LiveId" clId="{DD31E282-B62B-4911-91B6-43B1B98908F9}" dt="2026-02-08T09:50:15.558" v="4718" actId="1076"/>
          <ac:picMkLst>
            <pc:docMk/>
            <pc:sldMk cId="3619075328" sldId="264"/>
            <ac:picMk id="7" creationId="{CA15433E-28F3-85E1-E3D2-954D9345C248}"/>
          </ac:picMkLst>
        </pc:picChg>
        <pc:picChg chg="add mod ord">
          <ac:chgData name="Ueda Isamu" userId="35289799e0376f2e" providerId="LiveId" clId="{DD31E282-B62B-4911-91B6-43B1B98908F9}" dt="2026-02-08T09:07:43.716" v="4592" actId="1076"/>
          <ac:picMkLst>
            <pc:docMk/>
            <pc:sldMk cId="3619075328" sldId="264"/>
            <ac:picMk id="13" creationId="{C27299AA-CEF5-62BE-79BF-2802DEE07D8D}"/>
          </ac:picMkLst>
        </pc:picChg>
        <pc:picChg chg="add mod">
          <ac:chgData name="Ueda Isamu" userId="35289799e0376f2e" providerId="LiveId" clId="{DD31E282-B62B-4911-91B6-43B1B98908F9}" dt="2026-02-08T09:47:17.167" v="4663" actId="1076"/>
          <ac:picMkLst>
            <pc:docMk/>
            <pc:sldMk cId="3619075328" sldId="264"/>
            <ac:picMk id="29" creationId="{BCC512C6-45CD-97BC-42C5-338725006AC9}"/>
          </ac:picMkLst>
        </pc:picChg>
        <pc:cxnChg chg="add mod">
          <ac:chgData name="Ueda Isamu" userId="35289799e0376f2e" providerId="LiveId" clId="{DD31E282-B62B-4911-91B6-43B1B98908F9}" dt="2026-02-08T09:49:16.468" v="4713" actId="1076"/>
          <ac:cxnSpMkLst>
            <pc:docMk/>
            <pc:sldMk cId="3619075328" sldId="264"/>
            <ac:cxnSpMk id="14" creationId="{50A90206-507F-E992-012C-B560C7BEF05A}"/>
          </ac:cxnSpMkLst>
        </pc:cxnChg>
        <pc:cxnChg chg="add mod">
          <ac:chgData name="Ueda Isamu" userId="35289799e0376f2e" providerId="LiveId" clId="{DD31E282-B62B-4911-91B6-43B1B98908F9}" dt="2026-02-08T09:49:13.897" v="4712" actId="1076"/>
          <ac:cxnSpMkLst>
            <pc:docMk/>
            <pc:sldMk cId="3619075328" sldId="264"/>
            <ac:cxnSpMk id="15" creationId="{49B9A4B1-7969-2F3A-E09F-7C3D2B351CEC}"/>
          </ac:cxnSpMkLst>
        </pc:cxnChg>
      </pc:sldChg>
      <pc:sldChg chg="add">
        <pc:chgData name="Ueda Isamu" userId="35289799e0376f2e" providerId="LiveId" clId="{DD31E282-B62B-4911-91B6-43B1B98908F9}" dt="2026-02-08T09:05:32.596" v="4515"/>
        <pc:sldMkLst>
          <pc:docMk/>
          <pc:sldMk cId="2617290352" sldId="265"/>
        </pc:sldMkLst>
      </pc:sldChg>
      <pc:sldChg chg="new ord">
        <pc:chgData name="Ueda Isamu" userId="35289799e0376f2e" providerId="LiveId" clId="{DD31E282-B62B-4911-91B6-43B1B98908F9}" dt="2026-02-08T11:51:28.759" v="4721"/>
        <pc:sldMkLst>
          <pc:docMk/>
          <pc:sldMk cId="2067084102" sldId="266"/>
        </pc:sldMkLst>
      </pc:sldChg>
      <pc:sldChg chg="addSp delSp modSp add mod">
        <pc:chgData name="Ueda Isamu" userId="35289799e0376f2e" providerId="LiveId" clId="{DD31E282-B62B-4911-91B6-43B1B98908F9}" dt="2026-02-08T12:51:18.431" v="5470" actId="171"/>
        <pc:sldMkLst>
          <pc:docMk/>
          <pc:sldMk cId="1565037439" sldId="267"/>
        </pc:sldMkLst>
        <pc:spChg chg="mod">
          <ac:chgData name="Ueda Isamu" userId="35289799e0376f2e" providerId="LiveId" clId="{DD31E282-B62B-4911-91B6-43B1B98908F9}" dt="2026-02-08T12:49:30.251" v="5410" actId="1076"/>
          <ac:spMkLst>
            <pc:docMk/>
            <pc:sldMk cId="1565037439" sldId="267"/>
            <ac:spMk id="8" creationId="{58677BB6-20CD-F9FB-FCEC-90930E658DEC}"/>
          </ac:spMkLst>
        </pc:spChg>
        <pc:spChg chg="mod">
          <ac:chgData name="Ueda Isamu" userId="35289799e0376f2e" providerId="LiveId" clId="{DD31E282-B62B-4911-91B6-43B1B98908F9}" dt="2026-02-08T12:34:54.587" v="5029" actId="20577"/>
          <ac:spMkLst>
            <pc:docMk/>
            <pc:sldMk cId="1565037439" sldId="267"/>
            <ac:spMk id="11" creationId="{0B9CBEA2-6C3B-884C-8504-FE45C0D85DD0}"/>
          </ac:spMkLst>
        </pc:spChg>
        <pc:spChg chg="add mod">
          <ac:chgData name="Ueda Isamu" userId="35289799e0376f2e" providerId="LiveId" clId="{DD31E282-B62B-4911-91B6-43B1B98908F9}" dt="2026-02-08T12:33:23.111" v="4898" actId="1076"/>
          <ac:spMkLst>
            <pc:docMk/>
            <pc:sldMk cId="1565037439" sldId="267"/>
            <ac:spMk id="16" creationId="{BF9FF9B0-A4F2-1060-9E03-10DAACA70746}"/>
          </ac:spMkLst>
        </pc:spChg>
        <pc:spChg chg="mod">
          <ac:chgData name="Ueda Isamu" userId="35289799e0376f2e" providerId="LiveId" clId="{DD31E282-B62B-4911-91B6-43B1B98908F9}" dt="2026-02-08T12:50:42.635" v="5445" actId="1076"/>
          <ac:spMkLst>
            <pc:docMk/>
            <pc:sldMk cId="1565037439" sldId="267"/>
            <ac:spMk id="31" creationId="{5BD4697D-102B-A03A-80A6-48240ADC4AE0}"/>
          </ac:spMkLst>
        </pc:spChg>
        <pc:spChg chg="add mod">
          <ac:chgData name="Ueda Isamu" userId="35289799e0376f2e" providerId="LiveId" clId="{DD31E282-B62B-4911-91B6-43B1B98908F9}" dt="2026-02-08T12:32:24.274" v="4880" actId="1076"/>
          <ac:spMkLst>
            <pc:docMk/>
            <pc:sldMk cId="1565037439" sldId="267"/>
            <ac:spMk id="38" creationId="{AD4D57BA-921A-310E-2311-8C597AA86993}"/>
          </ac:spMkLst>
        </pc:spChg>
        <pc:spChg chg="add mod">
          <ac:chgData name="Ueda Isamu" userId="35289799e0376f2e" providerId="LiveId" clId="{DD31E282-B62B-4911-91B6-43B1B98908F9}" dt="2026-02-08T12:32:31.945" v="4883" actId="14100"/>
          <ac:spMkLst>
            <pc:docMk/>
            <pc:sldMk cId="1565037439" sldId="267"/>
            <ac:spMk id="39" creationId="{AB8B57D5-5A1E-BA3F-5D7F-A56860284248}"/>
          </ac:spMkLst>
        </pc:spChg>
        <pc:spChg chg="add mod">
          <ac:chgData name="Ueda Isamu" userId="35289799e0376f2e" providerId="LiveId" clId="{DD31E282-B62B-4911-91B6-43B1B98908F9}" dt="2026-02-08T12:32:04.061" v="4875" actId="1076"/>
          <ac:spMkLst>
            <pc:docMk/>
            <pc:sldMk cId="1565037439" sldId="267"/>
            <ac:spMk id="40" creationId="{D493238D-4118-6221-8C06-44581A4D8635}"/>
          </ac:spMkLst>
        </pc:spChg>
        <pc:spChg chg="add mod">
          <ac:chgData name="Ueda Isamu" userId="35289799e0376f2e" providerId="LiveId" clId="{DD31E282-B62B-4911-91B6-43B1B98908F9}" dt="2026-02-08T12:34:22.158" v="4979" actId="2085"/>
          <ac:spMkLst>
            <pc:docMk/>
            <pc:sldMk cId="1565037439" sldId="267"/>
            <ac:spMk id="48" creationId="{17BCD779-C028-8D33-A5A2-CDA3B1025414}"/>
          </ac:spMkLst>
        </pc:spChg>
        <pc:spChg chg="add mod">
          <ac:chgData name="Ueda Isamu" userId="35289799e0376f2e" providerId="LiveId" clId="{DD31E282-B62B-4911-91B6-43B1B98908F9}" dt="2026-02-08T12:36:57.281" v="5205" actId="1076"/>
          <ac:spMkLst>
            <pc:docMk/>
            <pc:sldMk cId="1565037439" sldId="267"/>
            <ac:spMk id="49" creationId="{91D7010C-D553-EC38-5E2E-774A9F2BBE27}"/>
          </ac:spMkLst>
        </pc:spChg>
        <pc:spChg chg="add mod ord">
          <ac:chgData name="Ueda Isamu" userId="35289799e0376f2e" providerId="LiveId" clId="{DD31E282-B62B-4911-91B6-43B1B98908F9}" dt="2026-02-08T12:45:57.755" v="5348" actId="14838"/>
          <ac:spMkLst>
            <pc:docMk/>
            <pc:sldMk cId="1565037439" sldId="267"/>
            <ac:spMk id="51" creationId="{87FF4EA9-2C5F-B6EA-B20B-3E86FA7F662D}"/>
          </ac:spMkLst>
        </pc:spChg>
        <pc:spChg chg="add mod ord">
          <ac:chgData name="Ueda Isamu" userId="35289799e0376f2e" providerId="LiveId" clId="{DD31E282-B62B-4911-91B6-43B1B98908F9}" dt="2026-02-08T12:45:57.755" v="5348" actId="14838"/>
          <ac:spMkLst>
            <pc:docMk/>
            <pc:sldMk cId="1565037439" sldId="267"/>
            <ac:spMk id="53" creationId="{3797DCAF-960C-CD52-FA86-4BB978E01268}"/>
          </ac:spMkLst>
        </pc:spChg>
        <pc:spChg chg="add mod ord">
          <ac:chgData name="Ueda Isamu" userId="35289799e0376f2e" providerId="LiveId" clId="{DD31E282-B62B-4911-91B6-43B1B98908F9}" dt="2026-02-08T12:44:50.759" v="5339" actId="166"/>
          <ac:spMkLst>
            <pc:docMk/>
            <pc:sldMk cId="1565037439" sldId="267"/>
            <ac:spMk id="55" creationId="{78691202-3DEB-8CC0-78D7-7A62650E9477}"/>
          </ac:spMkLst>
        </pc:spChg>
        <pc:spChg chg="add mod ord">
          <ac:chgData name="Ueda Isamu" userId="35289799e0376f2e" providerId="LiveId" clId="{DD31E282-B62B-4911-91B6-43B1B98908F9}" dt="2026-02-08T12:45:01.217" v="5341" actId="1076"/>
          <ac:spMkLst>
            <pc:docMk/>
            <pc:sldMk cId="1565037439" sldId="267"/>
            <ac:spMk id="57" creationId="{409E1075-D59F-1B29-6ECC-A26567FFD044}"/>
          </ac:spMkLst>
        </pc:spChg>
        <pc:spChg chg="add mod">
          <ac:chgData name="Ueda Isamu" userId="35289799e0376f2e" providerId="LiveId" clId="{DD31E282-B62B-4911-91B6-43B1B98908F9}" dt="2026-02-08T12:44:23.817" v="5332" actId="1076"/>
          <ac:spMkLst>
            <pc:docMk/>
            <pc:sldMk cId="1565037439" sldId="267"/>
            <ac:spMk id="58" creationId="{41737CB2-7F3D-511E-8FBF-C9A6A6AADD85}"/>
          </ac:spMkLst>
        </pc:spChg>
        <pc:spChg chg="add mod">
          <ac:chgData name="Ueda Isamu" userId="35289799e0376f2e" providerId="LiveId" clId="{DD31E282-B62B-4911-91B6-43B1B98908F9}" dt="2026-02-08T12:44:55.211" v="5340" actId="1076"/>
          <ac:spMkLst>
            <pc:docMk/>
            <pc:sldMk cId="1565037439" sldId="267"/>
            <ac:spMk id="59" creationId="{F70660D3-AB1F-7E25-C7CE-A523F9AE1CF8}"/>
          </ac:spMkLst>
        </pc:spChg>
        <pc:picChg chg="add mod ord">
          <ac:chgData name="Ueda Isamu" userId="35289799e0376f2e" providerId="LiveId" clId="{DD31E282-B62B-4911-91B6-43B1B98908F9}" dt="2026-02-08T12:37:57.375" v="5228" actId="692"/>
          <ac:picMkLst>
            <pc:docMk/>
            <pc:sldMk cId="1565037439" sldId="267"/>
            <ac:picMk id="26" creationId="{97043027-948D-7009-9E08-9FA3A6FA2F6A}"/>
          </ac:picMkLst>
        </pc:picChg>
        <pc:picChg chg="add mod ord modCrop">
          <ac:chgData name="Ueda Isamu" userId="35289799e0376f2e" providerId="LiveId" clId="{DD31E282-B62B-4911-91B6-43B1B98908F9}" dt="2026-02-08T12:37:38.778" v="5223" actId="207"/>
          <ac:picMkLst>
            <pc:docMk/>
            <pc:sldMk cId="1565037439" sldId="267"/>
            <ac:picMk id="29" creationId="{6A5F4AEE-3212-B776-A596-16B5017FF288}"/>
          </ac:picMkLst>
        </pc:picChg>
        <pc:picChg chg="add mod ord modCrop">
          <ac:chgData name="Ueda Isamu" userId="35289799e0376f2e" providerId="LiveId" clId="{DD31E282-B62B-4911-91B6-43B1B98908F9}" dt="2026-02-08T12:38:06.742" v="5230" actId="1076"/>
          <ac:picMkLst>
            <pc:docMk/>
            <pc:sldMk cId="1565037439" sldId="267"/>
            <ac:picMk id="35" creationId="{6C4BAFEB-1C55-6108-D92D-A336E5D55BD7}"/>
          </ac:picMkLst>
        </pc:picChg>
        <pc:picChg chg="mod">
          <ac:chgData name="Ueda Isamu" userId="35289799e0376f2e" providerId="LiveId" clId="{DD31E282-B62B-4911-91B6-43B1B98908F9}" dt="2026-02-08T12:49:36.131" v="5411" actId="14100"/>
          <ac:picMkLst>
            <pc:docMk/>
            <pc:sldMk cId="1565037439" sldId="267"/>
            <ac:picMk id="52" creationId="{76AB58A8-6F0A-FF91-73B5-EE9A274FA049}"/>
          </ac:picMkLst>
        </pc:picChg>
        <pc:picChg chg="add mod ord">
          <ac:chgData name="Ueda Isamu" userId="35289799e0376f2e" providerId="LiveId" clId="{DD31E282-B62B-4911-91B6-43B1B98908F9}" dt="2026-02-08T12:51:18.431" v="5470" actId="171"/>
          <ac:picMkLst>
            <pc:docMk/>
            <pc:sldMk cId="1565037439" sldId="267"/>
            <ac:picMk id="61" creationId="{21D07A29-3C61-4C0F-3BC7-34E969581CEC}"/>
          </ac:picMkLst>
        </pc:picChg>
        <pc:cxnChg chg="add mod">
          <ac:chgData name="Ueda Isamu" userId="35289799e0376f2e" providerId="LiveId" clId="{DD31E282-B62B-4911-91B6-43B1B98908F9}" dt="2026-02-08T12:33:06.342" v="4894" actId="14100"/>
          <ac:cxnSpMkLst>
            <pc:docMk/>
            <pc:sldMk cId="1565037439" sldId="267"/>
            <ac:cxnSpMk id="42" creationId="{CE6EA645-005E-DD2A-C218-4014B3B3C658}"/>
          </ac:cxnSpMkLst>
        </pc:cxnChg>
        <pc:cxnChg chg="add del mod">
          <ac:chgData name="Ueda Isamu" userId="35289799e0376f2e" providerId="LiveId" clId="{DD31E282-B62B-4911-91B6-43B1B98908F9}" dt="2026-02-08T12:37:51.471" v="5227" actId="14100"/>
          <ac:cxnSpMkLst>
            <pc:docMk/>
            <pc:sldMk cId="1565037439" sldId="267"/>
            <ac:cxnSpMk id="45" creationId="{604944DC-F806-D491-5DB8-39F64967B3EC}"/>
          </ac:cxnSpMkLst>
        </pc:cxnChg>
      </pc:sldChg>
      <pc:sldChg chg="addSp delSp modSp add mod">
        <pc:chgData name="Ueda Isamu" userId="35289799e0376f2e" providerId="LiveId" clId="{DD31E282-B62B-4911-91B6-43B1B98908F9}" dt="2026-02-09T13:00:15.374" v="5820" actId="1076"/>
        <pc:sldMkLst>
          <pc:docMk/>
          <pc:sldMk cId="1659506475" sldId="268"/>
        </pc:sldMkLst>
        <pc:spChg chg="add mod">
          <ac:chgData name="Ueda Isamu" userId="35289799e0376f2e" providerId="LiveId" clId="{DD31E282-B62B-4911-91B6-43B1B98908F9}" dt="2026-02-09T12:57:48.515" v="5787" actId="1076"/>
          <ac:spMkLst>
            <pc:docMk/>
            <pc:sldMk cId="1659506475" sldId="268"/>
            <ac:spMk id="2" creationId="{D8DE14E1-67D3-36D7-BA7F-CEEEB233DE73}"/>
          </ac:spMkLst>
        </pc:spChg>
        <pc:spChg chg="mod">
          <ac:chgData name="Ueda Isamu" userId="35289799e0376f2e" providerId="LiveId" clId="{DD31E282-B62B-4911-91B6-43B1B98908F9}" dt="2026-02-09T12:44:14.672" v="5521" actId="115"/>
          <ac:spMkLst>
            <pc:docMk/>
            <pc:sldMk cId="1659506475" sldId="268"/>
            <ac:spMk id="11" creationId="{5F99C237-752E-DAEE-1293-271F38B211B9}"/>
          </ac:spMkLst>
        </pc:spChg>
        <pc:spChg chg="mod">
          <ac:chgData name="Ueda Isamu" userId="35289799e0376f2e" providerId="LiveId" clId="{DD31E282-B62B-4911-91B6-43B1B98908F9}" dt="2026-02-09T12:55:39.256" v="5730" actId="1076"/>
          <ac:spMkLst>
            <pc:docMk/>
            <pc:sldMk cId="1659506475" sldId="268"/>
            <ac:spMk id="12" creationId="{001052C1-7B97-1025-D03E-B7E78800F07F}"/>
          </ac:spMkLst>
        </pc:spChg>
        <pc:spChg chg="mod">
          <ac:chgData name="Ueda Isamu" userId="35289799e0376f2e" providerId="LiveId" clId="{DD31E282-B62B-4911-91B6-43B1B98908F9}" dt="2026-02-09T12:50:30.166" v="5643" actId="1076"/>
          <ac:spMkLst>
            <pc:docMk/>
            <pc:sldMk cId="1659506475" sldId="268"/>
            <ac:spMk id="17" creationId="{BC91E33D-3EEB-0EF7-4D45-C551811CAB98}"/>
          </ac:spMkLst>
        </pc:spChg>
        <pc:spChg chg="add mod">
          <ac:chgData name="Ueda Isamu" userId="35289799e0376f2e" providerId="LiveId" clId="{DD31E282-B62B-4911-91B6-43B1B98908F9}" dt="2026-02-09T12:59:39.914" v="5813" actId="1076"/>
          <ac:spMkLst>
            <pc:docMk/>
            <pc:sldMk cId="1659506475" sldId="268"/>
            <ac:spMk id="22" creationId="{50F9F89A-6FD3-CFD0-5DDB-9220C441A3B4}"/>
          </ac:spMkLst>
        </pc:spChg>
        <pc:spChg chg="mod">
          <ac:chgData name="Ueda Isamu" userId="35289799e0376f2e" providerId="LiveId" clId="{DD31E282-B62B-4911-91B6-43B1B98908F9}" dt="2026-02-09T12:59:28.708" v="5811" actId="1076"/>
          <ac:spMkLst>
            <pc:docMk/>
            <pc:sldMk cId="1659506475" sldId="268"/>
            <ac:spMk id="26" creationId="{10ACE78E-EAEE-8FDB-BAA1-B51C3ABBC533}"/>
          </ac:spMkLst>
        </pc:spChg>
        <pc:spChg chg="add mod ord">
          <ac:chgData name="Ueda Isamu" userId="35289799e0376f2e" providerId="LiveId" clId="{DD31E282-B62B-4911-91B6-43B1B98908F9}" dt="2026-02-09T12:54:31.597" v="5715" actId="1076"/>
          <ac:spMkLst>
            <pc:docMk/>
            <pc:sldMk cId="1659506475" sldId="268"/>
            <ac:spMk id="28" creationId="{22A46BB2-2E52-0EE2-794D-1BF32A2D1D23}"/>
          </ac:spMkLst>
        </pc:spChg>
        <pc:spChg chg="add mod">
          <ac:chgData name="Ueda Isamu" userId="35289799e0376f2e" providerId="LiveId" clId="{DD31E282-B62B-4911-91B6-43B1B98908F9}" dt="2026-02-09T12:54:33.937" v="5716" actId="571"/>
          <ac:spMkLst>
            <pc:docMk/>
            <pc:sldMk cId="1659506475" sldId="268"/>
            <ac:spMk id="38" creationId="{DB026BC3-3273-DEAE-1E65-1F2C78029F73}"/>
          </ac:spMkLst>
        </pc:spChg>
        <pc:spChg chg="add mod">
          <ac:chgData name="Ueda Isamu" userId="35289799e0376f2e" providerId="LiveId" clId="{DD31E282-B62B-4911-91B6-43B1B98908F9}" dt="2026-02-09T12:54:35.437" v="5717" actId="571"/>
          <ac:spMkLst>
            <pc:docMk/>
            <pc:sldMk cId="1659506475" sldId="268"/>
            <ac:spMk id="39" creationId="{DC5F39ED-848C-6A8E-A97F-F945D621A94A}"/>
          </ac:spMkLst>
        </pc:spChg>
        <pc:spChg chg="add mod">
          <ac:chgData name="Ueda Isamu" userId="35289799e0376f2e" providerId="LiveId" clId="{DD31E282-B62B-4911-91B6-43B1B98908F9}" dt="2026-02-09T12:59:55.182" v="5817" actId="1076"/>
          <ac:spMkLst>
            <pc:docMk/>
            <pc:sldMk cId="1659506475" sldId="268"/>
            <ac:spMk id="40" creationId="{10B3B4CB-4906-58B2-3935-16F4CC318E19}"/>
          </ac:spMkLst>
        </pc:spChg>
        <pc:spChg chg="add mod">
          <ac:chgData name="Ueda Isamu" userId="35289799e0376f2e" providerId="LiveId" clId="{DD31E282-B62B-4911-91B6-43B1B98908F9}" dt="2026-02-09T12:59:26.997" v="5810" actId="1076"/>
          <ac:spMkLst>
            <pc:docMk/>
            <pc:sldMk cId="1659506475" sldId="268"/>
            <ac:spMk id="41" creationId="{15781907-B4BC-CA4C-5EEB-557DB0554F9C}"/>
          </ac:spMkLst>
        </pc:spChg>
        <pc:spChg chg="add mod">
          <ac:chgData name="Ueda Isamu" userId="35289799e0376f2e" providerId="LiveId" clId="{DD31E282-B62B-4911-91B6-43B1B98908F9}" dt="2026-02-09T12:59:59.488" v="5818" actId="1076"/>
          <ac:spMkLst>
            <pc:docMk/>
            <pc:sldMk cId="1659506475" sldId="268"/>
            <ac:spMk id="42" creationId="{AA220FB3-4556-5DC9-1663-B2D1EB37D53F}"/>
          </ac:spMkLst>
        </pc:spChg>
        <pc:spChg chg="add mod">
          <ac:chgData name="Ueda Isamu" userId="35289799e0376f2e" providerId="LiveId" clId="{DD31E282-B62B-4911-91B6-43B1B98908F9}" dt="2026-02-09T12:59:50.543" v="5815" actId="571"/>
          <ac:spMkLst>
            <pc:docMk/>
            <pc:sldMk cId="1659506475" sldId="268"/>
            <ac:spMk id="46" creationId="{1A2F7177-2099-B3A7-E4AF-9C1A167655B0}"/>
          </ac:spMkLst>
        </pc:spChg>
        <pc:spChg chg="add mod">
          <ac:chgData name="Ueda Isamu" userId="35289799e0376f2e" providerId="LiveId" clId="{DD31E282-B62B-4911-91B6-43B1B98908F9}" dt="2026-02-09T12:59:52.926" v="5816" actId="571"/>
          <ac:spMkLst>
            <pc:docMk/>
            <pc:sldMk cId="1659506475" sldId="268"/>
            <ac:spMk id="47" creationId="{CE1AE68B-259A-6271-D043-05C93D75B8A7}"/>
          </ac:spMkLst>
        </pc:spChg>
        <pc:picChg chg="add mod">
          <ac:chgData name="Ueda Isamu" userId="35289799e0376f2e" providerId="LiveId" clId="{DD31E282-B62B-4911-91B6-43B1B98908F9}" dt="2026-02-09T12:51:54.615" v="5682" actId="1076"/>
          <ac:picMkLst>
            <pc:docMk/>
            <pc:sldMk cId="1659506475" sldId="268"/>
            <ac:picMk id="4" creationId="{12878AF2-F504-4514-85E4-24160F24E39F}"/>
          </ac:picMkLst>
        </pc:picChg>
        <pc:picChg chg="add mod">
          <ac:chgData name="Ueda Isamu" userId="35289799e0376f2e" providerId="LiveId" clId="{DD31E282-B62B-4911-91B6-43B1B98908F9}" dt="2026-02-09T12:49:35.685" v="5627" actId="1076"/>
          <ac:picMkLst>
            <pc:docMk/>
            <pc:sldMk cId="1659506475" sldId="268"/>
            <ac:picMk id="23" creationId="{2B985365-2CAE-199B-CE56-B124AD4D0929}"/>
          </ac:picMkLst>
        </pc:picChg>
        <pc:picChg chg="add mod ord">
          <ac:chgData name="Ueda Isamu" userId="35289799e0376f2e" providerId="LiveId" clId="{DD31E282-B62B-4911-91B6-43B1B98908F9}" dt="2026-02-09T12:55:48.681" v="5734" actId="1076"/>
          <ac:picMkLst>
            <pc:docMk/>
            <pc:sldMk cId="1659506475" sldId="268"/>
            <ac:picMk id="27" creationId="{1C746FD0-8AA6-7E71-53C6-EC175ECE5785}"/>
          </ac:picMkLst>
        </pc:picChg>
        <pc:picChg chg="mod">
          <ac:chgData name="Ueda Isamu" userId="35289799e0376f2e" providerId="LiveId" clId="{DD31E282-B62B-4911-91B6-43B1B98908F9}" dt="2026-02-09T12:43:46.141" v="5513" actId="1076"/>
          <ac:picMkLst>
            <pc:docMk/>
            <pc:sldMk cId="1659506475" sldId="268"/>
            <ac:picMk id="29" creationId="{6745AE27-6AAF-7B1F-C6A2-CA0A94244778}"/>
          </ac:picMkLst>
        </pc:picChg>
        <pc:picChg chg="add mod modCrop">
          <ac:chgData name="Ueda Isamu" userId="35289799e0376f2e" providerId="LiveId" clId="{DD31E282-B62B-4911-91B6-43B1B98908F9}" dt="2026-02-09T12:59:30.713" v="5812" actId="1076"/>
          <ac:picMkLst>
            <pc:docMk/>
            <pc:sldMk cId="1659506475" sldId="268"/>
            <ac:picMk id="31" creationId="{04F6DD58-3501-E724-1980-1B442E21E0CA}"/>
          </ac:picMkLst>
        </pc:picChg>
        <pc:picChg chg="add mod">
          <ac:chgData name="Ueda Isamu" userId="35289799e0376f2e" providerId="LiveId" clId="{DD31E282-B62B-4911-91B6-43B1B98908F9}" dt="2026-02-09T12:53:53.391" v="5702" actId="1076"/>
          <ac:picMkLst>
            <pc:docMk/>
            <pc:sldMk cId="1659506475" sldId="268"/>
            <ac:picMk id="35" creationId="{A3382220-7294-CC96-B741-2867C47D3358}"/>
          </ac:picMkLst>
        </pc:picChg>
        <pc:picChg chg="add mod">
          <ac:chgData name="Ueda Isamu" userId="35289799e0376f2e" providerId="LiveId" clId="{DD31E282-B62B-4911-91B6-43B1B98908F9}" dt="2026-02-09T12:54:39.651" v="5719" actId="1076"/>
          <ac:picMkLst>
            <pc:docMk/>
            <pc:sldMk cId="1659506475" sldId="268"/>
            <ac:picMk id="37" creationId="{6DADE5EE-40D1-BD76-4C3D-420BF394E276}"/>
          </ac:picMkLst>
        </pc:picChg>
        <pc:picChg chg="add mod">
          <ac:chgData name="Ueda Isamu" userId="35289799e0376f2e" providerId="LiveId" clId="{DD31E282-B62B-4911-91B6-43B1B98908F9}" dt="2026-02-09T13:00:15.374" v="5820" actId="1076"/>
          <ac:picMkLst>
            <pc:docMk/>
            <pc:sldMk cId="1659506475" sldId="268"/>
            <ac:picMk id="48" creationId="{352C3D3A-C181-692F-0B37-05DFD32C4A9D}"/>
          </ac:picMkLst>
        </pc:picChg>
        <pc:cxnChg chg="add mod">
          <ac:chgData name="Ueda Isamu" userId="35289799e0376f2e" providerId="LiveId" clId="{DD31E282-B62B-4911-91B6-43B1B98908F9}" dt="2026-02-09T12:51:43.614" v="5672" actId="1036"/>
          <ac:cxnSpMkLst>
            <pc:docMk/>
            <pc:sldMk cId="1659506475" sldId="268"/>
            <ac:cxnSpMk id="6" creationId="{6C6753FB-1F64-1A02-5A44-611CB5EFE9E6}"/>
          </ac:cxnSpMkLst>
        </pc:cxnChg>
        <pc:cxnChg chg="add mod">
          <ac:chgData name="Ueda Isamu" userId="35289799e0376f2e" providerId="LiveId" clId="{DD31E282-B62B-4911-91B6-43B1B98908F9}" dt="2026-02-09T12:51:39.940" v="5666" actId="1036"/>
          <ac:cxnSpMkLst>
            <pc:docMk/>
            <pc:sldMk cId="1659506475" sldId="268"/>
            <ac:cxnSpMk id="10" creationId="{ECF4CF0D-4424-01CF-2D21-6EE16280E150}"/>
          </ac:cxnSpMkLst>
        </pc:cxnChg>
        <pc:cxnChg chg="add mod">
          <ac:chgData name="Ueda Isamu" userId="35289799e0376f2e" providerId="LiveId" clId="{DD31E282-B62B-4911-91B6-43B1B98908F9}" dt="2026-02-09T12:51:52.159" v="5678" actId="1036"/>
          <ac:cxnSpMkLst>
            <pc:docMk/>
            <pc:sldMk cId="1659506475" sldId="268"/>
            <ac:cxnSpMk id="18" creationId="{21331C35-C1AF-C9C6-F2C7-F6C137A39040}"/>
          </ac:cxnSpMkLst>
        </pc:cxnChg>
        <pc:cxnChg chg="add mod">
          <ac:chgData name="Ueda Isamu" userId="35289799e0376f2e" providerId="LiveId" clId="{DD31E282-B62B-4911-91B6-43B1B98908F9}" dt="2026-02-09T12:59:18.550" v="5808" actId="692"/>
          <ac:cxnSpMkLst>
            <pc:docMk/>
            <pc:sldMk cId="1659506475" sldId="268"/>
            <ac:cxnSpMk id="44" creationId="{8B6DCEFC-0CC7-3C80-DF3F-A00A50A4960F}"/>
          </ac:cxnSpMkLst>
        </pc:cxnChg>
        <pc:cxnChg chg="add mod">
          <ac:chgData name="Ueda Isamu" userId="35289799e0376f2e" providerId="LiveId" clId="{DD31E282-B62B-4911-91B6-43B1B98908F9}" dt="2026-02-09T12:59:25.514" v="5809" actId="571"/>
          <ac:cxnSpMkLst>
            <pc:docMk/>
            <pc:sldMk cId="1659506475" sldId="268"/>
            <ac:cxnSpMk id="45" creationId="{D5245A05-6AD9-6259-21B2-D33C99377366}"/>
          </ac:cxnSpMkLst>
        </pc:cxnChg>
      </pc:sldChg>
      <pc:sldChg chg="addSp delSp modSp add mod">
        <pc:chgData name="Ueda Isamu" userId="35289799e0376f2e" providerId="LiveId" clId="{DD31E282-B62B-4911-91B6-43B1B98908F9}" dt="2026-02-11T13:10:15.230" v="8313" actId="1036"/>
        <pc:sldMkLst>
          <pc:docMk/>
          <pc:sldMk cId="3586781660" sldId="269"/>
        </pc:sldMkLst>
        <pc:spChg chg="mod">
          <ac:chgData name="Ueda Isamu" userId="35289799e0376f2e" providerId="LiveId" clId="{DD31E282-B62B-4911-91B6-43B1B98908F9}" dt="2026-02-11T13:09:08.720" v="8300" actId="403"/>
          <ac:spMkLst>
            <pc:docMk/>
            <pc:sldMk cId="3586781660" sldId="269"/>
            <ac:spMk id="11" creationId="{CAE9A93D-93EA-675A-B203-993379697E99}"/>
          </ac:spMkLst>
        </pc:spChg>
        <pc:spChg chg="mod">
          <ac:chgData name="Ueda Isamu" userId="35289799e0376f2e" providerId="LiveId" clId="{DD31E282-B62B-4911-91B6-43B1B98908F9}" dt="2026-02-11T13:10:15.230" v="8313" actId="1036"/>
          <ac:spMkLst>
            <pc:docMk/>
            <pc:sldMk cId="3586781660" sldId="269"/>
            <ac:spMk id="12" creationId="{688351F9-DE88-FA80-B12D-9EBA06D5BD36}"/>
          </ac:spMkLst>
        </pc:spChg>
        <pc:spChg chg="add mod">
          <ac:chgData name="Ueda Isamu" userId="35289799e0376f2e" providerId="LiveId" clId="{DD31E282-B62B-4911-91B6-43B1B98908F9}" dt="2026-02-11T12:55:38.774" v="7933" actId="1076"/>
          <ac:spMkLst>
            <pc:docMk/>
            <pc:sldMk cId="3586781660" sldId="269"/>
            <ac:spMk id="18" creationId="{B584AE7D-2129-8321-F8DC-E46F14EC9A13}"/>
          </ac:spMkLst>
        </pc:spChg>
        <pc:spChg chg="add mod">
          <ac:chgData name="Ueda Isamu" userId="35289799e0376f2e" providerId="LiveId" clId="{DD31E282-B62B-4911-91B6-43B1B98908F9}" dt="2026-02-11T13:06:15.341" v="8208" actId="1076"/>
          <ac:spMkLst>
            <pc:docMk/>
            <pc:sldMk cId="3586781660" sldId="269"/>
            <ac:spMk id="19" creationId="{55EB8BCD-8476-CE80-CA4E-D0130DA8511D}"/>
          </ac:spMkLst>
        </pc:spChg>
        <pc:spChg chg="add mod ord">
          <ac:chgData name="Ueda Isamu" userId="35289799e0376f2e" providerId="LiveId" clId="{DD31E282-B62B-4911-91B6-43B1B98908F9}" dt="2026-02-11T12:55:55.015" v="7941" actId="166"/>
          <ac:spMkLst>
            <pc:docMk/>
            <pc:sldMk cId="3586781660" sldId="269"/>
            <ac:spMk id="23" creationId="{735E6B8B-043F-24F9-2E2D-43DC4D04B7F4}"/>
          </ac:spMkLst>
        </pc:spChg>
        <pc:spChg chg="add mod ord">
          <ac:chgData name="Ueda Isamu" userId="35289799e0376f2e" providerId="LiveId" clId="{DD31E282-B62B-4911-91B6-43B1B98908F9}" dt="2026-02-11T12:56:53.480" v="8001" actId="1076"/>
          <ac:spMkLst>
            <pc:docMk/>
            <pc:sldMk cId="3586781660" sldId="269"/>
            <ac:spMk id="27" creationId="{5FD11C84-836F-3979-93BB-3B68C30B91EF}"/>
          </ac:spMkLst>
        </pc:spChg>
        <pc:spChg chg="add mod">
          <ac:chgData name="Ueda Isamu" userId="35289799e0376f2e" providerId="LiveId" clId="{DD31E282-B62B-4911-91B6-43B1B98908F9}" dt="2026-02-11T12:59:36.128" v="8160" actId="1076"/>
          <ac:spMkLst>
            <pc:docMk/>
            <pc:sldMk cId="3586781660" sldId="269"/>
            <ac:spMk id="38" creationId="{CE05992B-8696-F534-D139-77D900C0CEA9}"/>
          </ac:spMkLst>
        </pc:spChg>
        <pc:spChg chg="add mod">
          <ac:chgData name="Ueda Isamu" userId="35289799e0376f2e" providerId="LiveId" clId="{DD31E282-B62B-4911-91B6-43B1B98908F9}" dt="2026-02-11T12:59:50.992" v="8166" actId="571"/>
          <ac:spMkLst>
            <pc:docMk/>
            <pc:sldMk cId="3586781660" sldId="269"/>
            <ac:spMk id="41" creationId="{3FD2EF90-9F9D-F4FC-0C93-40F4769A861D}"/>
          </ac:spMkLst>
        </pc:spChg>
        <pc:spChg chg="add mod">
          <ac:chgData name="Ueda Isamu" userId="35289799e0376f2e" providerId="LiveId" clId="{DD31E282-B62B-4911-91B6-43B1B98908F9}" dt="2026-02-11T13:07:30.251" v="8233" actId="1076"/>
          <ac:spMkLst>
            <pc:docMk/>
            <pc:sldMk cId="3586781660" sldId="269"/>
            <ac:spMk id="65" creationId="{C6AD3032-3984-5061-2CA7-5444F0B5B9F4}"/>
          </ac:spMkLst>
        </pc:spChg>
        <pc:spChg chg="add mod">
          <ac:chgData name="Ueda Isamu" userId="35289799e0376f2e" providerId="LiveId" clId="{DD31E282-B62B-4911-91B6-43B1B98908F9}" dt="2026-02-11T13:09:15.304" v="8301" actId="1076"/>
          <ac:spMkLst>
            <pc:docMk/>
            <pc:sldMk cId="3586781660" sldId="269"/>
            <ac:spMk id="66" creationId="{F343D555-C332-0309-6FEB-3E9DBB0DE356}"/>
          </ac:spMkLst>
        </pc:spChg>
        <pc:spChg chg="add mod">
          <ac:chgData name="Ueda Isamu" userId="35289799e0376f2e" providerId="LiveId" clId="{DD31E282-B62B-4911-91B6-43B1B98908F9}" dt="2026-02-11T13:09:04.242" v="8298" actId="1076"/>
          <ac:spMkLst>
            <pc:docMk/>
            <pc:sldMk cId="3586781660" sldId="269"/>
            <ac:spMk id="67" creationId="{EB7AB3CE-19BC-B864-410C-5633B68763DE}"/>
          </ac:spMkLst>
        </pc:spChg>
        <pc:picChg chg="add mod">
          <ac:chgData name="Ueda Isamu" userId="35289799e0376f2e" providerId="LiveId" clId="{DD31E282-B62B-4911-91B6-43B1B98908F9}" dt="2026-02-11T12:59:47.068" v="8165" actId="1076"/>
          <ac:picMkLst>
            <pc:docMk/>
            <pc:sldMk cId="3586781660" sldId="269"/>
            <ac:picMk id="7" creationId="{73AF75A6-6C0D-46FA-5D0C-F16678F3EFC5}"/>
          </ac:picMkLst>
        </pc:picChg>
        <pc:picChg chg="add mod">
          <ac:chgData name="Ueda Isamu" userId="35289799e0376f2e" providerId="LiveId" clId="{DD31E282-B62B-4911-91B6-43B1B98908F9}" dt="2026-02-11T12:59:45.523" v="8164" actId="14100"/>
          <ac:picMkLst>
            <pc:docMk/>
            <pc:sldMk cId="3586781660" sldId="269"/>
            <ac:picMk id="9" creationId="{DCC69E40-C38C-81BE-5942-CE641335629A}"/>
          </ac:picMkLst>
        </pc:picChg>
        <pc:picChg chg="add mod ord">
          <ac:chgData name="Ueda Isamu" userId="35289799e0376f2e" providerId="LiveId" clId="{DD31E282-B62B-4911-91B6-43B1B98908F9}" dt="2026-02-11T12:56:46.963" v="7999" actId="1076"/>
          <ac:picMkLst>
            <pc:docMk/>
            <pc:sldMk cId="3586781660" sldId="269"/>
            <ac:picMk id="10" creationId="{FC2CC89D-4C9F-8212-4751-9C1B1420C413}"/>
          </ac:picMkLst>
        </pc:picChg>
        <pc:picChg chg="add mod ord modCrop">
          <ac:chgData name="Ueda Isamu" userId="35289799e0376f2e" providerId="LiveId" clId="{DD31E282-B62B-4911-91B6-43B1B98908F9}" dt="2026-02-11T12:56:54.539" v="8002" actId="1076"/>
          <ac:picMkLst>
            <pc:docMk/>
            <pc:sldMk cId="3586781660" sldId="269"/>
            <ac:picMk id="17" creationId="{4A39BE65-2FFA-0E46-EB11-350BC715F241}"/>
          </ac:picMkLst>
        </pc:picChg>
        <pc:picChg chg="add mod">
          <ac:chgData name="Ueda Isamu" userId="35289799e0376f2e" providerId="LiveId" clId="{DD31E282-B62B-4911-91B6-43B1B98908F9}" dt="2026-02-11T12:53:58.672" v="7861" actId="1076"/>
          <ac:picMkLst>
            <pc:docMk/>
            <pc:sldMk cId="3586781660" sldId="269"/>
            <ac:picMk id="22" creationId="{F07AE437-AC36-1822-9504-03556BB7647E}"/>
          </ac:picMkLst>
        </pc:picChg>
        <pc:picChg chg="add mod">
          <ac:chgData name="Ueda Isamu" userId="35289799e0376f2e" providerId="LiveId" clId="{DD31E282-B62B-4911-91B6-43B1B98908F9}" dt="2026-02-11T13:06:09.770" v="8207" actId="1076"/>
          <ac:picMkLst>
            <pc:docMk/>
            <pc:sldMk cId="3586781660" sldId="269"/>
            <ac:picMk id="26" creationId="{0CDC1CC9-E30A-50FA-7B3B-FFE5FB375E62}"/>
          </ac:picMkLst>
        </pc:picChg>
        <pc:picChg chg="mod ord">
          <ac:chgData name="Ueda Isamu" userId="35289799e0376f2e" providerId="LiveId" clId="{DD31E282-B62B-4911-91B6-43B1B98908F9}" dt="2026-02-11T13:09:01.001" v="8297" actId="1076"/>
          <ac:picMkLst>
            <pc:docMk/>
            <pc:sldMk cId="3586781660" sldId="269"/>
            <ac:picMk id="29" creationId="{F505EB6C-D9FC-59CF-FB9E-7B7315732376}"/>
          </ac:picMkLst>
        </pc:picChg>
        <pc:picChg chg="add mod">
          <ac:chgData name="Ueda Isamu" userId="35289799e0376f2e" providerId="LiveId" clId="{DD31E282-B62B-4911-91B6-43B1B98908F9}" dt="2026-02-11T13:07:52.713" v="8236" actId="1076"/>
          <ac:picMkLst>
            <pc:docMk/>
            <pc:sldMk cId="3586781660" sldId="269"/>
            <ac:picMk id="35" creationId="{55856D9C-026B-7D08-BE0D-5B26919FCDB8}"/>
          </ac:picMkLst>
        </pc:picChg>
        <pc:picChg chg="add mod">
          <ac:chgData name="Ueda Isamu" userId="35289799e0376f2e" providerId="LiveId" clId="{DD31E282-B62B-4911-91B6-43B1B98908F9}" dt="2026-02-11T13:07:54.469" v="8237" actId="1076"/>
          <ac:picMkLst>
            <pc:docMk/>
            <pc:sldMk cId="3586781660" sldId="269"/>
            <ac:picMk id="44" creationId="{265A7A07-2DBE-D1A7-4616-5364DDD12200}"/>
          </ac:picMkLst>
        </pc:picChg>
        <pc:picChg chg="add mod">
          <ac:chgData name="Ueda Isamu" userId="35289799e0376f2e" providerId="LiveId" clId="{DD31E282-B62B-4911-91B6-43B1B98908F9}" dt="2026-02-11T13:09:16.342" v="8302" actId="1076"/>
          <ac:picMkLst>
            <pc:docMk/>
            <pc:sldMk cId="3586781660" sldId="269"/>
            <ac:picMk id="46" creationId="{829EDC9B-A7A2-E2C8-AD48-DE9A2872DB1E}"/>
          </ac:picMkLst>
        </pc:picChg>
        <pc:picChg chg="add mod">
          <ac:chgData name="Ueda Isamu" userId="35289799e0376f2e" providerId="LiveId" clId="{DD31E282-B62B-4911-91B6-43B1B98908F9}" dt="2026-02-11T13:05:34.192" v="8193" actId="1076"/>
          <ac:picMkLst>
            <pc:docMk/>
            <pc:sldMk cId="3586781660" sldId="269"/>
            <ac:picMk id="47" creationId="{1FDC537B-FAB2-CAAF-4FC5-A70CC294C538}"/>
          </ac:picMkLst>
        </pc:picChg>
        <pc:picChg chg="add del mod ord">
          <ac:chgData name="Ueda Isamu" userId="35289799e0376f2e" providerId="LiveId" clId="{DD31E282-B62B-4911-91B6-43B1B98908F9}" dt="2026-02-11T12:55:01.537" v="7881" actId="1076"/>
          <ac:picMkLst>
            <pc:docMk/>
            <pc:sldMk cId="3586781660" sldId="269"/>
            <ac:picMk id="53" creationId="{DEC37B66-8175-7FFC-5135-045E14E81B3B}"/>
          </ac:picMkLst>
        </pc:picChg>
        <pc:picChg chg="add mod">
          <ac:chgData name="Ueda Isamu" userId="35289799e0376f2e" providerId="LiveId" clId="{DD31E282-B62B-4911-91B6-43B1B98908F9}" dt="2026-02-11T13:09:19.863" v="8303" actId="1076"/>
          <ac:picMkLst>
            <pc:docMk/>
            <pc:sldMk cId="3586781660" sldId="269"/>
            <ac:picMk id="64" creationId="{7F08A9C7-21B6-4974-BCD0-C6479672DF45}"/>
          </ac:picMkLst>
        </pc:picChg>
        <pc:cxnChg chg="add mod ord">
          <ac:chgData name="Ueda Isamu" userId="35289799e0376f2e" providerId="LiveId" clId="{DD31E282-B62B-4911-91B6-43B1B98908F9}" dt="2026-02-11T12:55:51.012" v="7939" actId="1076"/>
          <ac:cxnSpMkLst>
            <pc:docMk/>
            <pc:sldMk cId="3586781660" sldId="269"/>
            <ac:cxnSpMk id="13" creationId="{B799ECC5-B2FB-82AC-A5D6-B90786FF6101}"/>
          </ac:cxnSpMkLst>
        </pc:cxnChg>
        <pc:cxnChg chg="add mod">
          <ac:chgData name="Ueda Isamu" userId="35289799e0376f2e" providerId="LiveId" clId="{DD31E282-B62B-4911-91B6-43B1B98908F9}" dt="2026-02-11T12:58:51.645" v="8144" actId="1076"/>
          <ac:cxnSpMkLst>
            <pc:docMk/>
            <pc:sldMk cId="3586781660" sldId="269"/>
            <ac:cxnSpMk id="31" creationId="{2F804ECE-A1BB-0CB4-DCDA-E74F4786AA3D}"/>
          </ac:cxnSpMkLst>
        </pc:cxnChg>
      </pc:sldChg>
      <pc:sldChg chg="addSp delSp modSp add mod">
        <pc:chgData name="Ueda Isamu" userId="35289799e0376f2e" providerId="LiveId" clId="{DD31E282-B62B-4911-91B6-43B1B98908F9}" dt="2026-02-22T11:34:38.176" v="11942" actId="20577"/>
        <pc:sldMkLst>
          <pc:docMk/>
          <pc:sldMk cId="817116420" sldId="270"/>
        </pc:sldMkLst>
        <pc:spChg chg="mod">
          <ac:chgData name="Ueda Isamu" userId="35289799e0376f2e" providerId="LiveId" clId="{DD31E282-B62B-4911-91B6-43B1B98908F9}" dt="2026-02-10T11:48:19.372" v="7013" actId="1076"/>
          <ac:spMkLst>
            <pc:docMk/>
            <pc:sldMk cId="817116420" sldId="270"/>
            <ac:spMk id="2" creationId="{06CEA7FF-DAED-9262-CFA7-6FDEDEE56DCC}"/>
          </ac:spMkLst>
        </pc:spChg>
        <pc:spChg chg="mod">
          <ac:chgData name="Ueda Isamu" userId="35289799e0376f2e" providerId="LiveId" clId="{DD31E282-B62B-4911-91B6-43B1B98908F9}" dt="2026-02-22T11:34:36.711" v="11935" actId="1076"/>
          <ac:spMkLst>
            <pc:docMk/>
            <pc:sldMk cId="817116420" sldId="270"/>
            <ac:spMk id="3" creationId="{8CACA0B9-C3B1-B410-0E80-D6C155AF6D4D}"/>
          </ac:spMkLst>
        </pc:spChg>
        <pc:spChg chg="add mod">
          <ac:chgData name="Ueda Isamu" userId="35289799e0376f2e" providerId="LiveId" clId="{DD31E282-B62B-4911-91B6-43B1B98908F9}" dt="2026-02-10T11:49:04.097" v="7091" actId="1076"/>
          <ac:spMkLst>
            <pc:docMk/>
            <pc:sldMk cId="817116420" sldId="270"/>
            <ac:spMk id="8" creationId="{0812C434-21EA-6190-76A5-7AC528701070}"/>
          </ac:spMkLst>
        </pc:spChg>
        <pc:spChg chg="mod">
          <ac:chgData name="Ueda Isamu" userId="35289799e0376f2e" providerId="LiveId" clId="{DD31E282-B62B-4911-91B6-43B1B98908F9}" dt="2026-02-22T11:34:38.176" v="11942" actId="20577"/>
          <ac:spMkLst>
            <pc:docMk/>
            <pc:sldMk cId="817116420" sldId="270"/>
            <ac:spMk id="11" creationId="{5D8A399B-DB06-C563-95B7-A49328EE8FD4}"/>
          </ac:spMkLst>
        </pc:spChg>
        <pc:spChg chg="add mod">
          <ac:chgData name="Ueda Isamu" userId="35289799e0376f2e" providerId="LiveId" clId="{DD31E282-B62B-4911-91B6-43B1B98908F9}" dt="2026-02-10T11:54:27.366" v="7348" actId="14100"/>
          <ac:spMkLst>
            <pc:docMk/>
            <pc:sldMk cId="817116420" sldId="270"/>
            <ac:spMk id="18" creationId="{B7F78099-1956-2FC1-AF37-FCD6957DFA79}"/>
          </ac:spMkLst>
        </pc:spChg>
        <pc:spChg chg="add mod">
          <ac:chgData name="Ueda Isamu" userId="35289799e0376f2e" providerId="LiveId" clId="{DD31E282-B62B-4911-91B6-43B1B98908F9}" dt="2026-02-10T11:58:05.090" v="7385" actId="20577"/>
          <ac:spMkLst>
            <pc:docMk/>
            <pc:sldMk cId="817116420" sldId="270"/>
            <ac:spMk id="22" creationId="{3F914BB2-8CA5-9200-F8C3-14DA9083E8DF}"/>
          </ac:spMkLst>
        </pc:spChg>
        <pc:spChg chg="add mod">
          <ac:chgData name="Ueda Isamu" userId="35289799e0376f2e" providerId="LiveId" clId="{DD31E282-B62B-4911-91B6-43B1B98908F9}" dt="2026-02-10T11:51:18.434" v="7221" actId="1076"/>
          <ac:spMkLst>
            <pc:docMk/>
            <pc:sldMk cId="817116420" sldId="270"/>
            <ac:spMk id="23" creationId="{B3BB8328-A5F5-A98B-7352-D4F654A5BCDE}"/>
          </ac:spMkLst>
        </pc:spChg>
        <pc:spChg chg="add mod">
          <ac:chgData name="Ueda Isamu" userId="35289799e0376f2e" providerId="LiveId" clId="{DD31E282-B62B-4911-91B6-43B1B98908F9}" dt="2026-02-10T11:52:58.191" v="7261" actId="1076"/>
          <ac:spMkLst>
            <pc:docMk/>
            <pc:sldMk cId="817116420" sldId="270"/>
            <ac:spMk id="24" creationId="{F523A945-D626-3DE4-BC4E-D7A2AFBAC138}"/>
          </ac:spMkLst>
        </pc:spChg>
        <pc:spChg chg="add mod">
          <ac:chgData name="Ueda Isamu" userId="35289799e0376f2e" providerId="LiveId" clId="{DD31E282-B62B-4911-91B6-43B1B98908F9}" dt="2026-02-10T11:53:59.233" v="7278" actId="1076"/>
          <ac:spMkLst>
            <pc:docMk/>
            <pc:sldMk cId="817116420" sldId="270"/>
            <ac:spMk id="26" creationId="{918DA992-8209-7620-FA06-07217921C4BB}"/>
          </ac:spMkLst>
        </pc:spChg>
        <pc:spChg chg="add mod">
          <ac:chgData name="Ueda Isamu" userId="35289799e0376f2e" providerId="LiveId" clId="{DD31E282-B62B-4911-91B6-43B1B98908F9}" dt="2026-02-10T11:55:34.580" v="7357" actId="1076"/>
          <ac:spMkLst>
            <pc:docMk/>
            <pc:sldMk cId="817116420" sldId="270"/>
            <ac:spMk id="27" creationId="{F7480D9C-E201-CC05-5EE9-58675459D262}"/>
          </ac:spMkLst>
        </pc:spChg>
        <pc:spChg chg="add mod">
          <ac:chgData name="Ueda Isamu" userId="35289799e0376f2e" providerId="LiveId" clId="{DD31E282-B62B-4911-91B6-43B1B98908F9}" dt="2026-02-10T11:57:19.986" v="7379" actId="14100"/>
          <ac:spMkLst>
            <pc:docMk/>
            <pc:sldMk cId="817116420" sldId="270"/>
            <ac:spMk id="47" creationId="{1A782FA5-E865-60BC-5690-4D661E20AC81}"/>
          </ac:spMkLst>
        </pc:spChg>
        <pc:picChg chg="add mod">
          <ac:chgData name="Ueda Isamu" userId="35289799e0376f2e" providerId="LiveId" clId="{DD31E282-B62B-4911-91B6-43B1B98908F9}" dt="2026-02-10T11:53:56.474" v="7277" actId="1076"/>
          <ac:picMkLst>
            <pc:docMk/>
            <pc:sldMk cId="817116420" sldId="270"/>
            <ac:picMk id="17" creationId="{9429671A-9EB3-51ED-5287-90934AF22480}"/>
          </ac:picMkLst>
        </pc:picChg>
        <pc:picChg chg="add mod ord">
          <ac:chgData name="Ueda Isamu" userId="35289799e0376f2e" providerId="LiveId" clId="{DD31E282-B62B-4911-91B6-43B1B98908F9}" dt="2026-02-10T11:51:19.266" v="7222" actId="1076"/>
          <ac:picMkLst>
            <pc:docMk/>
            <pc:sldMk cId="817116420" sldId="270"/>
            <ac:picMk id="21" creationId="{100A4FA0-EFBF-8E85-CBE9-2CAE086CFBB2}"/>
          </ac:picMkLst>
        </pc:picChg>
        <pc:picChg chg="mod">
          <ac:chgData name="Ueda Isamu" userId="35289799e0376f2e" providerId="LiveId" clId="{DD31E282-B62B-4911-91B6-43B1B98908F9}" dt="2026-02-10T11:40:54.001" v="6729" actId="1076"/>
          <ac:picMkLst>
            <pc:docMk/>
            <pc:sldMk cId="817116420" sldId="270"/>
            <ac:picMk id="29" creationId="{D45900EE-5ACB-796A-2ACE-99AE1D76A51E}"/>
          </ac:picMkLst>
        </pc:picChg>
        <pc:picChg chg="add mod">
          <ac:chgData name="Ueda Isamu" userId="35289799e0376f2e" providerId="LiveId" clId="{DD31E282-B62B-4911-91B6-43B1B98908F9}" dt="2026-02-10T11:57:53.122" v="7384" actId="1076"/>
          <ac:picMkLst>
            <pc:docMk/>
            <pc:sldMk cId="817116420" sldId="270"/>
            <ac:picMk id="34" creationId="{74BDF15B-75E9-9B93-321B-C3280E29D516}"/>
          </ac:picMkLst>
        </pc:picChg>
        <pc:picChg chg="add mod">
          <ac:chgData name="Ueda Isamu" userId="35289799e0376f2e" providerId="LiveId" clId="{DD31E282-B62B-4911-91B6-43B1B98908F9}" dt="2026-02-10T11:55:28.995" v="7356" actId="1076"/>
          <ac:picMkLst>
            <pc:docMk/>
            <pc:sldMk cId="817116420" sldId="270"/>
            <ac:picMk id="37" creationId="{B0BC22D4-6DC0-01CE-900A-8850CC085AFE}"/>
          </ac:picMkLst>
        </pc:picChg>
        <pc:picChg chg="add mod">
          <ac:chgData name="Ueda Isamu" userId="35289799e0376f2e" providerId="LiveId" clId="{DD31E282-B62B-4911-91B6-43B1B98908F9}" dt="2026-02-10T11:57:01.074" v="7375" actId="692"/>
          <ac:picMkLst>
            <pc:docMk/>
            <pc:sldMk cId="817116420" sldId="270"/>
            <ac:picMk id="45" creationId="{70B8ACC0-5728-1E42-172D-5932F49C105C}"/>
          </ac:picMkLst>
        </pc:picChg>
        <pc:picChg chg="add mod">
          <ac:chgData name="Ueda Isamu" userId="35289799e0376f2e" providerId="LiveId" clId="{DD31E282-B62B-4911-91B6-43B1B98908F9}" dt="2026-02-10T11:57:12.802" v="7377" actId="1076"/>
          <ac:picMkLst>
            <pc:docMk/>
            <pc:sldMk cId="817116420" sldId="270"/>
            <ac:picMk id="46" creationId="{5BBAC0BD-721F-1745-0C9E-E498E6AF0F4C}"/>
          </ac:picMkLst>
        </pc:picChg>
        <pc:cxnChg chg="add mod">
          <ac:chgData name="Ueda Isamu" userId="35289799e0376f2e" providerId="LiveId" clId="{DD31E282-B62B-4911-91B6-43B1B98908F9}" dt="2026-02-10T11:56:04.190" v="7361" actId="14100"/>
          <ac:cxnSpMkLst>
            <pc:docMk/>
            <pc:sldMk cId="817116420" sldId="270"/>
            <ac:cxnSpMk id="38" creationId="{8E5EB50D-C1F8-67D5-62E5-9A62F0F68F75}"/>
          </ac:cxnSpMkLst>
        </pc:cxnChg>
        <pc:cxnChg chg="add mod">
          <ac:chgData name="Ueda Isamu" userId="35289799e0376f2e" providerId="LiveId" clId="{DD31E282-B62B-4911-91B6-43B1B98908F9}" dt="2026-02-10T11:57:37.183" v="7382" actId="14100"/>
          <ac:cxnSpMkLst>
            <pc:docMk/>
            <pc:sldMk cId="817116420" sldId="270"/>
            <ac:cxnSpMk id="52" creationId="{FAD3B47F-F23F-25F2-BC5A-EA4EB279B02B}"/>
          </ac:cxnSpMkLst>
        </pc:cxnChg>
      </pc:sldChg>
      <pc:sldChg chg="add">
        <pc:chgData name="Ueda Isamu" userId="35289799e0376f2e" providerId="LiveId" clId="{DD31E282-B62B-4911-91B6-43B1B98908F9}" dt="2026-02-11T12:37:45.189" v="7429"/>
        <pc:sldMkLst>
          <pc:docMk/>
          <pc:sldMk cId="3790098787" sldId="271"/>
        </pc:sldMkLst>
      </pc:sldChg>
      <pc:sldChg chg="addSp delSp modSp add mod">
        <pc:chgData name="Ueda Isamu" userId="35289799e0376f2e" providerId="LiveId" clId="{DD31E282-B62B-4911-91B6-43B1B98908F9}" dt="2026-02-14T03:54:28.391" v="9613" actId="1035"/>
        <pc:sldMkLst>
          <pc:docMk/>
          <pc:sldMk cId="1723061596" sldId="272"/>
        </pc:sldMkLst>
        <pc:spChg chg="add mod">
          <ac:chgData name="Ueda Isamu" userId="35289799e0376f2e" providerId="LiveId" clId="{DD31E282-B62B-4911-91B6-43B1B98908F9}" dt="2026-02-14T03:54:24.560" v="9603" actId="1035"/>
          <ac:spMkLst>
            <pc:docMk/>
            <pc:sldMk cId="1723061596" sldId="272"/>
            <ac:spMk id="2" creationId="{06404BDF-F7AF-C3D8-CB0B-CE25124943F6}"/>
          </ac:spMkLst>
        </pc:spChg>
        <pc:spChg chg="add mod">
          <ac:chgData name="Ueda Isamu" userId="35289799e0376f2e" providerId="LiveId" clId="{DD31E282-B62B-4911-91B6-43B1B98908F9}" dt="2026-02-14T03:34:29.766" v="9241" actId="552"/>
          <ac:spMkLst>
            <pc:docMk/>
            <pc:sldMk cId="1723061596" sldId="272"/>
            <ac:spMk id="4" creationId="{5C8CA03B-5493-F0D1-529A-08AFC38E1B2D}"/>
          </ac:spMkLst>
        </pc:spChg>
        <pc:spChg chg="add mod">
          <ac:chgData name="Ueda Isamu" userId="35289799e0376f2e" providerId="LiveId" clId="{DD31E282-B62B-4911-91B6-43B1B98908F9}" dt="2026-02-14T03:54:28.391" v="9613" actId="1035"/>
          <ac:spMkLst>
            <pc:docMk/>
            <pc:sldMk cId="1723061596" sldId="272"/>
            <ac:spMk id="5" creationId="{62CF6A64-3504-D371-0E3B-C0190A1EB6C5}"/>
          </ac:spMkLst>
        </pc:spChg>
        <pc:spChg chg="add mod">
          <ac:chgData name="Ueda Isamu" userId="35289799e0376f2e" providerId="LiveId" clId="{DD31E282-B62B-4911-91B6-43B1B98908F9}" dt="2026-02-14T03:54:28.391" v="9613" actId="1035"/>
          <ac:spMkLst>
            <pc:docMk/>
            <pc:sldMk cId="1723061596" sldId="272"/>
            <ac:spMk id="6" creationId="{FF33F7C5-3BA8-4218-CCC1-F9137056CDF9}"/>
          </ac:spMkLst>
        </pc:spChg>
        <pc:spChg chg="mod">
          <ac:chgData name="Ueda Isamu" userId="35289799e0376f2e" providerId="LiveId" clId="{DD31E282-B62B-4911-91B6-43B1B98908F9}" dt="2026-02-14T03:20:41.390" v="8600" actId="207"/>
          <ac:spMkLst>
            <pc:docMk/>
            <pc:sldMk cId="1723061596" sldId="272"/>
            <ac:spMk id="11" creationId="{398D6378-6AE0-3DED-D321-FB1EAF625695}"/>
          </ac:spMkLst>
        </pc:spChg>
        <pc:spChg chg="add mod">
          <ac:chgData name="Ueda Isamu" userId="35289799e0376f2e" providerId="LiveId" clId="{DD31E282-B62B-4911-91B6-43B1B98908F9}" dt="2026-02-14T03:44:19.274" v="9532" actId="207"/>
          <ac:spMkLst>
            <pc:docMk/>
            <pc:sldMk cId="1723061596" sldId="272"/>
            <ac:spMk id="20" creationId="{5FCF4686-88ED-97A5-C0B6-DD6A30F681EC}"/>
          </ac:spMkLst>
        </pc:spChg>
        <pc:spChg chg="add mod">
          <ac:chgData name="Ueda Isamu" userId="35289799e0376f2e" providerId="LiveId" clId="{DD31E282-B62B-4911-91B6-43B1B98908F9}" dt="2026-02-14T03:33:28.926" v="9143" actId="554"/>
          <ac:spMkLst>
            <pc:docMk/>
            <pc:sldMk cId="1723061596" sldId="272"/>
            <ac:spMk id="24" creationId="{368F23E8-9522-885C-5AD1-830B8784ED4A}"/>
          </ac:spMkLst>
        </pc:spChg>
        <pc:spChg chg="add mod">
          <ac:chgData name="Ueda Isamu" userId="35289799e0376f2e" providerId="LiveId" clId="{DD31E282-B62B-4911-91B6-43B1B98908F9}" dt="2026-02-14T03:33:43.092" v="9164" actId="1037"/>
          <ac:spMkLst>
            <pc:docMk/>
            <pc:sldMk cId="1723061596" sldId="272"/>
            <ac:spMk id="25" creationId="{21EC0651-BC17-E3CE-E6EC-8C7718074B82}"/>
          </ac:spMkLst>
        </pc:spChg>
        <pc:spChg chg="add mod">
          <ac:chgData name="Ueda Isamu" userId="35289799e0376f2e" providerId="LiveId" clId="{DD31E282-B62B-4911-91B6-43B1B98908F9}" dt="2026-02-14T03:33:37.498" v="9145" actId="1038"/>
          <ac:spMkLst>
            <pc:docMk/>
            <pc:sldMk cId="1723061596" sldId="272"/>
            <ac:spMk id="28" creationId="{374D94E5-85D7-C0FA-C18F-2166DBC5399E}"/>
          </ac:spMkLst>
        </pc:spChg>
        <pc:spChg chg="add mod">
          <ac:chgData name="Ueda Isamu" userId="35289799e0376f2e" providerId="LiveId" clId="{DD31E282-B62B-4911-91B6-43B1B98908F9}" dt="2026-02-14T03:30:25.080" v="8957" actId="1035"/>
          <ac:spMkLst>
            <pc:docMk/>
            <pc:sldMk cId="1723061596" sldId="272"/>
            <ac:spMk id="30" creationId="{21A2EEB4-A70E-F751-1F69-C040C4845F8D}"/>
          </ac:spMkLst>
        </pc:spChg>
        <pc:spChg chg="add mod">
          <ac:chgData name="Ueda Isamu" userId="35289799e0376f2e" providerId="LiveId" clId="{DD31E282-B62B-4911-91B6-43B1B98908F9}" dt="2026-02-14T03:33:28.926" v="9143" actId="554"/>
          <ac:spMkLst>
            <pc:docMk/>
            <pc:sldMk cId="1723061596" sldId="272"/>
            <ac:spMk id="32" creationId="{ABDF2770-CE72-F083-72DB-019F24EE644F}"/>
          </ac:spMkLst>
        </pc:spChg>
        <pc:spChg chg="add mod">
          <ac:chgData name="Ueda Isamu" userId="35289799e0376f2e" providerId="LiveId" clId="{DD31E282-B62B-4911-91B6-43B1B98908F9}" dt="2026-02-14T03:30:40.611" v="8968" actId="1076"/>
          <ac:spMkLst>
            <pc:docMk/>
            <pc:sldMk cId="1723061596" sldId="272"/>
            <ac:spMk id="33" creationId="{D72948E0-5758-0D65-57A5-01ECE9272F75}"/>
          </ac:spMkLst>
        </pc:spChg>
        <pc:spChg chg="add mod">
          <ac:chgData name="Ueda Isamu" userId="35289799e0376f2e" providerId="LiveId" clId="{DD31E282-B62B-4911-91B6-43B1B98908F9}" dt="2026-02-14T03:54:28.391" v="9613" actId="1035"/>
          <ac:spMkLst>
            <pc:docMk/>
            <pc:sldMk cId="1723061596" sldId="272"/>
            <ac:spMk id="37" creationId="{0CC34612-0A4C-9E52-145A-37A59B7FEB06}"/>
          </ac:spMkLst>
        </pc:spChg>
        <pc:spChg chg="mod">
          <ac:chgData name="Ueda Isamu" userId="35289799e0376f2e" providerId="LiveId" clId="{DD31E282-B62B-4911-91B6-43B1B98908F9}" dt="2026-02-14T03:42:44.539" v="9441" actId="14100"/>
          <ac:spMkLst>
            <pc:docMk/>
            <pc:sldMk cId="1723061596" sldId="272"/>
            <ac:spMk id="38" creationId="{43970A6A-DFB0-4DBE-913A-F060FF470ADD}"/>
          </ac:spMkLst>
        </pc:spChg>
        <pc:spChg chg="add mod">
          <ac:chgData name="Ueda Isamu" userId="35289799e0376f2e" providerId="LiveId" clId="{DD31E282-B62B-4911-91B6-43B1B98908F9}" dt="2026-02-14T03:34:34.277" v="9242" actId="465"/>
          <ac:spMkLst>
            <pc:docMk/>
            <pc:sldMk cId="1723061596" sldId="272"/>
            <ac:spMk id="39" creationId="{FE66F5AD-3501-E331-6708-590F9CAEA33B}"/>
          </ac:spMkLst>
        </pc:spChg>
        <pc:spChg chg="add mod">
          <ac:chgData name="Ueda Isamu" userId="35289799e0376f2e" providerId="LiveId" clId="{DD31E282-B62B-4911-91B6-43B1B98908F9}" dt="2026-02-14T03:34:29.766" v="9241" actId="552"/>
          <ac:spMkLst>
            <pc:docMk/>
            <pc:sldMk cId="1723061596" sldId="272"/>
            <ac:spMk id="40" creationId="{0AFD2495-4B60-F772-FFD0-26761C73406F}"/>
          </ac:spMkLst>
        </pc:spChg>
        <pc:spChg chg="mod">
          <ac:chgData name="Ueda Isamu" userId="35289799e0376f2e" providerId="LiveId" clId="{DD31E282-B62B-4911-91B6-43B1B98908F9}" dt="2026-02-14T03:30:25.080" v="8957" actId="1035"/>
          <ac:spMkLst>
            <pc:docMk/>
            <pc:sldMk cId="1723061596" sldId="272"/>
            <ac:spMk id="41" creationId="{1BB039D4-DD09-8445-AECB-3B5A010244DA}"/>
          </ac:spMkLst>
        </pc:spChg>
        <pc:spChg chg="add mod">
          <ac:chgData name="Ueda Isamu" userId="35289799e0376f2e" providerId="LiveId" clId="{DD31E282-B62B-4911-91B6-43B1B98908F9}" dt="2026-02-14T03:42:22.881" v="9435" actId="1076"/>
          <ac:spMkLst>
            <pc:docMk/>
            <pc:sldMk cId="1723061596" sldId="272"/>
            <ac:spMk id="43" creationId="{7713B063-43C2-CB82-E1EA-D9727529F7EE}"/>
          </ac:spMkLst>
        </pc:spChg>
        <pc:spChg chg="add mod">
          <ac:chgData name="Ueda Isamu" userId="35289799e0376f2e" providerId="LiveId" clId="{DD31E282-B62B-4911-91B6-43B1B98908F9}" dt="2026-02-14T03:42:55.430" v="9448" actId="1076"/>
          <ac:spMkLst>
            <pc:docMk/>
            <pc:sldMk cId="1723061596" sldId="272"/>
            <ac:spMk id="45" creationId="{FB97C8F1-687E-8163-BE8D-00A3129282AB}"/>
          </ac:spMkLst>
        </pc:spChg>
        <pc:spChg chg="add mod ord">
          <ac:chgData name="Ueda Isamu" userId="35289799e0376f2e" providerId="LiveId" clId="{DD31E282-B62B-4911-91B6-43B1B98908F9}" dt="2026-02-14T03:38:55.746" v="9406" actId="167"/>
          <ac:spMkLst>
            <pc:docMk/>
            <pc:sldMk cId="1723061596" sldId="272"/>
            <ac:spMk id="48" creationId="{5358B6EA-4D05-4311-F26A-CEE3574C99CE}"/>
          </ac:spMkLst>
        </pc:spChg>
        <pc:spChg chg="add mod">
          <ac:chgData name="Ueda Isamu" userId="35289799e0376f2e" providerId="LiveId" clId="{DD31E282-B62B-4911-91B6-43B1B98908F9}" dt="2026-02-14T03:42:57.853" v="9449" actId="1076"/>
          <ac:spMkLst>
            <pc:docMk/>
            <pc:sldMk cId="1723061596" sldId="272"/>
            <ac:spMk id="56" creationId="{0C90503D-E614-E13F-74D1-BBAD9013A30B}"/>
          </ac:spMkLst>
        </pc:spChg>
        <pc:spChg chg="mod">
          <ac:chgData name="Ueda Isamu" userId="35289799e0376f2e" providerId="LiveId" clId="{DD31E282-B62B-4911-91B6-43B1B98908F9}" dt="2026-02-14T03:30:27.973" v="8958" actId="1076"/>
          <ac:spMkLst>
            <pc:docMk/>
            <pc:sldMk cId="1723061596" sldId="272"/>
            <ac:spMk id="67" creationId="{64AD11E2-8ECC-6871-BE9A-A8052C508FA4}"/>
          </ac:spMkLst>
        </pc:spChg>
        <pc:picChg chg="mod ord">
          <ac:chgData name="Ueda Isamu" userId="35289799e0376f2e" providerId="LiveId" clId="{DD31E282-B62B-4911-91B6-43B1B98908F9}" dt="2026-02-14T03:41:23.513" v="9426" actId="166"/>
          <ac:picMkLst>
            <pc:docMk/>
            <pc:sldMk cId="1723061596" sldId="272"/>
            <ac:picMk id="29" creationId="{3F52E278-D250-BA96-60E1-9C6B4947FF4D}"/>
          </ac:picMkLst>
        </pc:picChg>
        <pc:picChg chg="add mod">
          <ac:chgData name="Ueda Isamu" userId="35289799e0376f2e" providerId="LiveId" clId="{DD31E282-B62B-4911-91B6-43B1B98908F9}" dt="2026-02-14T03:42:29.225" v="9438" actId="1076"/>
          <ac:picMkLst>
            <pc:docMk/>
            <pc:sldMk cId="1723061596" sldId="272"/>
            <ac:picMk id="50" creationId="{106693C9-EB87-D09B-C56E-0E2805A1194C}"/>
          </ac:picMkLst>
        </pc:picChg>
        <pc:picChg chg="add mod">
          <ac:chgData name="Ueda Isamu" userId="35289799e0376f2e" providerId="LiveId" clId="{DD31E282-B62B-4911-91B6-43B1B98908F9}" dt="2026-02-14T03:41:28.660" v="9427" actId="1076"/>
          <ac:picMkLst>
            <pc:docMk/>
            <pc:sldMk cId="1723061596" sldId="272"/>
            <ac:picMk id="52" creationId="{FAFEE098-B131-4364-7599-8953508B5927}"/>
          </ac:picMkLst>
        </pc:picChg>
        <pc:picChg chg="add mod">
          <ac:chgData name="Ueda Isamu" userId="35289799e0376f2e" providerId="LiveId" clId="{DD31E282-B62B-4911-91B6-43B1B98908F9}" dt="2026-02-14T03:42:00.568" v="9434" actId="1076"/>
          <ac:picMkLst>
            <pc:docMk/>
            <pc:sldMk cId="1723061596" sldId="272"/>
            <ac:picMk id="55" creationId="{C0664F80-3AE1-F2D0-094A-857B64623E4E}"/>
          </ac:picMkLst>
        </pc:picChg>
        <pc:cxnChg chg="add mod">
          <ac:chgData name="Ueda Isamu" userId="35289799e0376f2e" providerId="LiveId" clId="{DD31E282-B62B-4911-91B6-43B1B98908F9}" dt="2026-02-14T03:35:39.973" v="9245" actId="1076"/>
          <ac:cxnSpMkLst>
            <pc:docMk/>
            <pc:sldMk cId="1723061596" sldId="272"/>
            <ac:cxnSpMk id="8" creationId="{986ECC01-6FB6-A800-9F16-FD1120B34634}"/>
          </ac:cxnSpMkLst>
        </pc:cxnChg>
        <pc:cxnChg chg="mod">
          <ac:chgData name="Ueda Isamu" userId="35289799e0376f2e" providerId="LiveId" clId="{DD31E282-B62B-4911-91B6-43B1B98908F9}" dt="2026-02-14T03:37:25.676" v="9285" actId="1076"/>
          <ac:cxnSpMkLst>
            <pc:docMk/>
            <pc:sldMk cId="1723061596" sldId="272"/>
            <ac:cxnSpMk id="13" creationId="{A4D7348E-2AC9-BDBE-58DD-CC40ED6BCFA7}"/>
          </ac:cxnSpMkLst>
        </pc:cxnChg>
      </pc:sldChg>
      <pc:sldChg chg="addSp delSp modSp add mod">
        <pc:chgData name="Ueda Isamu" userId="35289799e0376f2e" providerId="LiveId" clId="{DD31E282-B62B-4911-91B6-43B1B98908F9}" dt="2026-02-15T05:33:00.422" v="10595" actId="1076"/>
        <pc:sldMkLst>
          <pc:docMk/>
          <pc:sldMk cId="2725996181" sldId="273"/>
        </pc:sldMkLst>
        <pc:spChg chg="mod">
          <ac:chgData name="Ueda Isamu" userId="35289799e0376f2e" providerId="LiveId" clId="{DD31E282-B62B-4911-91B6-43B1B98908F9}" dt="2026-02-15T05:23:28.961" v="10031" actId="20577"/>
          <ac:spMkLst>
            <pc:docMk/>
            <pc:sldMk cId="2725996181" sldId="273"/>
            <ac:spMk id="11" creationId="{195F710F-A699-57E9-E041-898517874E73}"/>
          </ac:spMkLst>
        </pc:spChg>
        <pc:spChg chg="add mod">
          <ac:chgData name="Ueda Isamu" userId="35289799e0376f2e" providerId="LiveId" clId="{DD31E282-B62B-4911-91B6-43B1B98908F9}" dt="2026-02-15T05:32:21.197" v="10585" actId="14100"/>
          <ac:spMkLst>
            <pc:docMk/>
            <pc:sldMk cId="2725996181" sldId="273"/>
            <ac:spMk id="14" creationId="{EB22ECBF-47EC-40F7-A845-A12433F383BA}"/>
          </ac:spMkLst>
        </pc:spChg>
        <pc:spChg chg="add mod">
          <ac:chgData name="Ueda Isamu" userId="35289799e0376f2e" providerId="LiveId" clId="{DD31E282-B62B-4911-91B6-43B1B98908F9}" dt="2026-02-15T05:18:06.685" v="9773" actId="1076"/>
          <ac:spMkLst>
            <pc:docMk/>
            <pc:sldMk cId="2725996181" sldId="273"/>
            <ac:spMk id="22" creationId="{6725AD25-ED5C-7EED-F998-91D13CF44F4D}"/>
          </ac:spMkLst>
        </pc:spChg>
        <pc:spChg chg="add mod">
          <ac:chgData name="Ueda Isamu" userId="35289799e0376f2e" providerId="LiveId" clId="{DD31E282-B62B-4911-91B6-43B1B98908F9}" dt="2026-02-15T05:29:36.114" v="10420" actId="1076"/>
          <ac:spMkLst>
            <pc:docMk/>
            <pc:sldMk cId="2725996181" sldId="273"/>
            <ac:spMk id="23" creationId="{28B76AAE-E66C-ED6A-AEFB-B875EA4F9410}"/>
          </ac:spMkLst>
        </pc:spChg>
        <pc:spChg chg="add mod">
          <ac:chgData name="Ueda Isamu" userId="35289799e0376f2e" providerId="LiveId" clId="{DD31E282-B62B-4911-91B6-43B1B98908F9}" dt="2026-02-15T05:30:15.423" v="10444" actId="1076"/>
          <ac:spMkLst>
            <pc:docMk/>
            <pc:sldMk cId="2725996181" sldId="273"/>
            <ac:spMk id="36" creationId="{55964A4A-75C0-3CB8-92CA-1C3F7B54A6F5}"/>
          </ac:spMkLst>
        </pc:spChg>
        <pc:spChg chg="mod ord">
          <ac:chgData name="Ueda Isamu" userId="35289799e0376f2e" providerId="LiveId" clId="{DD31E282-B62B-4911-91B6-43B1B98908F9}" dt="2026-02-15T05:31:36.686" v="10548" actId="1076"/>
          <ac:spMkLst>
            <pc:docMk/>
            <pc:sldMk cId="2725996181" sldId="273"/>
            <ac:spMk id="38" creationId="{2AF0E5F1-D333-4B85-48A7-BAE230BC330D}"/>
          </ac:spMkLst>
        </pc:spChg>
        <pc:spChg chg="add mod">
          <ac:chgData name="Ueda Isamu" userId="35289799e0376f2e" providerId="LiveId" clId="{DD31E282-B62B-4911-91B6-43B1B98908F9}" dt="2026-02-15T05:25:01.524" v="10055" actId="692"/>
          <ac:spMkLst>
            <pc:docMk/>
            <pc:sldMk cId="2725996181" sldId="273"/>
            <ac:spMk id="47" creationId="{A356CC7C-D9CC-44B8-F4DD-0C2AB21B54C1}"/>
          </ac:spMkLst>
        </pc:spChg>
        <pc:spChg chg="mod ord">
          <ac:chgData name="Ueda Isamu" userId="35289799e0376f2e" providerId="LiveId" clId="{DD31E282-B62B-4911-91B6-43B1B98908F9}" dt="2026-02-15T05:19:20.291" v="9928" actId="1076"/>
          <ac:spMkLst>
            <pc:docMk/>
            <pc:sldMk cId="2725996181" sldId="273"/>
            <ac:spMk id="56" creationId="{32620DEC-C437-531F-4A26-C409EAAE5C1B}"/>
          </ac:spMkLst>
        </pc:spChg>
        <pc:spChg chg="add mod">
          <ac:chgData name="Ueda Isamu" userId="35289799e0376f2e" providerId="LiveId" clId="{DD31E282-B62B-4911-91B6-43B1B98908F9}" dt="2026-02-15T05:25:49.486" v="10123" actId="14100"/>
          <ac:spMkLst>
            <pc:docMk/>
            <pc:sldMk cId="2725996181" sldId="273"/>
            <ac:spMk id="57" creationId="{53474F2F-55FB-84ED-0F80-A34CD6E3A22E}"/>
          </ac:spMkLst>
        </pc:spChg>
        <pc:spChg chg="add mod ord">
          <ac:chgData name="Ueda Isamu" userId="35289799e0376f2e" providerId="LiveId" clId="{DD31E282-B62B-4911-91B6-43B1B98908F9}" dt="2026-02-15T05:31:27.772" v="10544" actId="20577"/>
          <ac:spMkLst>
            <pc:docMk/>
            <pc:sldMk cId="2725996181" sldId="273"/>
            <ac:spMk id="58" creationId="{48FA1BA7-1E00-8A22-A2CF-C1F4731E73F6}"/>
          </ac:spMkLst>
        </pc:spChg>
        <pc:spChg chg="add mod">
          <ac:chgData name="Ueda Isamu" userId="35289799e0376f2e" providerId="LiveId" clId="{DD31E282-B62B-4911-91B6-43B1B98908F9}" dt="2026-02-15T05:26:43.065" v="10221" actId="14100"/>
          <ac:spMkLst>
            <pc:docMk/>
            <pc:sldMk cId="2725996181" sldId="273"/>
            <ac:spMk id="59" creationId="{57FDC702-6098-5865-61E8-1B6B4B5C65BF}"/>
          </ac:spMkLst>
        </pc:spChg>
        <pc:spChg chg="add mod">
          <ac:chgData name="Ueda Isamu" userId="35289799e0376f2e" providerId="LiveId" clId="{DD31E282-B62B-4911-91B6-43B1B98908F9}" dt="2026-02-15T05:29:32.239" v="10419" actId="692"/>
          <ac:spMkLst>
            <pc:docMk/>
            <pc:sldMk cId="2725996181" sldId="273"/>
            <ac:spMk id="60" creationId="{044FD25F-2467-B118-9764-8084A41EDA91}"/>
          </ac:spMkLst>
        </pc:spChg>
        <pc:spChg chg="add mod">
          <ac:chgData name="Ueda Isamu" userId="35289799e0376f2e" providerId="LiveId" clId="{DD31E282-B62B-4911-91B6-43B1B98908F9}" dt="2026-02-15T05:31:31.486" v="10545" actId="1076"/>
          <ac:spMkLst>
            <pc:docMk/>
            <pc:sldMk cId="2725996181" sldId="273"/>
            <ac:spMk id="62" creationId="{7508551C-7428-9D54-306C-D2DAD48CF44C}"/>
          </ac:spMkLst>
        </pc:spChg>
        <pc:spChg chg="add mod">
          <ac:chgData name="Ueda Isamu" userId="35289799e0376f2e" providerId="LiveId" clId="{DD31E282-B62B-4911-91B6-43B1B98908F9}" dt="2026-02-15T05:30:09.143" v="10440" actId="1076"/>
          <ac:spMkLst>
            <pc:docMk/>
            <pc:sldMk cId="2725996181" sldId="273"/>
            <ac:spMk id="64" creationId="{A0D37FB3-7B92-8AC6-1D8D-736FAA05B387}"/>
          </ac:spMkLst>
        </pc:spChg>
        <pc:spChg chg="add mod">
          <ac:chgData name="Ueda Isamu" userId="35289799e0376f2e" providerId="LiveId" clId="{DD31E282-B62B-4911-91B6-43B1B98908F9}" dt="2026-02-15T05:30:54.969" v="10496" actId="1076"/>
          <ac:spMkLst>
            <pc:docMk/>
            <pc:sldMk cId="2725996181" sldId="273"/>
            <ac:spMk id="65" creationId="{4E215063-25FF-E757-5A68-AD0E96658234}"/>
          </ac:spMkLst>
        </pc:spChg>
        <pc:picChg chg="add mod modCrop">
          <ac:chgData name="Ueda Isamu" userId="35289799e0376f2e" providerId="LiveId" clId="{DD31E282-B62B-4911-91B6-43B1B98908F9}" dt="2026-02-15T05:32:04.082" v="10570" actId="692"/>
          <ac:picMkLst>
            <pc:docMk/>
            <pc:sldMk cId="2725996181" sldId="273"/>
            <ac:picMk id="10" creationId="{45FB9E9B-4466-66F2-5A64-EA12AF2349E1}"/>
          </ac:picMkLst>
        </pc:picChg>
        <pc:picChg chg="add del mod ord modCrop">
          <ac:chgData name="Ueda Isamu" userId="35289799e0376f2e" providerId="LiveId" clId="{DD31E282-B62B-4911-91B6-43B1B98908F9}" dt="2026-02-15T05:19:32.290" v="9932" actId="1076"/>
          <ac:picMkLst>
            <pc:docMk/>
            <pc:sldMk cId="2725996181" sldId="273"/>
            <ac:picMk id="16" creationId="{F74204DE-F43B-B660-E614-F1BF59020ECA}"/>
          </ac:picMkLst>
        </pc:picChg>
        <pc:picChg chg="add mod modCrop">
          <ac:chgData name="Ueda Isamu" userId="35289799e0376f2e" providerId="LiveId" clId="{DD31E282-B62B-4911-91B6-43B1B98908F9}" dt="2026-02-15T05:17:33.243" v="9763" actId="1076"/>
          <ac:picMkLst>
            <pc:docMk/>
            <pc:sldMk cId="2725996181" sldId="273"/>
            <ac:picMk id="19" creationId="{FE465F48-81DA-D7E4-4073-24F48761D78A}"/>
          </ac:picMkLst>
        </pc:picChg>
        <pc:picChg chg="add mod">
          <ac:chgData name="Ueda Isamu" userId="35289799e0376f2e" providerId="LiveId" clId="{DD31E282-B62B-4911-91B6-43B1B98908F9}" dt="2026-02-15T05:31:14.314" v="10538" actId="1076"/>
          <ac:picMkLst>
            <pc:docMk/>
            <pc:sldMk cId="2725996181" sldId="273"/>
            <ac:picMk id="21" creationId="{55696760-0E7E-206D-DA81-D59C3384316B}"/>
          </ac:picMkLst>
        </pc:picChg>
        <pc:picChg chg="mod ord">
          <ac:chgData name="Ueda Isamu" userId="35289799e0376f2e" providerId="LiveId" clId="{DD31E282-B62B-4911-91B6-43B1B98908F9}" dt="2026-02-15T05:32:26.162" v="10588" actId="14100"/>
          <ac:picMkLst>
            <pc:docMk/>
            <pc:sldMk cId="2725996181" sldId="273"/>
            <ac:picMk id="29" creationId="{20D5626C-6351-07F6-59BD-6597A0E28567}"/>
          </ac:picMkLst>
        </pc:picChg>
        <pc:picChg chg="add mod">
          <ac:chgData name="Ueda Isamu" userId="35289799e0376f2e" providerId="LiveId" clId="{DD31E282-B62B-4911-91B6-43B1B98908F9}" dt="2026-02-15T05:21:25.458" v="9961" actId="1440"/>
          <ac:picMkLst>
            <pc:docMk/>
            <pc:sldMk cId="2725996181" sldId="273"/>
            <ac:picMk id="35" creationId="{5493BE88-764F-C420-FACD-B273E6A72AEF}"/>
          </ac:picMkLst>
        </pc:picChg>
        <pc:picChg chg="add mod">
          <ac:chgData name="Ueda Isamu" userId="35289799e0376f2e" providerId="LiveId" clId="{DD31E282-B62B-4911-91B6-43B1B98908F9}" dt="2026-02-15T05:25:27.422" v="10066" actId="1076"/>
          <ac:picMkLst>
            <pc:docMk/>
            <pc:sldMk cId="2725996181" sldId="273"/>
            <ac:picMk id="51" creationId="{67A7031C-7E73-FD66-6323-56E54B4FE465}"/>
          </ac:picMkLst>
        </pc:picChg>
        <pc:picChg chg="add mod">
          <ac:chgData name="Ueda Isamu" userId="35289799e0376f2e" providerId="LiveId" clId="{DD31E282-B62B-4911-91B6-43B1B98908F9}" dt="2026-02-15T05:25:25.314" v="10065" actId="1076"/>
          <ac:picMkLst>
            <pc:docMk/>
            <pc:sldMk cId="2725996181" sldId="273"/>
            <ac:picMk id="54" creationId="{6BD31BB0-6344-C740-341F-BC34B87DCBB2}"/>
          </ac:picMkLst>
        </pc:picChg>
        <pc:picChg chg="add mod">
          <ac:chgData name="Ueda Isamu" userId="35289799e0376f2e" providerId="LiveId" clId="{DD31E282-B62B-4911-91B6-43B1B98908F9}" dt="2026-02-15T05:27:36.513" v="10271" actId="1076"/>
          <ac:picMkLst>
            <pc:docMk/>
            <pc:sldMk cId="2725996181" sldId="273"/>
            <ac:picMk id="61" creationId="{6617623A-D9AF-904F-7983-7B14F52F8E62}"/>
          </ac:picMkLst>
        </pc:picChg>
        <pc:picChg chg="add mod">
          <ac:chgData name="Ueda Isamu" userId="35289799e0376f2e" providerId="LiveId" clId="{DD31E282-B62B-4911-91B6-43B1B98908F9}" dt="2026-02-15T05:29:09.542" v="10410" actId="1076"/>
          <ac:picMkLst>
            <pc:docMk/>
            <pc:sldMk cId="2725996181" sldId="273"/>
            <ac:picMk id="63" creationId="{85ABC315-3BDA-11F5-8264-3C0087AB5657}"/>
          </ac:picMkLst>
        </pc:picChg>
        <pc:picChg chg="add mod">
          <ac:chgData name="Ueda Isamu" userId="35289799e0376f2e" providerId="LiveId" clId="{DD31E282-B62B-4911-91B6-43B1B98908F9}" dt="2026-02-15T05:33:00.422" v="10595" actId="1076"/>
          <ac:picMkLst>
            <pc:docMk/>
            <pc:sldMk cId="2725996181" sldId="273"/>
            <ac:picMk id="68" creationId="{EED0806F-0CB9-F8B8-2AD5-1FA548E0235C}"/>
          </ac:picMkLst>
        </pc:picChg>
        <pc:cxnChg chg="add mod">
          <ac:chgData name="Ueda Isamu" userId="35289799e0376f2e" providerId="LiveId" clId="{DD31E282-B62B-4911-91B6-43B1B98908F9}" dt="2026-02-15T05:28:07.239" v="10332" actId="1076"/>
          <ac:cxnSpMkLst>
            <pc:docMk/>
            <pc:sldMk cId="2725996181" sldId="273"/>
            <ac:cxnSpMk id="27" creationId="{43E4502E-9DC5-DB26-DB9B-5B7E56496638}"/>
          </ac:cxnSpMkLst>
        </pc:cxnChg>
      </pc:sldChg>
      <pc:sldChg chg="addSp delSp modSp add mod">
        <pc:chgData name="Ueda Isamu" userId="35289799e0376f2e" providerId="LiveId" clId="{DD31E282-B62B-4911-91B6-43B1B98908F9}" dt="2026-02-19T09:58:19.877" v="11731" actId="1076"/>
        <pc:sldMkLst>
          <pc:docMk/>
          <pc:sldMk cId="3625493651" sldId="274"/>
        </pc:sldMkLst>
        <pc:spChg chg="add mod">
          <ac:chgData name="Ueda Isamu" userId="35289799e0376f2e" providerId="LiveId" clId="{DD31E282-B62B-4911-91B6-43B1B98908F9}" dt="2026-02-19T09:48:17.655" v="11654" actId="1076"/>
          <ac:spMkLst>
            <pc:docMk/>
            <pc:sldMk cId="3625493651" sldId="274"/>
            <ac:spMk id="2" creationId="{D0C0372C-F283-E906-A7BE-41A6C076CC94}"/>
          </ac:spMkLst>
        </pc:spChg>
        <pc:spChg chg="add mod">
          <ac:chgData name="Ueda Isamu" userId="35289799e0376f2e" providerId="LiveId" clId="{DD31E282-B62B-4911-91B6-43B1B98908F9}" dt="2026-02-19T09:49:37.724" v="11698" actId="1076"/>
          <ac:spMkLst>
            <pc:docMk/>
            <pc:sldMk cId="3625493651" sldId="274"/>
            <ac:spMk id="3" creationId="{B0EB3F53-D728-197D-6933-B54C3C7EB3E9}"/>
          </ac:spMkLst>
        </pc:spChg>
        <pc:spChg chg="add mod">
          <ac:chgData name="Ueda Isamu" userId="35289799e0376f2e" providerId="LiveId" clId="{DD31E282-B62B-4911-91B6-43B1B98908F9}" dt="2026-02-19T09:48:54.034" v="11683" actId="1076"/>
          <ac:spMkLst>
            <pc:docMk/>
            <pc:sldMk cId="3625493651" sldId="274"/>
            <ac:spMk id="4" creationId="{EAF636A8-D560-B2ED-6FDA-836FEBDF83F4}"/>
          </ac:spMkLst>
        </pc:spChg>
        <pc:spChg chg="add mod">
          <ac:chgData name="Ueda Isamu" userId="35289799e0376f2e" providerId="LiveId" clId="{DD31E282-B62B-4911-91B6-43B1B98908F9}" dt="2026-02-19T09:52:36.147" v="11727" actId="20577"/>
          <ac:spMkLst>
            <pc:docMk/>
            <pc:sldMk cId="3625493651" sldId="274"/>
            <ac:spMk id="5" creationId="{19201A7A-949C-220F-F16E-33DA16930E8D}"/>
          </ac:spMkLst>
        </pc:spChg>
        <pc:spChg chg="add mod">
          <ac:chgData name="Ueda Isamu" userId="35289799e0376f2e" providerId="LiveId" clId="{DD31E282-B62B-4911-91B6-43B1B98908F9}" dt="2026-02-19T09:48:25.491" v="11658" actId="14100"/>
          <ac:spMkLst>
            <pc:docMk/>
            <pc:sldMk cId="3625493651" sldId="274"/>
            <ac:spMk id="10" creationId="{A9AA2DF1-B8E3-B7ED-C505-65BBE5AD873E}"/>
          </ac:spMkLst>
        </pc:spChg>
        <pc:spChg chg="mod">
          <ac:chgData name="Ueda Isamu" userId="35289799e0376f2e" providerId="LiveId" clId="{DD31E282-B62B-4911-91B6-43B1B98908F9}" dt="2026-02-17T11:22:55.415" v="10649" actId="20577"/>
          <ac:spMkLst>
            <pc:docMk/>
            <pc:sldMk cId="3625493651" sldId="274"/>
            <ac:spMk id="11" creationId="{BDEAD01F-B127-A480-F212-BAC47E7BF94E}"/>
          </ac:spMkLst>
        </pc:spChg>
        <pc:spChg chg="add del mod">
          <ac:chgData name="Ueda Isamu" userId="35289799e0376f2e" providerId="LiveId" clId="{DD31E282-B62B-4911-91B6-43B1B98908F9}" dt="2026-02-19T09:41:01.199" v="11433" actId="1076"/>
          <ac:spMkLst>
            <pc:docMk/>
            <pc:sldMk cId="3625493651" sldId="274"/>
            <ac:spMk id="14" creationId="{81A2B364-2F4C-D4C0-7078-176BCC173923}"/>
          </ac:spMkLst>
        </pc:spChg>
        <pc:spChg chg="add mod">
          <ac:chgData name="Ueda Isamu" userId="35289799e0376f2e" providerId="LiveId" clId="{DD31E282-B62B-4911-91B6-43B1B98908F9}" dt="2026-02-19T09:58:19.877" v="11731" actId="1076"/>
          <ac:spMkLst>
            <pc:docMk/>
            <pc:sldMk cId="3625493651" sldId="274"/>
            <ac:spMk id="16" creationId="{56A26C3C-9FCA-9FC2-F276-D7935E4E950A}"/>
          </ac:spMkLst>
        </pc:spChg>
        <pc:spChg chg="add mod">
          <ac:chgData name="Ueda Isamu" userId="35289799e0376f2e" providerId="LiveId" clId="{DD31E282-B62B-4911-91B6-43B1B98908F9}" dt="2026-02-19T09:49:18.301" v="11694" actId="1076"/>
          <ac:spMkLst>
            <pc:docMk/>
            <pc:sldMk cId="3625493651" sldId="274"/>
            <ac:spMk id="17" creationId="{62CB6AF1-92A8-513D-4704-3CA2E31D4291}"/>
          </ac:spMkLst>
        </pc:spChg>
        <pc:spChg chg="mod">
          <ac:chgData name="Ueda Isamu" userId="35289799e0376f2e" providerId="LiveId" clId="{DD31E282-B62B-4911-91B6-43B1B98908F9}" dt="2026-02-19T09:46:30.021" v="11606" actId="1076"/>
          <ac:spMkLst>
            <pc:docMk/>
            <pc:sldMk cId="3625493651" sldId="274"/>
            <ac:spMk id="22" creationId="{0785A01D-E639-F706-B749-D8B880FA08AA}"/>
          </ac:spMkLst>
        </pc:spChg>
        <pc:spChg chg="add mod">
          <ac:chgData name="Ueda Isamu" userId="35289799e0376f2e" providerId="LiveId" clId="{DD31E282-B62B-4911-91B6-43B1B98908F9}" dt="2026-02-19T09:48:19.514" v="11655" actId="1076"/>
          <ac:spMkLst>
            <pc:docMk/>
            <pc:sldMk cId="3625493651" sldId="274"/>
            <ac:spMk id="32" creationId="{785AB66E-47EB-877C-1AE2-7AE74B971302}"/>
          </ac:spMkLst>
        </pc:spChg>
        <pc:picChg chg="add mod ord">
          <ac:chgData name="Ueda Isamu" userId="35289799e0376f2e" providerId="LiveId" clId="{DD31E282-B62B-4911-91B6-43B1B98908F9}" dt="2026-02-19T09:46:39.742" v="11611" actId="1076"/>
          <ac:picMkLst>
            <pc:docMk/>
            <pc:sldMk cId="3625493651" sldId="274"/>
            <ac:picMk id="6" creationId="{8AEE99A6-42EA-28C8-9D12-2DE831B194A9}"/>
          </ac:picMkLst>
        </pc:picChg>
        <pc:picChg chg="add mod ord">
          <ac:chgData name="Ueda Isamu" userId="35289799e0376f2e" providerId="LiveId" clId="{DD31E282-B62B-4911-91B6-43B1B98908F9}" dt="2026-02-19T09:41:27.287" v="11439" actId="1076"/>
          <ac:picMkLst>
            <pc:docMk/>
            <pc:sldMk cId="3625493651" sldId="274"/>
            <ac:picMk id="9" creationId="{5E93E983-7266-A1E4-2291-EC680C1A3958}"/>
          </ac:picMkLst>
        </pc:picChg>
        <pc:picChg chg="add mod">
          <ac:chgData name="Ueda Isamu" userId="35289799e0376f2e" providerId="LiveId" clId="{DD31E282-B62B-4911-91B6-43B1B98908F9}" dt="2026-02-19T09:48:30.101" v="11659" actId="1076"/>
          <ac:picMkLst>
            <pc:docMk/>
            <pc:sldMk cId="3625493651" sldId="274"/>
            <ac:picMk id="15" creationId="{E7655D36-F511-61F6-FAE2-2946C8EBD820}"/>
          </ac:picMkLst>
        </pc:picChg>
        <pc:picChg chg="add mod">
          <ac:chgData name="Ueda Isamu" userId="35289799e0376f2e" providerId="LiveId" clId="{DD31E282-B62B-4911-91B6-43B1B98908F9}" dt="2026-02-19T09:48:31.804" v="11660" actId="1076"/>
          <ac:picMkLst>
            <pc:docMk/>
            <pc:sldMk cId="3625493651" sldId="274"/>
            <ac:picMk id="18" creationId="{05EABF29-D602-1D7A-AC03-A06DF237B965}"/>
          </ac:picMkLst>
        </pc:picChg>
        <pc:picChg chg="add mod ord">
          <ac:chgData name="Ueda Isamu" userId="35289799e0376f2e" providerId="LiveId" clId="{DD31E282-B62B-4911-91B6-43B1B98908F9}" dt="2026-02-19T09:49:12.500" v="11691" actId="1076"/>
          <ac:picMkLst>
            <pc:docMk/>
            <pc:sldMk cId="3625493651" sldId="274"/>
            <ac:picMk id="25" creationId="{0BF7A204-341A-DED3-246D-3079B2935916}"/>
          </ac:picMkLst>
        </pc:picChg>
        <pc:picChg chg="add mod ord">
          <ac:chgData name="Ueda Isamu" userId="35289799e0376f2e" providerId="LiveId" clId="{DD31E282-B62B-4911-91B6-43B1B98908F9}" dt="2026-02-19T09:49:13.759" v="11692" actId="1076"/>
          <ac:picMkLst>
            <pc:docMk/>
            <pc:sldMk cId="3625493651" sldId="274"/>
            <ac:picMk id="26" creationId="{81D8D344-4F13-0C51-54D0-8A616CEF7047}"/>
          </ac:picMkLst>
        </pc:picChg>
        <pc:picChg chg="mod">
          <ac:chgData name="Ueda Isamu" userId="35289799e0376f2e" providerId="LiveId" clId="{DD31E282-B62B-4911-91B6-43B1B98908F9}" dt="2026-02-17T11:46:17.453" v="11075" actId="1076"/>
          <ac:picMkLst>
            <pc:docMk/>
            <pc:sldMk cId="3625493651" sldId="274"/>
            <ac:picMk id="29" creationId="{1742E282-BCCD-42D8-CF80-3588CAEC5DB0}"/>
          </ac:picMkLst>
        </pc:picChg>
        <pc:picChg chg="add mod">
          <ac:chgData name="Ueda Isamu" userId="35289799e0376f2e" providerId="LiveId" clId="{DD31E282-B62B-4911-91B6-43B1B98908F9}" dt="2026-02-19T09:50:13.213" v="11704" actId="1076"/>
          <ac:picMkLst>
            <pc:docMk/>
            <pc:sldMk cId="3625493651" sldId="274"/>
            <ac:picMk id="30" creationId="{D3C9384D-4849-46DF-1912-99B44C34C1C7}"/>
          </ac:picMkLst>
        </pc:picChg>
        <pc:picChg chg="mod ord">
          <ac:chgData name="Ueda Isamu" userId="35289799e0376f2e" providerId="LiveId" clId="{DD31E282-B62B-4911-91B6-43B1B98908F9}" dt="2026-02-19T09:52:41.799" v="11730" actId="1076"/>
          <ac:picMkLst>
            <pc:docMk/>
            <pc:sldMk cId="3625493651" sldId="274"/>
            <ac:picMk id="61" creationId="{5F8F0A2A-3BB0-D050-853A-45B289720BE9}"/>
          </ac:picMkLst>
        </pc:picChg>
        <pc:cxnChg chg="add mod">
          <ac:chgData name="Ueda Isamu" userId="35289799e0376f2e" providerId="LiveId" clId="{DD31E282-B62B-4911-91B6-43B1B98908F9}" dt="2026-02-19T09:49:59.054" v="11701" actId="1076"/>
          <ac:cxnSpMkLst>
            <pc:docMk/>
            <pc:sldMk cId="3625493651" sldId="274"/>
            <ac:cxnSpMk id="20" creationId="{3CC00ADD-1DB0-F10D-EA53-79B9854F8AB7}"/>
          </ac:cxnSpMkLst>
        </pc:cxnChg>
      </pc:sldChg>
      <pc:sldChg chg="modSp add mod">
        <pc:chgData name="Ueda Isamu" userId="35289799e0376f2e" providerId="LiveId" clId="{DD31E282-B62B-4911-91B6-43B1B98908F9}" dt="2026-02-19T12:27:25.054" v="11734" actId="20577"/>
        <pc:sldMkLst>
          <pc:docMk/>
          <pc:sldMk cId="1574065494" sldId="275"/>
        </pc:sldMkLst>
        <pc:spChg chg="mod">
          <ac:chgData name="Ueda Isamu" userId="35289799e0376f2e" providerId="LiveId" clId="{DD31E282-B62B-4911-91B6-43B1B98908F9}" dt="2026-02-19T12:27:25.054" v="11734" actId="20577"/>
          <ac:spMkLst>
            <pc:docMk/>
            <pc:sldMk cId="1574065494" sldId="275"/>
            <ac:spMk id="11" creationId="{CDDABEFA-86B0-B545-099F-858E714A9464}"/>
          </ac:spMkLst>
        </pc:spChg>
      </pc:sldChg>
      <pc:sldChg chg="addSp delSp modSp new mod">
        <pc:chgData name="Ueda Isamu" userId="35289799e0376f2e" providerId="LiveId" clId="{DD31E282-B62B-4911-91B6-43B1B98908F9}" dt="2026-03-03T11:39:23.052" v="15707" actId="14100"/>
        <pc:sldMkLst>
          <pc:docMk/>
          <pc:sldMk cId="1523782890" sldId="276"/>
        </pc:sldMkLst>
        <pc:spChg chg="add">
          <ac:chgData name="Ueda Isamu" userId="35289799e0376f2e" providerId="LiveId" clId="{DD31E282-B62B-4911-91B6-43B1B98908F9}" dt="2026-02-21T11:09:01.364" v="11739"/>
          <ac:spMkLst>
            <pc:docMk/>
            <pc:sldMk cId="1523782890" sldId="276"/>
            <ac:spMk id="5" creationId="{357F566E-4837-E7FD-4F19-AD9BF1258BDC}"/>
          </ac:spMkLst>
        </pc:spChg>
        <pc:picChg chg="add mod">
          <ac:chgData name="Ueda Isamu" userId="35289799e0376f2e" providerId="LiveId" clId="{DD31E282-B62B-4911-91B6-43B1B98908F9}" dt="2026-03-03T11:39:23.052" v="15707" actId="14100"/>
          <ac:picMkLst>
            <pc:docMk/>
            <pc:sldMk cId="1523782890" sldId="276"/>
            <ac:picMk id="3" creationId="{BAA0CE33-2CAE-EB45-B625-AD7967CFE322}"/>
          </ac:picMkLst>
        </pc:picChg>
      </pc:sldChg>
      <pc:sldChg chg="addSp delSp modSp add mod">
        <pc:chgData name="Ueda Isamu" userId="35289799e0376f2e" providerId="LiveId" clId="{DD31E282-B62B-4911-91B6-43B1B98908F9}" dt="2026-02-22T12:06:38.468" v="12950" actId="14100"/>
        <pc:sldMkLst>
          <pc:docMk/>
          <pc:sldMk cId="2747495569" sldId="277"/>
        </pc:sldMkLst>
        <pc:spChg chg="mod">
          <ac:chgData name="Ueda Isamu" userId="35289799e0376f2e" providerId="LiveId" clId="{DD31E282-B62B-4911-91B6-43B1B98908F9}" dt="2026-02-22T11:35:02.600" v="12007" actId="20577"/>
          <ac:spMkLst>
            <pc:docMk/>
            <pc:sldMk cId="2747495569" sldId="277"/>
            <ac:spMk id="11" creationId="{7817DDB4-33D0-FE2B-B95F-7EB4FEFCB8A3}"/>
          </ac:spMkLst>
        </pc:spChg>
        <pc:spChg chg="add del mod">
          <ac:chgData name="Ueda Isamu" userId="35289799e0376f2e" providerId="LiveId" clId="{DD31E282-B62B-4911-91B6-43B1B98908F9}" dt="2026-02-22T11:41:39.935" v="12210" actId="14861"/>
          <ac:spMkLst>
            <pc:docMk/>
            <pc:sldMk cId="2747495569" sldId="277"/>
            <ac:spMk id="14" creationId="{8BDA8C2F-3701-5F2B-49A1-928D199EE0A0}"/>
          </ac:spMkLst>
        </pc:spChg>
        <pc:spChg chg="add mod">
          <ac:chgData name="Ueda Isamu" userId="35289799e0376f2e" providerId="LiveId" clId="{DD31E282-B62B-4911-91B6-43B1B98908F9}" dt="2026-02-22T11:49:19.964" v="12618" actId="1076"/>
          <ac:spMkLst>
            <pc:docMk/>
            <pc:sldMk cId="2747495569" sldId="277"/>
            <ac:spMk id="23" creationId="{A0ACCC48-77C9-D9CD-A4CD-FD3494A28F24}"/>
          </ac:spMkLst>
        </pc:spChg>
        <pc:spChg chg="add mod ord">
          <ac:chgData name="Ueda Isamu" userId="35289799e0376f2e" providerId="LiveId" clId="{DD31E282-B62B-4911-91B6-43B1B98908F9}" dt="2026-02-22T11:56:10.360" v="12943" actId="1076"/>
          <ac:spMkLst>
            <pc:docMk/>
            <pc:sldMk cId="2747495569" sldId="277"/>
            <ac:spMk id="27" creationId="{4832F73D-81AE-4FFC-6CDF-309699DEAE8F}"/>
          </ac:spMkLst>
        </pc:spChg>
        <pc:spChg chg="add mod">
          <ac:chgData name="Ueda Isamu" userId="35289799e0376f2e" providerId="LiveId" clId="{DD31E282-B62B-4911-91B6-43B1B98908F9}" dt="2026-02-22T12:06:26.640" v="12947" actId="1076"/>
          <ac:spMkLst>
            <pc:docMk/>
            <pc:sldMk cId="2747495569" sldId="277"/>
            <ac:spMk id="28" creationId="{7E1BCF73-C7CE-2AB9-D9AF-CCF402A7CBFC}"/>
          </ac:spMkLst>
        </pc:spChg>
        <pc:spChg chg="add mod">
          <ac:chgData name="Ueda Isamu" userId="35289799e0376f2e" providerId="LiveId" clId="{DD31E282-B62B-4911-91B6-43B1B98908F9}" dt="2026-02-22T12:06:28.908" v="12948" actId="1076"/>
          <ac:spMkLst>
            <pc:docMk/>
            <pc:sldMk cId="2747495569" sldId="277"/>
            <ac:spMk id="31" creationId="{765B6E3B-A059-41CF-BF1D-A126105B0936}"/>
          </ac:spMkLst>
        </pc:spChg>
        <pc:spChg chg="add mod">
          <ac:chgData name="Ueda Isamu" userId="35289799e0376f2e" providerId="LiveId" clId="{DD31E282-B62B-4911-91B6-43B1B98908F9}" dt="2026-02-22T12:06:24.352" v="12946" actId="1076"/>
          <ac:spMkLst>
            <pc:docMk/>
            <pc:sldMk cId="2747495569" sldId="277"/>
            <ac:spMk id="33" creationId="{87293F38-8BFB-45F2-3447-38C08001882A}"/>
          </ac:spMkLst>
        </pc:spChg>
        <pc:spChg chg="add mod">
          <ac:chgData name="Ueda Isamu" userId="35289799e0376f2e" providerId="LiveId" clId="{DD31E282-B62B-4911-91B6-43B1B98908F9}" dt="2026-02-22T11:54:57.256" v="12873" actId="1076"/>
          <ac:spMkLst>
            <pc:docMk/>
            <pc:sldMk cId="2747495569" sldId="277"/>
            <ac:spMk id="34" creationId="{4F987361-80D3-9E3F-7BBA-CB63C1994E2E}"/>
          </ac:spMkLst>
        </pc:spChg>
        <pc:spChg chg="add mod">
          <ac:chgData name="Ueda Isamu" userId="35289799e0376f2e" providerId="LiveId" clId="{DD31E282-B62B-4911-91B6-43B1B98908F9}" dt="2026-02-22T11:55:04.521" v="12877" actId="1076"/>
          <ac:spMkLst>
            <pc:docMk/>
            <pc:sldMk cId="2747495569" sldId="277"/>
            <ac:spMk id="36" creationId="{E67A212F-70A2-0022-FFD1-7CD22DB856ED}"/>
          </ac:spMkLst>
        </pc:spChg>
        <pc:spChg chg="add mod">
          <ac:chgData name="Ueda Isamu" userId="35289799e0376f2e" providerId="LiveId" clId="{DD31E282-B62B-4911-91B6-43B1B98908F9}" dt="2026-02-22T11:56:13.432" v="12944" actId="1076"/>
          <ac:spMkLst>
            <pc:docMk/>
            <pc:sldMk cId="2747495569" sldId="277"/>
            <ac:spMk id="39" creationId="{0A83C9E5-5857-E4A9-39F9-60C94DB0F2D9}"/>
          </ac:spMkLst>
        </pc:spChg>
        <pc:spChg chg="add mod">
          <ac:chgData name="Ueda Isamu" userId="35289799e0376f2e" providerId="LiveId" clId="{DD31E282-B62B-4911-91B6-43B1B98908F9}" dt="2026-02-22T11:55:54.690" v="12935" actId="1076"/>
          <ac:spMkLst>
            <pc:docMk/>
            <pc:sldMk cId="2747495569" sldId="277"/>
            <ac:spMk id="41" creationId="{37B9A32F-1C61-D8FF-6556-138773B7741A}"/>
          </ac:spMkLst>
        </pc:spChg>
        <pc:spChg chg="add mod">
          <ac:chgData name="Ueda Isamu" userId="35289799e0376f2e" providerId="LiveId" clId="{DD31E282-B62B-4911-91B6-43B1B98908F9}" dt="2026-02-22T11:52:21.122" v="12795" actId="1076"/>
          <ac:spMkLst>
            <pc:docMk/>
            <pc:sldMk cId="2747495569" sldId="277"/>
            <ac:spMk id="42" creationId="{52101957-1E33-9609-DB41-89D4D46C2383}"/>
          </ac:spMkLst>
        </pc:spChg>
        <pc:spChg chg="add mod">
          <ac:chgData name="Ueda Isamu" userId="35289799e0376f2e" providerId="LiveId" clId="{DD31E282-B62B-4911-91B6-43B1B98908F9}" dt="2026-02-22T11:53:26.978" v="12864" actId="1076"/>
          <ac:spMkLst>
            <pc:docMk/>
            <pc:sldMk cId="2747495569" sldId="277"/>
            <ac:spMk id="43" creationId="{17496A27-6B23-25E3-6F22-7BBE7A9B5A86}"/>
          </ac:spMkLst>
        </pc:spChg>
        <pc:spChg chg="add mod">
          <ac:chgData name="Ueda Isamu" userId="35289799e0376f2e" providerId="LiveId" clId="{DD31E282-B62B-4911-91B6-43B1B98908F9}" dt="2026-02-22T11:53:31.986" v="12866" actId="1076"/>
          <ac:spMkLst>
            <pc:docMk/>
            <pc:sldMk cId="2747495569" sldId="277"/>
            <ac:spMk id="44" creationId="{2A32FEFC-02B4-84DA-50BB-A20F2A165501}"/>
          </ac:spMkLst>
        </pc:spChg>
        <pc:picChg chg="add mod">
          <ac:chgData name="Ueda Isamu" userId="35289799e0376f2e" providerId="LiveId" clId="{DD31E282-B62B-4911-91B6-43B1B98908F9}" dt="2026-02-22T11:49:30.265" v="12623" actId="1076"/>
          <ac:picMkLst>
            <pc:docMk/>
            <pc:sldMk cId="2747495569" sldId="277"/>
            <ac:picMk id="8" creationId="{E190AA39-B93D-3508-B49B-3FB4F203C8E5}"/>
          </ac:picMkLst>
        </pc:picChg>
        <pc:picChg chg="add mod modCrop">
          <ac:chgData name="Ueda Isamu" userId="35289799e0376f2e" providerId="LiveId" clId="{DD31E282-B62B-4911-91B6-43B1B98908F9}" dt="2026-02-22T11:53:43.113" v="12868" actId="1076"/>
          <ac:picMkLst>
            <pc:docMk/>
            <pc:sldMk cId="2747495569" sldId="277"/>
            <ac:picMk id="21" creationId="{17DC12F3-2D1D-47A3-8E8C-7A9AF8073530}"/>
          </ac:picMkLst>
        </pc:picChg>
        <pc:picChg chg="mod">
          <ac:chgData name="Ueda Isamu" userId="35289799e0376f2e" providerId="LiveId" clId="{DD31E282-B62B-4911-91B6-43B1B98908F9}" dt="2026-02-22T11:52:32.304" v="12801" actId="1076"/>
          <ac:picMkLst>
            <pc:docMk/>
            <pc:sldMk cId="2747495569" sldId="277"/>
            <ac:picMk id="29" creationId="{F6C91C7D-D3FC-EF13-D3D3-7B40A501FC1F}"/>
          </ac:picMkLst>
        </pc:picChg>
        <pc:picChg chg="add mod">
          <ac:chgData name="Ueda Isamu" userId="35289799e0376f2e" providerId="LiveId" clId="{DD31E282-B62B-4911-91B6-43B1B98908F9}" dt="2026-02-22T11:55:02.289" v="12876" actId="1076"/>
          <ac:picMkLst>
            <pc:docMk/>
            <pc:sldMk cId="2747495569" sldId="277"/>
            <ac:picMk id="35" creationId="{CBA6D2D9-FBC9-69EF-C75F-4158E6A911B8}"/>
          </ac:picMkLst>
        </pc:picChg>
        <pc:picChg chg="add mod">
          <ac:chgData name="Ueda Isamu" userId="35289799e0376f2e" providerId="LiveId" clId="{DD31E282-B62B-4911-91B6-43B1B98908F9}" dt="2026-02-22T11:52:22.833" v="12796" actId="1076"/>
          <ac:picMkLst>
            <pc:docMk/>
            <pc:sldMk cId="2747495569" sldId="277"/>
            <ac:picMk id="38" creationId="{5A121362-AE92-E4F9-2D46-43EAD280EE5C}"/>
          </ac:picMkLst>
        </pc:picChg>
        <pc:picChg chg="mod ord">
          <ac:chgData name="Ueda Isamu" userId="35289799e0376f2e" providerId="LiveId" clId="{DD31E282-B62B-4911-91B6-43B1B98908F9}" dt="2026-02-22T11:51:51.075" v="12721" actId="1076"/>
          <ac:picMkLst>
            <pc:docMk/>
            <pc:sldMk cId="2747495569" sldId="277"/>
            <ac:picMk id="61" creationId="{F073C903-C59C-5F42-53DF-DC9838DC7EEC}"/>
          </ac:picMkLst>
        </pc:picChg>
        <pc:cxnChg chg="mod">
          <ac:chgData name="Ueda Isamu" userId="35289799e0376f2e" providerId="LiveId" clId="{DD31E282-B62B-4911-91B6-43B1B98908F9}" dt="2026-02-22T12:06:38.468" v="12950" actId="14100"/>
          <ac:cxnSpMkLst>
            <pc:docMk/>
            <pc:sldMk cId="2747495569" sldId="277"/>
            <ac:cxnSpMk id="20" creationId="{F6D917D9-71DC-F125-6CDE-C99ED8677CFD}"/>
          </ac:cxnSpMkLst>
        </pc:cxnChg>
      </pc:sldChg>
      <pc:sldChg chg="addSp delSp modSp add mod">
        <pc:chgData name="Ueda Isamu" userId="35289799e0376f2e" providerId="LiveId" clId="{DD31E282-B62B-4911-91B6-43B1B98908F9}" dt="2026-02-25T04:29:18.648" v="13102" actId="478"/>
        <pc:sldMkLst>
          <pc:docMk/>
          <pc:sldMk cId="3027649091" sldId="278"/>
        </pc:sldMkLst>
        <pc:spChg chg="mod">
          <ac:chgData name="Ueda Isamu" userId="35289799e0376f2e" providerId="LiveId" clId="{DD31E282-B62B-4911-91B6-43B1B98908F9}" dt="2026-02-25T01:59:05.592" v="12977"/>
          <ac:spMkLst>
            <pc:docMk/>
            <pc:sldMk cId="3027649091" sldId="278"/>
            <ac:spMk id="11" creationId="{60262E2D-6861-30B3-5C7F-DE9A9FA6E2E3}"/>
          </ac:spMkLst>
        </pc:spChg>
        <pc:spChg chg="add del mod">
          <ac:chgData name="Ueda Isamu" userId="35289799e0376f2e" providerId="LiveId" clId="{DD31E282-B62B-4911-91B6-43B1B98908F9}" dt="2026-02-25T02:16:50.259" v="13100" actId="13926"/>
          <ac:spMkLst>
            <pc:docMk/>
            <pc:sldMk cId="3027649091" sldId="278"/>
            <ac:spMk id="14" creationId="{27645EB1-7E58-3F64-9018-FA57ACEF4385}"/>
          </ac:spMkLst>
        </pc:spChg>
        <pc:spChg chg="mod">
          <ac:chgData name="Ueda Isamu" userId="35289799e0376f2e" providerId="LiveId" clId="{DD31E282-B62B-4911-91B6-43B1B98908F9}" dt="2026-02-25T02:05:43.361" v="13014" actId="1076"/>
          <ac:spMkLst>
            <pc:docMk/>
            <pc:sldMk cId="3027649091" sldId="278"/>
            <ac:spMk id="23" creationId="{ECCD167B-6527-BBF6-5C5D-91DF8E412A4E}"/>
          </ac:spMkLst>
        </pc:spChg>
        <pc:spChg chg="mod">
          <ac:chgData name="Ueda Isamu" userId="35289799e0376f2e" providerId="LiveId" clId="{DD31E282-B62B-4911-91B6-43B1B98908F9}" dt="2026-02-25T02:05:07.969" v="13004" actId="14100"/>
          <ac:spMkLst>
            <pc:docMk/>
            <pc:sldMk cId="3027649091" sldId="278"/>
            <ac:spMk id="27" creationId="{2AB0CCCF-3836-7418-4E47-87F452E85532}"/>
          </ac:spMkLst>
        </pc:spChg>
        <pc:spChg chg="mod">
          <ac:chgData name="Ueda Isamu" userId="35289799e0376f2e" providerId="LiveId" clId="{DD31E282-B62B-4911-91B6-43B1B98908F9}" dt="2026-02-25T02:10:16" v="13060" actId="1076"/>
          <ac:spMkLst>
            <pc:docMk/>
            <pc:sldMk cId="3027649091" sldId="278"/>
            <ac:spMk id="31" creationId="{1AEEBF0E-C857-2B88-BA24-33424F491889}"/>
          </ac:spMkLst>
        </pc:spChg>
        <pc:spChg chg="mod">
          <ac:chgData name="Ueda Isamu" userId="35289799e0376f2e" providerId="LiveId" clId="{DD31E282-B62B-4911-91B6-43B1B98908F9}" dt="2026-02-25T02:07:39.882" v="13029" actId="13926"/>
          <ac:spMkLst>
            <pc:docMk/>
            <pc:sldMk cId="3027649091" sldId="278"/>
            <ac:spMk id="34" creationId="{4947BD19-1DEC-E0FA-5E10-2C9287A0576C}"/>
          </ac:spMkLst>
        </pc:spChg>
        <pc:spChg chg="mod">
          <ac:chgData name="Ueda Isamu" userId="35289799e0376f2e" providerId="LiveId" clId="{DD31E282-B62B-4911-91B6-43B1B98908F9}" dt="2026-02-25T02:12:24.753" v="13079" actId="14100"/>
          <ac:spMkLst>
            <pc:docMk/>
            <pc:sldMk cId="3027649091" sldId="278"/>
            <ac:spMk id="36" creationId="{01BA9388-7466-FBDA-C544-C6DEEF94EE9C}"/>
          </ac:spMkLst>
        </pc:spChg>
        <pc:spChg chg="mod">
          <ac:chgData name="Ueda Isamu" userId="35289799e0376f2e" providerId="LiveId" clId="{DD31E282-B62B-4911-91B6-43B1B98908F9}" dt="2026-02-25T02:10:18.656" v="13061" actId="1076"/>
          <ac:spMkLst>
            <pc:docMk/>
            <pc:sldMk cId="3027649091" sldId="278"/>
            <ac:spMk id="39" creationId="{E60C2F02-5127-7A18-E88C-64409736FD26}"/>
          </ac:spMkLst>
        </pc:spChg>
        <pc:spChg chg="mod">
          <ac:chgData name="Ueda Isamu" userId="35289799e0376f2e" providerId="LiveId" clId="{DD31E282-B62B-4911-91B6-43B1B98908F9}" dt="2026-02-25T02:12:39.110" v="13091" actId="1076"/>
          <ac:spMkLst>
            <pc:docMk/>
            <pc:sldMk cId="3027649091" sldId="278"/>
            <ac:spMk id="41" creationId="{F77780AB-6AA4-30A6-1B09-16668288FA41}"/>
          </ac:spMkLst>
        </pc:spChg>
        <pc:spChg chg="mod">
          <ac:chgData name="Ueda Isamu" userId="35289799e0376f2e" providerId="LiveId" clId="{DD31E282-B62B-4911-91B6-43B1B98908F9}" dt="2026-02-25T02:12:49.706" v="13096" actId="1076"/>
          <ac:spMkLst>
            <pc:docMk/>
            <pc:sldMk cId="3027649091" sldId="278"/>
            <ac:spMk id="42" creationId="{0AA89CB5-D477-EC28-038C-24E245D11600}"/>
          </ac:spMkLst>
        </pc:spChg>
        <pc:spChg chg="mod">
          <ac:chgData name="Ueda Isamu" userId="35289799e0376f2e" providerId="LiveId" clId="{DD31E282-B62B-4911-91B6-43B1B98908F9}" dt="2026-02-25T02:12:43.660" v="13093" actId="1076"/>
          <ac:spMkLst>
            <pc:docMk/>
            <pc:sldMk cId="3027649091" sldId="278"/>
            <ac:spMk id="44" creationId="{6C3E5A7B-F65A-0BBF-7D3A-CC1E63D7F36E}"/>
          </ac:spMkLst>
        </pc:spChg>
        <pc:picChg chg="add mod">
          <ac:chgData name="Ueda Isamu" userId="35289799e0376f2e" providerId="LiveId" clId="{DD31E282-B62B-4911-91B6-43B1B98908F9}" dt="2026-02-25T02:13:02.125" v="13098" actId="1076"/>
          <ac:picMkLst>
            <pc:docMk/>
            <pc:sldMk cId="3027649091" sldId="278"/>
            <ac:picMk id="3" creationId="{C7CF2BB7-9FF4-B6EC-215B-11AFC25AE65F}"/>
          </ac:picMkLst>
        </pc:picChg>
        <pc:picChg chg="add mod">
          <ac:chgData name="Ueda Isamu" userId="35289799e0376f2e" providerId="LiveId" clId="{DD31E282-B62B-4911-91B6-43B1B98908F9}" dt="2026-02-25T02:13:04.346" v="13099" actId="14100"/>
          <ac:picMkLst>
            <pc:docMk/>
            <pc:sldMk cId="3027649091" sldId="278"/>
            <ac:picMk id="5" creationId="{266AABC3-2DBE-76CA-9AE5-66C6D38539BC}"/>
          </ac:picMkLst>
        </pc:picChg>
        <pc:picChg chg="add mod ord">
          <ac:chgData name="Ueda Isamu" userId="35289799e0376f2e" providerId="LiveId" clId="{DD31E282-B62B-4911-91B6-43B1B98908F9}" dt="2026-02-25T02:12:41.479" v="13092" actId="1076"/>
          <ac:picMkLst>
            <pc:docMk/>
            <pc:sldMk cId="3027649091" sldId="278"/>
            <ac:picMk id="9" creationId="{0411B4C8-66AC-220A-504B-696BA291CAAA}"/>
          </ac:picMkLst>
        </pc:picChg>
        <pc:picChg chg="mod">
          <ac:chgData name="Ueda Isamu" userId="35289799e0376f2e" providerId="LiveId" clId="{DD31E282-B62B-4911-91B6-43B1B98908F9}" dt="2026-02-25T02:05:02.030" v="13003" actId="1076"/>
          <ac:picMkLst>
            <pc:docMk/>
            <pc:sldMk cId="3027649091" sldId="278"/>
            <ac:picMk id="29" creationId="{763DF99F-6DB7-5146-9EC6-BA6A87F1B5BB}"/>
          </ac:picMkLst>
        </pc:picChg>
        <pc:picChg chg="mod">
          <ac:chgData name="Ueda Isamu" userId="35289799e0376f2e" providerId="LiveId" clId="{DD31E282-B62B-4911-91B6-43B1B98908F9}" dt="2026-02-25T02:12:27.327" v="13080" actId="1076"/>
          <ac:picMkLst>
            <pc:docMk/>
            <pc:sldMk cId="3027649091" sldId="278"/>
            <ac:picMk id="35" creationId="{89FF1117-F797-A223-8346-67573F837416}"/>
          </ac:picMkLst>
        </pc:picChg>
        <pc:picChg chg="mod">
          <ac:chgData name="Ueda Isamu" userId="35289799e0376f2e" providerId="LiveId" clId="{DD31E282-B62B-4911-91B6-43B1B98908F9}" dt="2026-02-25T02:12:51.648" v="13097" actId="1076"/>
          <ac:picMkLst>
            <pc:docMk/>
            <pc:sldMk cId="3027649091" sldId="278"/>
            <ac:picMk id="61" creationId="{F06B38F8-EB97-D0FD-882E-EF11BAD4BAD7}"/>
          </ac:picMkLst>
        </pc:picChg>
      </pc:sldChg>
      <pc:sldChg chg="addSp delSp modSp add mod">
        <pc:chgData name="Ueda Isamu" userId="35289799e0376f2e" providerId="LiveId" clId="{DD31E282-B62B-4911-91B6-43B1B98908F9}" dt="2026-02-28T04:32:50.855" v="13793" actId="20577"/>
        <pc:sldMkLst>
          <pc:docMk/>
          <pc:sldMk cId="3287798026" sldId="279"/>
        </pc:sldMkLst>
        <pc:spChg chg="mod">
          <ac:chgData name="Ueda Isamu" userId="35289799e0376f2e" providerId="LiveId" clId="{DD31E282-B62B-4911-91B6-43B1B98908F9}" dt="2026-02-28T04:32:50.855" v="13793" actId="20577"/>
          <ac:spMkLst>
            <pc:docMk/>
            <pc:sldMk cId="3287798026" sldId="279"/>
            <ac:spMk id="11" creationId="{84DC7C40-FA15-3A47-13FE-D11FC95AFD5F}"/>
          </ac:spMkLst>
        </pc:spChg>
        <pc:spChg chg="mod">
          <ac:chgData name="Ueda Isamu" userId="35289799e0376f2e" providerId="LiveId" clId="{DD31E282-B62B-4911-91B6-43B1B98908F9}" dt="2026-02-25T04:32:31.446" v="13139" actId="14100"/>
          <ac:spMkLst>
            <pc:docMk/>
            <pc:sldMk cId="3287798026" sldId="279"/>
            <ac:spMk id="14" creationId="{9EEDEB66-2071-43FC-16E2-A51D5159DED7}"/>
          </ac:spMkLst>
        </pc:spChg>
        <pc:spChg chg="mod">
          <ac:chgData name="Ueda Isamu" userId="35289799e0376f2e" providerId="LiveId" clId="{DD31E282-B62B-4911-91B6-43B1B98908F9}" dt="2026-02-25T04:38:09.805" v="13168" actId="20577"/>
          <ac:spMkLst>
            <pc:docMk/>
            <pc:sldMk cId="3287798026" sldId="279"/>
            <ac:spMk id="23" creationId="{4EC42499-5760-14A8-E851-1A0E632F30B7}"/>
          </ac:spMkLst>
        </pc:spChg>
        <pc:spChg chg="mod">
          <ac:chgData name="Ueda Isamu" userId="35289799e0376f2e" providerId="LiveId" clId="{DD31E282-B62B-4911-91B6-43B1B98908F9}" dt="2026-02-25T04:32:39.304" v="13143" actId="14100"/>
          <ac:spMkLst>
            <pc:docMk/>
            <pc:sldMk cId="3287798026" sldId="279"/>
            <ac:spMk id="27" creationId="{7F880F38-A876-1582-FB1D-FA929E895447}"/>
          </ac:spMkLst>
        </pc:spChg>
        <pc:picChg chg="add mod">
          <ac:chgData name="Ueda Isamu" userId="35289799e0376f2e" providerId="LiveId" clId="{DD31E282-B62B-4911-91B6-43B1B98908F9}" dt="2026-02-25T05:05:45.229" v="13176" actId="1076"/>
          <ac:picMkLst>
            <pc:docMk/>
            <pc:sldMk cId="3287798026" sldId="279"/>
            <ac:picMk id="10" creationId="{C6A112B9-2D8A-79E9-3E58-C0BFEC7D12C4}"/>
          </ac:picMkLst>
        </pc:picChg>
        <pc:picChg chg="mod">
          <ac:chgData name="Ueda Isamu" userId="35289799e0376f2e" providerId="LiveId" clId="{DD31E282-B62B-4911-91B6-43B1B98908F9}" dt="2026-02-25T04:32:35.966" v="13141" actId="1076"/>
          <ac:picMkLst>
            <pc:docMk/>
            <pc:sldMk cId="3287798026" sldId="279"/>
            <ac:picMk id="29" creationId="{A0FA7577-D3C2-72F7-F6A6-9E0C77F56CBA}"/>
          </ac:picMkLst>
        </pc:picChg>
      </pc:sldChg>
      <pc:sldChg chg="add">
        <pc:chgData name="Ueda Isamu" userId="35289799e0376f2e" providerId="LiveId" clId="{DD31E282-B62B-4911-91B6-43B1B98908F9}" dt="2026-02-28T04:30:26.716" v="13785"/>
        <pc:sldMkLst>
          <pc:docMk/>
          <pc:sldMk cId="2120284130" sldId="281"/>
        </pc:sldMkLst>
      </pc:sldChg>
      <pc:sldChg chg="addSp delSp modSp add mod">
        <pc:chgData name="Ueda Isamu" userId="35289799e0376f2e" providerId="LiveId" clId="{DD31E282-B62B-4911-91B6-43B1B98908F9}" dt="2026-03-01T07:16:53.061" v="14775" actId="1076"/>
        <pc:sldMkLst>
          <pc:docMk/>
          <pc:sldMk cId="3755192565" sldId="282"/>
        </pc:sldMkLst>
        <pc:spChg chg="mod">
          <ac:chgData name="Ueda Isamu" userId="35289799e0376f2e" providerId="LiveId" clId="{DD31E282-B62B-4911-91B6-43B1B98908F9}" dt="2026-03-01T02:57:34.571" v="14754" actId="1076"/>
          <ac:spMkLst>
            <pc:docMk/>
            <pc:sldMk cId="3755192565" sldId="282"/>
            <ac:spMk id="2" creationId="{F437A36F-525B-ED90-B573-523191C9CEE9}"/>
          </ac:spMkLst>
        </pc:spChg>
        <pc:spChg chg="mod">
          <ac:chgData name="Ueda Isamu" userId="35289799e0376f2e" providerId="LiveId" clId="{DD31E282-B62B-4911-91B6-43B1B98908F9}" dt="2026-03-01T07:16:53.061" v="14775" actId="1076"/>
          <ac:spMkLst>
            <pc:docMk/>
            <pc:sldMk cId="3755192565" sldId="282"/>
            <ac:spMk id="3" creationId="{EF5F6D6B-53B3-31C7-A259-1AFD30586552}"/>
          </ac:spMkLst>
        </pc:spChg>
        <pc:spChg chg="add mod">
          <ac:chgData name="Ueda Isamu" userId="35289799e0376f2e" providerId="LiveId" clId="{DD31E282-B62B-4911-91B6-43B1B98908F9}" dt="2026-03-01T02:55:55.431" v="14731" actId="14100"/>
          <ac:spMkLst>
            <pc:docMk/>
            <pc:sldMk cId="3755192565" sldId="282"/>
            <ac:spMk id="4" creationId="{C91DAB11-D978-96A9-3F1F-62098854DF19}"/>
          </ac:spMkLst>
        </pc:spChg>
        <pc:spChg chg="add mod ord">
          <ac:chgData name="Ueda Isamu" userId="35289799e0376f2e" providerId="LiveId" clId="{DD31E282-B62B-4911-91B6-43B1B98908F9}" dt="2026-03-01T02:41:43.399" v="14501" actId="1076"/>
          <ac:spMkLst>
            <pc:docMk/>
            <pc:sldMk cId="3755192565" sldId="282"/>
            <ac:spMk id="5" creationId="{90DD78CB-C9EB-26FA-DB34-D21C4E4D783A}"/>
          </ac:spMkLst>
        </pc:spChg>
        <pc:spChg chg="add mod">
          <ac:chgData name="Ueda Isamu" userId="35289799e0376f2e" providerId="LiveId" clId="{DD31E282-B62B-4911-91B6-43B1B98908F9}" dt="2026-03-01T02:47:27.987" v="14672" actId="20577"/>
          <ac:spMkLst>
            <pc:docMk/>
            <pc:sldMk cId="3755192565" sldId="282"/>
            <ac:spMk id="6" creationId="{EE0EFC11-4751-6253-9C40-2095B9F22765}"/>
          </ac:spMkLst>
        </pc:spChg>
        <pc:spChg chg="mod">
          <ac:chgData name="Ueda Isamu" userId="35289799e0376f2e" providerId="LiveId" clId="{DD31E282-B62B-4911-91B6-43B1B98908F9}" dt="2026-03-01T02:14:40.032" v="13934" actId="20577"/>
          <ac:spMkLst>
            <pc:docMk/>
            <pc:sldMk cId="3755192565" sldId="282"/>
            <ac:spMk id="11" creationId="{643CC003-8F84-D5EA-9D77-C399ED46FF05}"/>
          </ac:spMkLst>
        </pc:spChg>
        <pc:spChg chg="mod">
          <ac:chgData name="Ueda Isamu" userId="35289799e0376f2e" providerId="LiveId" clId="{DD31E282-B62B-4911-91B6-43B1B98908F9}" dt="2026-03-01T02:57:38.842" v="14756" actId="14100"/>
          <ac:spMkLst>
            <pc:docMk/>
            <pc:sldMk cId="3755192565" sldId="282"/>
            <ac:spMk id="15" creationId="{60058C22-B931-C1F2-4E59-CDBDFECDAAFF}"/>
          </ac:spMkLst>
        </pc:spChg>
        <pc:spChg chg="add mod">
          <ac:chgData name="Ueda Isamu" userId="35289799e0376f2e" providerId="LiveId" clId="{DD31E282-B62B-4911-91B6-43B1B98908F9}" dt="2026-03-01T02:44:25.547" v="14526" actId="14100"/>
          <ac:spMkLst>
            <pc:docMk/>
            <pc:sldMk cId="3755192565" sldId="282"/>
            <ac:spMk id="22" creationId="{A1DC030C-FE68-9C9C-5BCF-7D089310032D}"/>
          </ac:spMkLst>
        </pc:spChg>
        <pc:spChg chg="mod">
          <ac:chgData name="Ueda Isamu" userId="35289799e0376f2e" providerId="LiveId" clId="{DD31E282-B62B-4911-91B6-43B1B98908F9}" dt="2026-03-01T02:36:29.613" v="14413" actId="1076"/>
          <ac:spMkLst>
            <pc:docMk/>
            <pc:sldMk cId="3755192565" sldId="282"/>
            <ac:spMk id="32" creationId="{DCC3A15A-4C2B-5390-11C4-80CF7F9C1DBE}"/>
          </ac:spMkLst>
        </pc:spChg>
        <pc:spChg chg="mod">
          <ac:chgData name="Ueda Isamu" userId="35289799e0376f2e" providerId="LiveId" clId="{DD31E282-B62B-4911-91B6-43B1B98908F9}" dt="2026-03-01T02:57:40.709" v="14757" actId="1076"/>
          <ac:spMkLst>
            <pc:docMk/>
            <pc:sldMk cId="3755192565" sldId="282"/>
            <ac:spMk id="33" creationId="{A9D3624C-42AB-554A-1203-D502FEE25B41}"/>
          </ac:spMkLst>
        </pc:spChg>
        <pc:spChg chg="add mod">
          <ac:chgData name="Ueda Isamu" userId="35289799e0376f2e" providerId="LiveId" clId="{DD31E282-B62B-4911-91B6-43B1B98908F9}" dt="2026-03-01T02:37:37.040" v="14435" actId="1076"/>
          <ac:spMkLst>
            <pc:docMk/>
            <pc:sldMk cId="3755192565" sldId="282"/>
            <ac:spMk id="37" creationId="{73712E0B-1969-C884-45DF-05B9934B526B}"/>
          </ac:spMkLst>
        </pc:spChg>
        <pc:spChg chg="mod">
          <ac:chgData name="Ueda Isamu" userId="35289799e0376f2e" providerId="LiveId" clId="{DD31E282-B62B-4911-91B6-43B1B98908F9}" dt="2026-03-01T02:57:30.628" v="14752" actId="1076"/>
          <ac:spMkLst>
            <pc:docMk/>
            <pc:sldMk cId="3755192565" sldId="282"/>
            <ac:spMk id="39" creationId="{5F21EECF-B735-B8D5-88B6-3B1B4FB366B2}"/>
          </ac:spMkLst>
        </pc:spChg>
        <pc:spChg chg="add mod">
          <ac:chgData name="Ueda Isamu" userId="35289799e0376f2e" providerId="LiveId" clId="{DD31E282-B62B-4911-91B6-43B1B98908F9}" dt="2026-03-01T02:38:14.853" v="14445" actId="14100"/>
          <ac:spMkLst>
            <pc:docMk/>
            <pc:sldMk cId="3755192565" sldId="282"/>
            <ac:spMk id="41" creationId="{EFE88B91-9B51-722D-B2FC-8D09F139A0BC}"/>
          </ac:spMkLst>
        </pc:spChg>
        <pc:spChg chg="add mod">
          <ac:chgData name="Ueda Isamu" userId="35289799e0376f2e" providerId="LiveId" clId="{DD31E282-B62B-4911-91B6-43B1B98908F9}" dt="2026-03-01T02:40:09.512" v="14482" actId="14100"/>
          <ac:spMkLst>
            <pc:docMk/>
            <pc:sldMk cId="3755192565" sldId="282"/>
            <ac:spMk id="42" creationId="{A0D14BFB-2470-ABCA-ADB7-3C2241EA5E53}"/>
          </ac:spMkLst>
        </pc:spChg>
        <pc:spChg chg="add mod">
          <ac:chgData name="Ueda Isamu" userId="35289799e0376f2e" providerId="LiveId" clId="{DD31E282-B62B-4911-91B6-43B1B98908F9}" dt="2026-03-01T02:43:54.462" v="14518" actId="1076"/>
          <ac:spMkLst>
            <pc:docMk/>
            <pc:sldMk cId="3755192565" sldId="282"/>
            <ac:spMk id="70" creationId="{65596717-293E-3B7A-DC3F-7EACDECEC9D4}"/>
          </ac:spMkLst>
        </pc:spChg>
        <pc:spChg chg="add mod">
          <ac:chgData name="Ueda Isamu" userId="35289799e0376f2e" providerId="LiveId" clId="{DD31E282-B62B-4911-91B6-43B1B98908F9}" dt="2026-03-01T02:43:56.231" v="14519" actId="571"/>
          <ac:spMkLst>
            <pc:docMk/>
            <pc:sldMk cId="3755192565" sldId="282"/>
            <ac:spMk id="71" creationId="{F36B7CFE-648B-79FD-3ED6-633DF4F023C0}"/>
          </ac:spMkLst>
        </pc:spChg>
        <pc:spChg chg="add mod">
          <ac:chgData name="Ueda Isamu" userId="35289799e0376f2e" providerId="LiveId" clId="{DD31E282-B62B-4911-91B6-43B1B98908F9}" dt="2026-03-01T02:43:57.654" v="14520" actId="571"/>
          <ac:spMkLst>
            <pc:docMk/>
            <pc:sldMk cId="3755192565" sldId="282"/>
            <ac:spMk id="72" creationId="{5341C636-3E5A-33A6-0D3F-B1018FFBD1EB}"/>
          </ac:spMkLst>
        </pc:spChg>
        <pc:spChg chg="add mod">
          <ac:chgData name="Ueda Isamu" userId="35289799e0376f2e" providerId="LiveId" clId="{DD31E282-B62B-4911-91B6-43B1B98908F9}" dt="2026-03-01T02:44:04.925" v="14521" actId="571"/>
          <ac:spMkLst>
            <pc:docMk/>
            <pc:sldMk cId="3755192565" sldId="282"/>
            <ac:spMk id="73" creationId="{7600D063-A4C9-AD3B-AF45-F04A701A27E4}"/>
          </ac:spMkLst>
        </pc:spChg>
        <pc:spChg chg="add mod">
          <ac:chgData name="Ueda Isamu" userId="35289799e0376f2e" providerId="LiveId" clId="{DD31E282-B62B-4911-91B6-43B1B98908F9}" dt="2026-03-01T02:44:06.801" v="14522" actId="571"/>
          <ac:spMkLst>
            <pc:docMk/>
            <pc:sldMk cId="3755192565" sldId="282"/>
            <ac:spMk id="74" creationId="{7070BC8D-741A-EA8F-CC54-BE4321A93115}"/>
          </ac:spMkLst>
        </pc:spChg>
        <pc:spChg chg="add mod">
          <ac:chgData name="Ueda Isamu" userId="35289799e0376f2e" providerId="LiveId" clId="{DD31E282-B62B-4911-91B6-43B1B98908F9}" dt="2026-03-01T02:44:08.180" v="14523" actId="571"/>
          <ac:spMkLst>
            <pc:docMk/>
            <pc:sldMk cId="3755192565" sldId="282"/>
            <ac:spMk id="75" creationId="{3E0299DC-D624-22EC-9C17-4FF3BEB82082}"/>
          </ac:spMkLst>
        </pc:spChg>
        <pc:spChg chg="add mod">
          <ac:chgData name="Ueda Isamu" userId="35289799e0376f2e" providerId="LiveId" clId="{DD31E282-B62B-4911-91B6-43B1B98908F9}" dt="2026-03-01T02:57:51.161" v="14758" actId="1076"/>
          <ac:spMkLst>
            <pc:docMk/>
            <pc:sldMk cId="3755192565" sldId="282"/>
            <ac:spMk id="79" creationId="{173CD6CF-9C35-C813-62DC-6D4817553417}"/>
          </ac:spMkLst>
        </pc:spChg>
        <pc:spChg chg="add mod">
          <ac:chgData name="Ueda Isamu" userId="35289799e0376f2e" providerId="LiveId" clId="{DD31E282-B62B-4911-91B6-43B1B98908F9}" dt="2026-03-01T02:47:16.273" v="14670" actId="1076"/>
          <ac:spMkLst>
            <pc:docMk/>
            <pc:sldMk cId="3755192565" sldId="282"/>
            <ac:spMk id="80" creationId="{C171A883-E1D2-E26A-7877-CB226C8E362C}"/>
          </ac:spMkLst>
        </pc:spChg>
        <pc:spChg chg="add mod">
          <ac:chgData name="Ueda Isamu" userId="35289799e0376f2e" providerId="LiveId" clId="{DD31E282-B62B-4911-91B6-43B1B98908F9}" dt="2026-03-01T02:48:02.969" v="14722" actId="1076"/>
          <ac:spMkLst>
            <pc:docMk/>
            <pc:sldMk cId="3755192565" sldId="282"/>
            <ac:spMk id="81" creationId="{B468D72B-74CB-E960-FDF5-EBA2F5DB3BB2}"/>
          </ac:spMkLst>
        </pc:spChg>
        <pc:picChg chg="add mod modCrop">
          <ac:chgData name="Ueda Isamu" userId="35289799e0376f2e" providerId="LiveId" clId="{DD31E282-B62B-4911-91B6-43B1B98908F9}" dt="2026-03-01T02:41:37.278" v="14500" actId="1076"/>
          <ac:picMkLst>
            <pc:docMk/>
            <pc:sldMk cId="3755192565" sldId="282"/>
            <ac:picMk id="16" creationId="{2ED8A874-A984-966C-6570-97ECA6F22406}"/>
          </ac:picMkLst>
        </pc:picChg>
        <pc:picChg chg="add mod modCrop">
          <ac:chgData name="Ueda Isamu" userId="35289799e0376f2e" providerId="LiveId" clId="{DD31E282-B62B-4911-91B6-43B1B98908F9}" dt="2026-03-01T02:46:23.261" v="14636" actId="1076"/>
          <ac:picMkLst>
            <pc:docMk/>
            <pc:sldMk cId="3755192565" sldId="282"/>
            <ac:picMk id="17" creationId="{496379A0-C7C5-02A6-997C-DE540B9ABDA0}"/>
          </ac:picMkLst>
        </pc:picChg>
        <pc:picChg chg="add mod modCrop">
          <ac:chgData name="Ueda Isamu" userId="35289799e0376f2e" providerId="LiveId" clId="{DD31E282-B62B-4911-91B6-43B1B98908F9}" dt="2026-03-01T02:36:15.853" v="14407" actId="1076"/>
          <ac:picMkLst>
            <pc:docMk/>
            <pc:sldMk cId="3755192565" sldId="282"/>
            <ac:picMk id="18" creationId="{AC328702-E584-118A-2A1E-A0A57B359F5F}"/>
          </ac:picMkLst>
        </pc:picChg>
        <pc:picChg chg="add mod modCrop">
          <ac:chgData name="Ueda Isamu" userId="35289799e0376f2e" providerId="LiveId" clId="{DD31E282-B62B-4911-91B6-43B1B98908F9}" dt="2026-03-01T02:40:04.738" v="14480" actId="1076"/>
          <ac:picMkLst>
            <pc:docMk/>
            <pc:sldMk cId="3755192565" sldId="282"/>
            <ac:picMk id="27" creationId="{3048DCDB-258E-45A0-A5F0-1C47E08C7D5A}"/>
          </ac:picMkLst>
        </pc:picChg>
        <pc:picChg chg="add mod modCrop">
          <ac:chgData name="Ueda Isamu" userId="35289799e0376f2e" providerId="LiveId" clId="{DD31E282-B62B-4911-91B6-43B1B98908F9}" dt="2026-03-01T02:40:24.819" v="14491" actId="1076"/>
          <ac:picMkLst>
            <pc:docMk/>
            <pc:sldMk cId="3755192565" sldId="282"/>
            <ac:picMk id="28" creationId="{E3735A22-8736-F64A-1E62-BDD01D213A30}"/>
          </ac:picMkLst>
        </pc:picChg>
        <pc:picChg chg="mod">
          <ac:chgData name="Ueda Isamu" userId="35289799e0376f2e" providerId="LiveId" clId="{DD31E282-B62B-4911-91B6-43B1B98908F9}" dt="2026-03-01T02:56:22.745" v="14732" actId="1076"/>
          <ac:picMkLst>
            <pc:docMk/>
            <pc:sldMk cId="3755192565" sldId="282"/>
            <ac:picMk id="29" creationId="{0A3B7113-4C04-55FF-D998-779B54CF2D40}"/>
          </ac:picMkLst>
        </pc:picChg>
        <pc:picChg chg="add mod modCrop">
          <ac:chgData name="Ueda Isamu" userId="35289799e0376f2e" providerId="LiveId" clId="{DD31E282-B62B-4911-91B6-43B1B98908F9}" dt="2026-03-01T02:40:13.020" v="14485" actId="14100"/>
          <ac:picMkLst>
            <pc:docMk/>
            <pc:sldMk cId="3755192565" sldId="282"/>
            <ac:picMk id="65" creationId="{A7E890A6-632E-EF10-250C-64586568F9C0}"/>
          </ac:picMkLst>
        </pc:picChg>
        <pc:picChg chg="add mod">
          <ac:chgData name="Ueda Isamu" userId="35289799e0376f2e" providerId="LiveId" clId="{DD31E282-B62B-4911-91B6-43B1B98908F9}" dt="2026-03-01T02:47:31.736" v="14673" actId="1076"/>
          <ac:picMkLst>
            <pc:docMk/>
            <pc:sldMk cId="3755192565" sldId="282"/>
            <ac:picMk id="69" creationId="{0EF72117-18BD-6BEF-935D-4E155F99E3D6}"/>
          </ac:picMkLst>
        </pc:picChg>
        <pc:picChg chg="add mod">
          <ac:chgData name="Ueda Isamu" userId="35289799e0376f2e" providerId="LiveId" clId="{DD31E282-B62B-4911-91B6-43B1B98908F9}" dt="2026-03-01T02:56:56.413" v="14735" actId="1076"/>
          <ac:picMkLst>
            <pc:docMk/>
            <pc:sldMk cId="3755192565" sldId="282"/>
            <ac:picMk id="78" creationId="{B0153A8E-E90D-4978-D484-F1108328F9D2}"/>
          </ac:picMkLst>
        </pc:picChg>
        <pc:picChg chg="add mod">
          <ac:chgData name="Ueda Isamu" userId="35289799e0376f2e" providerId="LiveId" clId="{DD31E282-B62B-4911-91B6-43B1B98908F9}" dt="2026-03-01T02:49:46.023" v="14729" actId="1076"/>
          <ac:picMkLst>
            <pc:docMk/>
            <pc:sldMk cId="3755192565" sldId="282"/>
            <ac:picMk id="83" creationId="{3378564C-36B3-B7B8-86F5-5CF05F8889CB}"/>
          </ac:picMkLst>
        </pc:picChg>
        <pc:cxnChg chg="mod">
          <ac:chgData name="Ueda Isamu" userId="35289799e0376f2e" providerId="LiveId" clId="{DD31E282-B62B-4911-91B6-43B1B98908F9}" dt="2026-03-01T02:36:46.894" v="14419" actId="1076"/>
          <ac:cxnSpMkLst>
            <pc:docMk/>
            <pc:sldMk cId="3755192565" sldId="282"/>
            <ac:cxnSpMk id="13" creationId="{49DEC50E-1642-787F-8791-C7F38C628C4E}"/>
          </ac:cxnSpMkLst>
        </pc:cxnChg>
        <pc:cxnChg chg="mod ord">
          <ac:chgData name="Ueda Isamu" userId="35289799e0376f2e" providerId="LiveId" clId="{DD31E282-B62B-4911-91B6-43B1B98908F9}" dt="2026-03-01T02:36:50.459" v="14420" actId="14100"/>
          <ac:cxnSpMkLst>
            <pc:docMk/>
            <pc:sldMk cId="3755192565" sldId="282"/>
            <ac:cxnSpMk id="30" creationId="{642FC773-3DE0-74BF-7E61-B5EE9D9DF129}"/>
          </ac:cxnSpMkLst>
        </pc:cxnChg>
        <pc:cxnChg chg="add mod">
          <ac:chgData name="Ueda Isamu" userId="35289799e0376f2e" providerId="LiveId" clId="{DD31E282-B62B-4911-91B6-43B1B98908F9}" dt="2026-03-01T02:44:25.547" v="14526" actId="14100"/>
          <ac:cxnSpMkLst>
            <pc:docMk/>
            <pc:sldMk cId="3755192565" sldId="282"/>
            <ac:cxnSpMk id="46" creationId="{CA58937E-D434-9EFD-D247-70C0D247F326}"/>
          </ac:cxnSpMkLst>
        </pc:cxnChg>
        <pc:cxnChg chg="add mod">
          <ac:chgData name="Ueda Isamu" userId="35289799e0376f2e" providerId="LiveId" clId="{DD31E282-B62B-4911-91B6-43B1B98908F9}" dt="2026-03-01T02:41:08.100" v="14497" actId="14861"/>
          <ac:cxnSpMkLst>
            <pc:docMk/>
            <pc:sldMk cId="3755192565" sldId="282"/>
            <ac:cxnSpMk id="52" creationId="{EF64889F-8050-A788-2080-938173663C6F}"/>
          </ac:cxnSpMkLst>
        </pc:cxnChg>
      </pc:sldChg>
      <pc:sldChg chg="delSp modSp add mod ord">
        <pc:chgData name="Ueda Isamu" userId="35289799e0376f2e" providerId="LiveId" clId="{DD31E282-B62B-4911-91B6-43B1B98908F9}" dt="2026-03-03T11:00:12.670" v="15700"/>
        <pc:sldMkLst>
          <pc:docMk/>
          <pc:sldMk cId="0" sldId="284"/>
        </pc:sldMkLst>
        <pc:spChg chg="mod">
          <ac:chgData name="Ueda Isamu" userId="35289799e0376f2e" providerId="LiveId" clId="{DD31E282-B62B-4911-91B6-43B1B98908F9}" dt="2026-03-01T07:58:32.163" v="14793" actId="14100"/>
          <ac:spMkLst>
            <pc:docMk/>
            <pc:sldMk cId="0" sldId="284"/>
            <ac:spMk id="29" creationId="{00000000-0000-0000-0000-000000000000}"/>
          </ac:spMkLst>
        </pc:spChg>
      </pc:sldChg>
      <pc:sldChg chg="addSp delSp modSp add mod">
        <pc:chgData name="Ueda Isamu" userId="35289799e0376f2e" providerId="LiveId" clId="{DD31E282-B62B-4911-91B6-43B1B98908F9}" dt="2026-03-01T09:42:52.506" v="15696" actId="115"/>
        <pc:sldMkLst>
          <pc:docMk/>
          <pc:sldMk cId="0" sldId="285"/>
        </pc:sldMkLst>
        <pc:spChg chg="mod">
          <ac:chgData name="Ueda Isamu" userId="35289799e0376f2e" providerId="LiveId" clId="{DD31E282-B62B-4911-91B6-43B1B98908F9}" dt="2026-03-01T09:42:52.506" v="15696" actId="115"/>
          <ac:spMkLst>
            <pc:docMk/>
            <pc:sldMk cId="0" sldId="285"/>
            <ac:spMk id="5" creationId="{00000000-0000-0000-0000-000000000000}"/>
          </ac:spMkLst>
        </pc:spChg>
        <pc:spChg chg="mod">
          <ac:chgData name="Ueda Isamu" userId="35289799e0376f2e" providerId="LiveId" clId="{DD31E282-B62B-4911-91B6-43B1B98908F9}" dt="2026-03-01T09:02:09.389" v="14885" actId="404"/>
          <ac:spMkLst>
            <pc:docMk/>
            <pc:sldMk cId="0" sldId="285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3-01T09:03:30.943" v="14896" actId="107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3-01T09:23:22.730" v="15269" actId="1076"/>
          <ac:spMkLst>
            <pc:docMk/>
            <pc:sldMk cId="0" sldId="285"/>
            <ac:spMk id="28" creationId="{00000000-0000-0000-0000-000000000000}"/>
          </ac:spMkLst>
        </pc:spChg>
        <pc:spChg chg="mod">
          <ac:chgData name="Ueda Isamu" userId="35289799e0376f2e" providerId="LiveId" clId="{DD31E282-B62B-4911-91B6-43B1B98908F9}" dt="2026-03-01T09:09:43.570" v="15026" actId="14100"/>
          <ac:spMkLst>
            <pc:docMk/>
            <pc:sldMk cId="0" sldId="285"/>
            <ac:spMk id="29" creationId="{00000000-0000-0000-0000-000000000000}"/>
          </ac:spMkLst>
        </pc:spChg>
        <pc:spChg chg="mod">
          <ac:chgData name="Ueda Isamu" userId="35289799e0376f2e" providerId="LiveId" clId="{DD31E282-B62B-4911-91B6-43B1B98908F9}" dt="2026-03-01T09:07:20.842" v="14958" actId="403"/>
          <ac:spMkLst>
            <pc:docMk/>
            <pc:sldMk cId="0" sldId="285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3-01T09:24:44.196" v="15279" actId="20577"/>
          <ac:spMkLst>
            <pc:docMk/>
            <pc:sldMk cId="0" sldId="285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3-01T09:18:03.130" v="15143" actId="1076"/>
          <ac:spMkLst>
            <pc:docMk/>
            <pc:sldMk cId="0" sldId="285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3-01T09:23:48.823" v="15271" actId="403"/>
          <ac:spMkLst>
            <pc:docMk/>
            <pc:sldMk cId="0" sldId="285"/>
            <ac:spMk id="34" creationId="{00000000-0000-0000-0000-000000000000}"/>
          </ac:spMkLst>
        </pc:spChg>
        <pc:spChg chg="mod">
          <ac:chgData name="Ueda Isamu" userId="35289799e0376f2e" providerId="LiveId" clId="{DD31E282-B62B-4911-91B6-43B1B98908F9}" dt="2026-03-01T09:18:09.309" v="15145" actId="1076"/>
          <ac:spMkLst>
            <pc:docMk/>
            <pc:sldMk cId="0" sldId="285"/>
            <ac:spMk id="36" creationId="{00000000-0000-0000-0000-000000000000}"/>
          </ac:spMkLst>
        </pc:spChg>
        <pc:spChg chg="mod">
          <ac:chgData name="Ueda Isamu" userId="35289799e0376f2e" providerId="LiveId" clId="{DD31E282-B62B-4911-91B6-43B1B98908F9}" dt="2026-03-01T09:17:59.543" v="15141" actId="14100"/>
          <ac:spMkLst>
            <pc:docMk/>
            <pc:sldMk cId="0" sldId="285"/>
            <ac:spMk id="37" creationId="{00000000-0000-0000-0000-000000000000}"/>
          </ac:spMkLst>
        </pc:spChg>
        <pc:spChg chg="mod">
          <ac:chgData name="Ueda Isamu" userId="35289799e0376f2e" providerId="LiveId" clId="{DD31E282-B62B-4911-91B6-43B1B98908F9}" dt="2026-03-01T09:32:12.997" v="15557" actId="1076"/>
          <ac:spMkLst>
            <pc:docMk/>
            <pc:sldMk cId="0" sldId="285"/>
            <ac:spMk id="43" creationId="{00000000-0000-0000-0000-000000000000}"/>
          </ac:spMkLst>
        </pc:spChg>
        <pc:spChg chg="mod">
          <ac:chgData name="Ueda Isamu" userId="35289799e0376f2e" providerId="LiveId" clId="{DD31E282-B62B-4911-91B6-43B1B98908F9}" dt="2026-03-01T09:37:56.521" v="15649" actId="1076"/>
          <ac:spMkLst>
            <pc:docMk/>
            <pc:sldMk cId="0" sldId="285"/>
            <ac:spMk id="44" creationId="{00000000-0000-0000-0000-000000000000}"/>
          </ac:spMkLst>
        </pc:spChg>
        <pc:spChg chg="mod">
          <ac:chgData name="Ueda Isamu" userId="35289799e0376f2e" providerId="LiveId" clId="{DD31E282-B62B-4911-91B6-43B1B98908F9}" dt="2026-03-01T09:18:50.721" v="15165" actId="14100"/>
          <ac:spMkLst>
            <pc:docMk/>
            <pc:sldMk cId="0" sldId="285"/>
            <ac:spMk id="45" creationId="{00000000-0000-0000-0000-000000000000}"/>
          </ac:spMkLst>
        </pc:spChg>
        <pc:spChg chg="mod ord">
          <ac:chgData name="Ueda Isamu" userId="35289799e0376f2e" providerId="LiveId" clId="{DD31E282-B62B-4911-91B6-43B1B98908F9}" dt="2026-03-01T09:32:41.371" v="15560" actId="20577"/>
          <ac:spMkLst>
            <pc:docMk/>
            <pc:sldMk cId="0" sldId="285"/>
            <ac:spMk id="46" creationId="{00000000-0000-0000-0000-000000000000}"/>
          </ac:spMkLst>
        </pc:spChg>
        <pc:spChg chg="mod ord">
          <ac:chgData name="Ueda Isamu" userId="35289799e0376f2e" providerId="LiveId" clId="{DD31E282-B62B-4911-91B6-43B1B98908F9}" dt="2026-03-01T09:22:54.058" v="15248" actId="166"/>
          <ac:spMkLst>
            <pc:docMk/>
            <pc:sldMk cId="0" sldId="285"/>
            <ac:spMk id="47" creationId="{00000000-0000-0000-0000-000000000000}"/>
          </ac:spMkLst>
        </pc:spChg>
        <pc:spChg chg="add mod">
          <ac:chgData name="Ueda Isamu" userId="35289799e0376f2e" providerId="LiveId" clId="{DD31E282-B62B-4911-91B6-43B1B98908F9}" dt="2026-03-01T09:21:26.102" v="15232" actId="14100"/>
          <ac:spMkLst>
            <pc:docMk/>
            <pc:sldMk cId="0" sldId="285"/>
            <ac:spMk id="80" creationId="{2AC31C02-FE23-C818-E998-44AA74112BF9}"/>
          </ac:spMkLst>
        </pc:spChg>
        <pc:spChg chg="add mod">
          <ac:chgData name="Ueda Isamu" userId="35289799e0376f2e" providerId="LiveId" clId="{DD31E282-B62B-4911-91B6-43B1B98908F9}" dt="2026-03-01T09:03:47.282" v="14902" actId="207"/>
          <ac:spMkLst>
            <pc:docMk/>
            <pc:sldMk cId="0" sldId="285"/>
            <ac:spMk id="81" creationId="{C487518B-DC93-644F-59BB-2109D2710CB7}"/>
          </ac:spMkLst>
        </pc:spChg>
        <pc:spChg chg="add mod">
          <ac:chgData name="Ueda Isamu" userId="35289799e0376f2e" providerId="LiveId" clId="{DD31E282-B62B-4911-91B6-43B1B98908F9}" dt="2026-03-01T09:20:48.734" v="15223" actId="1076"/>
          <ac:spMkLst>
            <pc:docMk/>
            <pc:sldMk cId="0" sldId="285"/>
            <ac:spMk id="90" creationId="{E4387599-30EB-25FE-CE74-806B4DA5483E}"/>
          </ac:spMkLst>
        </pc:spChg>
        <pc:spChg chg="add mod">
          <ac:chgData name="Ueda Isamu" userId="35289799e0376f2e" providerId="LiveId" clId="{DD31E282-B62B-4911-91B6-43B1B98908F9}" dt="2026-03-01T09:23:07.041" v="15250" actId="571"/>
          <ac:spMkLst>
            <pc:docMk/>
            <pc:sldMk cId="0" sldId="285"/>
            <ac:spMk id="98" creationId="{E604966F-8E18-20CE-DF62-91FCB7EDB451}"/>
          </ac:spMkLst>
        </pc:spChg>
        <pc:spChg chg="add mod">
          <ac:chgData name="Ueda Isamu" userId="35289799e0376f2e" providerId="LiveId" clId="{DD31E282-B62B-4911-91B6-43B1B98908F9}" dt="2026-03-01T09:31:42.742" v="15549" actId="1076"/>
          <ac:spMkLst>
            <pc:docMk/>
            <pc:sldMk cId="0" sldId="285"/>
            <ac:spMk id="105" creationId="{7BBD6FA5-7872-AC5F-073A-D29125D80F03}"/>
          </ac:spMkLst>
        </pc:spChg>
        <pc:spChg chg="add mod">
          <ac:chgData name="Ueda Isamu" userId="35289799e0376f2e" providerId="LiveId" clId="{DD31E282-B62B-4911-91B6-43B1B98908F9}" dt="2026-03-01T09:31:45.348" v="15550" actId="1076"/>
          <ac:spMkLst>
            <pc:docMk/>
            <pc:sldMk cId="0" sldId="285"/>
            <ac:spMk id="106" creationId="{9B06B94D-7DA9-5697-B595-BAFAE513ED35}"/>
          </ac:spMkLst>
        </pc:spChg>
        <pc:spChg chg="add mod">
          <ac:chgData name="Ueda Isamu" userId="35289799e0376f2e" providerId="LiveId" clId="{DD31E282-B62B-4911-91B6-43B1B98908F9}" dt="2026-03-01T09:33:27.494" v="15641" actId="1076"/>
          <ac:spMkLst>
            <pc:docMk/>
            <pc:sldMk cId="0" sldId="285"/>
            <ac:spMk id="107" creationId="{D57C1401-5879-D9F5-6D58-8C607D5F1E58}"/>
          </ac:spMkLst>
        </pc:spChg>
        <pc:picChg chg="mod">
          <ac:chgData name="Ueda Isamu" userId="35289799e0376f2e" providerId="LiveId" clId="{DD31E282-B62B-4911-91B6-43B1B98908F9}" dt="2026-03-01T08:06:00.661" v="14839" actId="14100"/>
          <ac:picMkLst>
            <pc:docMk/>
            <pc:sldMk cId="0" sldId="285"/>
            <ac:picMk id="7" creationId="{00000000-0000-0000-0000-000000000000}"/>
          </ac:picMkLst>
        </pc:picChg>
        <pc:picChg chg="mod">
          <ac:chgData name="Ueda Isamu" userId="35289799e0376f2e" providerId="LiveId" clId="{DD31E282-B62B-4911-91B6-43B1B98908F9}" dt="2026-03-01T09:02:05.158" v="14883" actId="1076"/>
          <ac:picMkLst>
            <pc:docMk/>
            <pc:sldMk cId="0" sldId="285"/>
            <ac:picMk id="8" creationId="{00000000-0000-0000-0000-000000000000}"/>
          </ac:picMkLst>
        </pc:picChg>
        <pc:picChg chg="mod">
          <ac:chgData name="Ueda Isamu" userId="35289799e0376f2e" providerId="LiveId" clId="{DD31E282-B62B-4911-91B6-43B1B98908F9}" dt="2026-03-01T09:20:07.567" v="15199" actId="692"/>
          <ac:picMkLst>
            <pc:docMk/>
            <pc:sldMk cId="0" sldId="285"/>
            <ac:picMk id="27" creationId="{00000000-0000-0000-0000-000000000000}"/>
          </ac:picMkLst>
        </pc:picChg>
        <pc:picChg chg="mod">
          <ac:chgData name="Ueda Isamu" userId="35289799e0376f2e" providerId="LiveId" clId="{DD31E282-B62B-4911-91B6-43B1B98908F9}" dt="2026-03-01T09:15:17.108" v="15118" actId="1440"/>
          <ac:picMkLst>
            <pc:docMk/>
            <pc:sldMk cId="0" sldId="285"/>
            <ac:picMk id="31" creationId="{00000000-0000-0000-0000-000000000000}"/>
          </ac:picMkLst>
        </pc:picChg>
        <pc:picChg chg="mod ord">
          <ac:chgData name="Ueda Isamu" userId="35289799e0376f2e" providerId="LiveId" clId="{DD31E282-B62B-4911-91B6-43B1B98908F9}" dt="2026-03-01T09:16:44.079" v="15134" actId="166"/>
          <ac:picMkLst>
            <pc:docMk/>
            <pc:sldMk cId="0" sldId="285"/>
            <ac:picMk id="35" creationId="{00000000-0000-0000-0000-000000000000}"/>
          </ac:picMkLst>
        </pc:picChg>
        <pc:picChg chg="mod">
          <ac:chgData name="Ueda Isamu" userId="35289799e0376f2e" providerId="LiveId" clId="{DD31E282-B62B-4911-91B6-43B1B98908F9}" dt="2026-03-01T09:20:57.185" v="15227" actId="1076"/>
          <ac:picMkLst>
            <pc:docMk/>
            <pc:sldMk cId="0" sldId="285"/>
            <ac:picMk id="42" creationId="{00000000-0000-0000-0000-000000000000}"/>
          </ac:picMkLst>
        </pc:picChg>
        <pc:picChg chg="mod">
          <ac:chgData name="Ueda Isamu" userId="35289799e0376f2e" providerId="LiveId" clId="{DD31E282-B62B-4911-91B6-43B1B98908F9}" dt="2026-03-01T09:21:46.676" v="15238" actId="1076"/>
          <ac:picMkLst>
            <pc:docMk/>
            <pc:sldMk cId="0" sldId="285"/>
            <ac:picMk id="52" creationId="{00000000-0000-0000-0000-000000000000}"/>
          </ac:picMkLst>
        </pc:picChg>
        <pc:picChg chg="add mod">
          <ac:chgData name="Ueda Isamu" userId="35289799e0376f2e" providerId="LiveId" clId="{DD31E282-B62B-4911-91B6-43B1B98908F9}" dt="2026-03-01T09:20:47.050" v="15222" actId="1076"/>
          <ac:picMkLst>
            <pc:docMk/>
            <pc:sldMk cId="0" sldId="285"/>
            <ac:picMk id="83" creationId="{A07B5491-6CB3-55A1-7437-96DBDC674849}"/>
          </ac:picMkLst>
        </pc:picChg>
        <pc:picChg chg="add mod">
          <ac:chgData name="Ueda Isamu" userId="35289799e0376f2e" providerId="LiveId" clId="{DD31E282-B62B-4911-91B6-43B1B98908F9}" dt="2026-03-01T09:06:02.571" v="14937" actId="1076"/>
          <ac:picMkLst>
            <pc:docMk/>
            <pc:sldMk cId="0" sldId="285"/>
            <ac:picMk id="85" creationId="{DD864EA3-0205-DBE9-A678-3EFCE51FF9A8}"/>
          </ac:picMkLst>
        </pc:picChg>
        <pc:picChg chg="add mod modCrop">
          <ac:chgData name="Ueda Isamu" userId="35289799e0376f2e" providerId="LiveId" clId="{DD31E282-B62B-4911-91B6-43B1B98908F9}" dt="2026-03-01T09:22:21.550" v="15244" actId="14100"/>
          <ac:picMkLst>
            <pc:docMk/>
            <pc:sldMk cId="0" sldId="285"/>
            <ac:picMk id="87" creationId="{F80471EF-F0F9-4105-A92B-1A89447534F3}"/>
          </ac:picMkLst>
        </pc:picChg>
        <pc:picChg chg="add mod modCrop">
          <ac:chgData name="Ueda Isamu" userId="35289799e0376f2e" providerId="LiveId" clId="{DD31E282-B62B-4911-91B6-43B1B98908F9}" dt="2026-03-01T09:17:57.239" v="15140" actId="1076"/>
          <ac:picMkLst>
            <pc:docMk/>
            <pc:sldMk cId="0" sldId="285"/>
            <ac:picMk id="88" creationId="{FCA36A38-183B-FB36-4F26-83CD5EDD9DF7}"/>
          </ac:picMkLst>
        </pc:picChg>
        <pc:picChg chg="add mod">
          <ac:chgData name="Ueda Isamu" userId="35289799e0376f2e" providerId="LiveId" clId="{DD31E282-B62B-4911-91B6-43B1B98908F9}" dt="2026-03-01T09:32:10.782" v="15556" actId="1076"/>
          <ac:picMkLst>
            <pc:docMk/>
            <pc:sldMk cId="0" sldId="285"/>
            <ac:picMk id="89" creationId="{6576A76C-1CF5-66DC-DEF8-0FCB9C046DFF}"/>
          </ac:picMkLst>
        </pc:picChg>
        <pc:picChg chg="add mod">
          <ac:chgData name="Ueda Isamu" userId="35289799e0376f2e" providerId="LiveId" clId="{DD31E282-B62B-4911-91B6-43B1B98908F9}" dt="2026-03-01T09:16:33.259" v="15132" actId="1076"/>
          <ac:picMkLst>
            <pc:docMk/>
            <pc:sldMk cId="0" sldId="285"/>
            <ac:picMk id="92" creationId="{6B170BBE-D7FB-D2CE-991C-4CA3A869A728}"/>
          </ac:picMkLst>
        </pc:picChg>
        <pc:picChg chg="add mod">
          <ac:chgData name="Ueda Isamu" userId="35289799e0376f2e" providerId="LiveId" clId="{DD31E282-B62B-4911-91B6-43B1B98908F9}" dt="2026-03-01T09:37:45.753" v="15648" actId="1076"/>
          <ac:picMkLst>
            <pc:docMk/>
            <pc:sldMk cId="0" sldId="285"/>
            <ac:picMk id="94" creationId="{629E2F79-E230-3827-668B-F626F1634ED7}"/>
          </ac:picMkLst>
        </pc:picChg>
        <pc:picChg chg="add mod ord">
          <ac:chgData name="Ueda Isamu" userId="35289799e0376f2e" providerId="LiveId" clId="{DD31E282-B62B-4911-91B6-43B1B98908F9}" dt="2026-03-01T09:21:16.703" v="15230" actId="167"/>
          <ac:picMkLst>
            <pc:docMk/>
            <pc:sldMk cId="0" sldId="285"/>
            <ac:picMk id="95" creationId="{0CDDA7A4-E7DA-FD1B-1232-21B9D088215F}"/>
          </ac:picMkLst>
        </pc:picChg>
        <pc:picChg chg="add mod">
          <ac:chgData name="Ueda Isamu" userId="35289799e0376f2e" providerId="LiveId" clId="{DD31E282-B62B-4911-91B6-43B1B98908F9}" dt="2026-03-01T09:37:05.804" v="15645" actId="1440"/>
          <ac:picMkLst>
            <pc:docMk/>
            <pc:sldMk cId="0" sldId="285"/>
            <ac:picMk id="96" creationId="{2FFF9DB2-E162-3D79-E8E5-2AA78BE38635}"/>
          </ac:picMkLst>
        </pc:picChg>
        <pc:picChg chg="add mod">
          <ac:chgData name="Ueda Isamu" userId="35289799e0376f2e" providerId="LiveId" clId="{DD31E282-B62B-4911-91B6-43B1B98908F9}" dt="2026-03-01T09:37:43.956" v="15647" actId="1076"/>
          <ac:picMkLst>
            <pc:docMk/>
            <pc:sldMk cId="0" sldId="285"/>
            <ac:picMk id="97" creationId="{2EAFAD9D-1BA3-C843-72E2-53B27F9F4C42}"/>
          </ac:picMkLst>
        </pc:picChg>
        <pc:picChg chg="add mod modCrop">
          <ac:chgData name="Ueda Isamu" userId="35289799e0376f2e" providerId="LiveId" clId="{DD31E282-B62B-4911-91B6-43B1B98908F9}" dt="2026-03-01T09:27:37.637" v="15334" actId="1076"/>
          <ac:picMkLst>
            <pc:docMk/>
            <pc:sldMk cId="0" sldId="285"/>
            <ac:picMk id="100" creationId="{140E1B21-F064-7885-ED8A-212D86E43850}"/>
          </ac:picMkLst>
        </pc:picChg>
        <pc:picChg chg="add mod">
          <ac:chgData name="Ueda Isamu" userId="35289799e0376f2e" providerId="LiveId" clId="{DD31E282-B62B-4911-91B6-43B1B98908F9}" dt="2026-03-01T09:27:31.375" v="15332" actId="1076"/>
          <ac:picMkLst>
            <pc:docMk/>
            <pc:sldMk cId="0" sldId="285"/>
            <ac:picMk id="102" creationId="{A9A4BAE0-3842-728F-D906-0F34283BD75D}"/>
          </ac:picMkLst>
        </pc:picChg>
        <pc:picChg chg="add mod">
          <ac:chgData name="Ueda Isamu" userId="35289799e0376f2e" providerId="LiveId" clId="{DD31E282-B62B-4911-91B6-43B1B98908F9}" dt="2026-03-01T09:30:25.669" v="15462" actId="1076"/>
          <ac:picMkLst>
            <pc:docMk/>
            <pc:sldMk cId="0" sldId="285"/>
            <ac:picMk id="103" creationId="{B23E1128-5D4C-9397-E5B2-27C9DBDD5D2F}"/>
          </ac:picMkLst>
        </pc:picChg>
      </pc:sldChg>
      <pc:sldChg chg="add ord">
        <pc:chgData name="Ueda Isamu" userId="35289799e0376f2e" providerId="LiveId" clId="{DD31E282-B62B-4911-91B6-43B1B98908F9}" dt="2026-03-03T11:00:16.661" v="15702"/>
        <pc:sldMkLst>
          <pc:docMk/>
          <pc:sldMk cId="0" sldId="286"/>
        </pc:sldMkLst>
      </pc:sldChg>
      <pc:sldChg chg="add">
        <pc:chgData name="Ueda Isamu" userId="35289799e0376f2e" providerId="LiveId" clId="{DD31E282-B62B-4911-91B6-43B1B98908F9}" dt="2026-03-03T11:51:10.299" v="15708"/>
        <pc:sldMkLst>
          <pc:docMk/>
          <pc:sldMk cId="0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E45B8-28DE-4A2D-A362-C1DF1467F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E7902-62FC-45C3-9D6B-CEF05B4A1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31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683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EA50-703B-C2EE-745C-34078D782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71917C3-66CC-034F-4EFE-CF9ED7C38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A563708-64C3-1519-899B-8DC58E196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A80B6F-3382-00DB-83DC-826181A38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600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7C1BA-44F1-A015-0D5F-43315BD2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9C37A9D-9288-328F-DF4A-8711A9202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0B74105-B1EC-7554-D683-BD25248BE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2AC2C3-B23F-A3D8-CD18-EB9747C42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41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E27A1-7EC3-80EA-135C-6DF4E055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56E2CA3-0E17-85E0-842A-41CF11028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EB41A4-3EDD-0CF6-0D01-6DE42AC53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8DD67-68A6-6FDF-DEF6-4B98E2077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85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6E6C-4DAB-EAB1-56A4-81019B24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56CFDD4-8BED-7711-62A3-B11A4F9F9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7698474-0716-1847-7AF5-785B331B0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34E58F-8520-64FE-A3A4-BD563E642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079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E27A1-7EC3-80EA-135C-6DF4E055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56E2CA3-0E17-85E0-842A-41CF11028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EB41A4-3EDD-0CF6-0D01-6DE42AC53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8DD67-68A6-6FDF-DEF6-4B98E2077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17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1A3E-B898-57C3-BE1C-79F4BB01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4ABA1B-BF33-D889-97BB-8C2E1D1C8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A50A80-8892-CA98-24E9-5F12C3004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D1B96D-5D29-943D-83EE-2EC9472E0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295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659F-52E2-7B6B-2AA1-05C755EA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4AEA619-3B46-B2C0-55BD-FDC5FE729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B76542E-7A07-C18C-8242-43AF3A52B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0C5916-432A-E072-2BEE-7F93865F0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985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1723-7301-EBFA-72D5-E94113597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772E79-7C51-35C6-79C2-3013C1FDE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2BC0A08-B3AD-1617-F3E0-7680C043E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EACB93-C5F6-8736-F228-50951EC73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100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6BBC-086F-E2DF-1A94-A9A55712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5F96290-B4C1-F7F2-865E-900E17276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8886A8B-243F-BD0A-891C-7A46F2AA8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4A39F7-FDB8-1F1C-AC2C-A51743775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570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8C27-6907-CE74-C95E-E99630C7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EB68E7-CCFB-82B1-6669-EDAF2F0D9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C4B8096-CA1A-9FF1-F643-9584346EF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FF287B-0A7B-6864-CF37-D6FB5F69E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100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F0653-4609-C61B-4C2A-B2098771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AF3DD8-C718-6A67-176C-6A83CF74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47FC0C8-41FC-8BE7-D343-C0A3C8150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D8BC6B-43F6-1C2B-D017-E705BEF95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163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96CB9-BC7C-34B4-54A6-F33D0712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E2E8C0-FB03-5AB9-936C-C55F903BF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D3C7FCE-D1FB-AF4A-6DF6-464A6CE1B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34D2AD-C642-2CF3-FB84-E212DE438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590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20E1-F675-4EC4-2515-CB7A3FEA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82BAC5-DFBE-3402-F365-5AC2D1755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0EE747E-1281-9503-7B63-7332FA2C3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744CAD-FB0A-F755-C8F6-28089E494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944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C301-AB59-764C-A06F-74F4C666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5B7CA4C-289F-E62A-412E-932B41730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D9E76D-26DC-66AB-3CF5-47B2C6963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0A4150-0672-260E-797B-A59435C44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176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A9EA-F36D-5C7D-E090-ECECF75B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4AD3F2-E6DD-B796-99C8-94920A126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91DCF0-24F1-AF5F-7DB4-816CA47F7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2BA0AF-2ACD-0E9F-1B7B-58E415229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245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054B-2194-5E04-BC7A-A9548476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AFB2839-A366-92FA-ABD2-55ECD0B6E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C51DAB8-8EE4-CD04-EF94-36F151A97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9243C7-1061-3966-6C13-0FEA04593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468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C42-3E1A-1C94-5562-F9D5ED15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A10B65-23D9-1E59-C03B-5F5E4E88F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3BCB6FE-C2FA-332A-CE7B-9FCD3CD84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1941A0-BB81-E8E1-A51D-B177D8AA5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933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C6FC-F6F5-A2CD-6064-0CB9E09D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798421-17DC-835E-6D76-7296854CD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F41ED95-37DF-D4BB-C720-E40DFB286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38596B-CD74-F841-E0AA-65138E52F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AE7902-62FC-45C3-9D6B-CEF05B4A1860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1901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9FEB91-8C58-B403-294E-0AAE61068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BE959E-F98B-C898-3077-F69F6D99C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92DABD-6515-8D0A-77D7-BD943E80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242CEC-23F0-1987-C8CE-B6C744C8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E9DF87-F0F7-9D5D-F442-31925D0F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84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22FA1D-AA7E-C529-44B0-1DF7C253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043A78-8E3C-AC0C-BF88-874B82A47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EDF7DC-AC54-91F7-8E1F-9E0493CA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303B4-A395-5941-2BF9-CF16DD57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9F181-F492-010F-A045-66F61F05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1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A50C8-4BBC-9CEF-F695-2C7C760A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9A8C10-17B3-3FE2-601B-98348C3ED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AEEAF9-642C-0574-AECD-C6AF5E753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AA94AE-14C6-6E73-9088-3554C04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349B28-1577-2919-2238-7E949B1C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72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BF4B8-5600-A5DB-5CA1-2AD23C01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3324C7-4A30-D5BD-EFAE-14B262E9A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82153B-A481-3621-215B-07555F501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8E0B77-8E71-F5E3-A8A9-6C2EFF17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9CDAF3-C556-5320-5001-DDB80DF48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6C0CA9-7063-A8C1-C2CC-BC110329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97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9506A-F3F6-6EE8-95BF-8B692099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733A67-A24C-4FD6-069C-A0A7891E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C088D3-F848-C33C-2A51-A124DD494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6C3A46-9A48-F534-815C-DEAB970AB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2E79F7-BEBC-BE04-DDD5-C145A1109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7C55A3-7816-D3F4-D6A8-366778E7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5EA152-F978-DF0E-C474-11B8A204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B343E2-6667-FA99-1896-5A2ED6EB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0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BC1041-FA29-2A87-7663-D5B77609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8FFFBB-135E-9DCA-F411-4C8603C83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365B6D-DC50-0B55-CD5A-8B139FFB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75F36A-4372-FB8D-A5A7-49255BBE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307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57A82D-2703-FDAC-63A1-A73B07F1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B98EA3-499D-5389-BD75-4FDE21D3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2E7A1E-6B41-8980-A12C-EDFCBF3E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0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C52C3D-B5BF-5497-F82B-DD186D369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BD8274-148B-8FF4-6156-15752D201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8C56C4-C41D-90D8-AC11-61B05B67E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67763B-FF56-4493-ED2B-909270540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3B6E52-A174-24F0-F27F-1BE7A99EF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04B748-99C0-3A06-3B22-EDD64E20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11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C33646-489B-D104-DE0B-E28D2181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E719A35-BBC3-C0DD-3F00-213B886B8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EDCE44-17FA-DF14-6328-D8C8E9847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5C2262-C3AC-6309-23C9-515E1A8AA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3C28AD-0648-45AC-6605-37BDCC1A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3254E8-55C7-40A0-BB0C-BF29DA9D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86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C3C2B1-E4A1-477D-6935-00BD032A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810557-B642-D430-FA8E-FA4BE039A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89C5E-B54A-7C97-442C-4BDF9F6F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F92DD9-5B76-20B2-9582-0831A8EF1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8822B0-59DF-C096-23E1-AD3FBFAF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05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AD3562-A5BA-C42C-8B4A-941316802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F6E23E-14A6-B98B-B9E4-221B28495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45F8D3-E0EB-8E15-423C-00CE0669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75A3DC-D63F-2DDA-DC29-7E0735A4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DBE063-1EA7-E215-EAF2-C6D435C4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538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00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FC5D3A-73D3-562D-BFE3-112DCE37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450EEE-86BC-5E36-B2A0-D64878C9D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0FF1F1-DB20-3331-9572-EC7981342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4CD7E-2F96-4151-8C31-D240895DC637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AC58A3-74F1-084D-2CD1-BD14164E5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EDC975-6FBE-7574-588B-99062AE2F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A67B1-D7B5-43E8-B8FD-EEA9E714F3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97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microsoft.com/office/2007/relationships/hdphoto" Target="../media/hdphoto1.wdp"/><Relationship Id="rId10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.png"/><Relationship Id="rId7" Type="http://schemas.microsoft.com/office/2007/relationships/hdphoto" Target="../media/hdphoto3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20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5.png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2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8.png"/><Relationship Id="rId5" Type="http://schemas.openxmlformats.org/officeDocument/2006/relationships/image" Target="../media/image58.png"/><Relationship Id="rId10" Type="http://schemas.openxmlformats.org/officeDocument/2006/relationships/image" Target="../media/image20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0" Type="http://schemas.openxmlformats.org/officeDocument/2006/relationships/image" Target="../media/image68.png"/><Relationship Id="rId4" Type="http://schemas.openxmlformats.org/officeDocument/2006/relationships/image" Target="../media/image64.png"/><Relationship Id="rId9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0" Type="http://schemas.openxmlformats.org/officeDocument/2006/relationships/image" Target="../media/image68.png"/><Relationship Id="rId4" Type="http://schemas.openxmlformats.org/officeDocument/2006/relationships/image" Target="../media/image64.png"/><Relationship Id="rId9" Type="http://schemas.microsoft.com/office/2007/relationships/hdphoto" Target="../media/hdphoto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2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1.png"/><Relationship Id="rId21" Type="http://schemas.openxmlformats.org/officeDocument/2006/relationships/image" Target="../media/image97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5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4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24" Type="http://schemas.microsoft.com/office/2007/relationships/hdphoto" Target="../media/hdphoto5.wdp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98.png"/><Relationship Id="rId10" Type="http://schemas.openxmlformats.org/officeDocument/2006/relationships/image" Target="../media/image88.png"/><Relationship Id="rId19" Type="http://schemas.openxmlformats.org/officeDocument/2006/relationships/image" Target="../media/image5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Relationship Id="rId22" Type="http://schemas.microsoft.com/office/2007/relationships/hdphoto" Target="../media/hdphoto3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microsoft.com/office/2007/relationships/hdphoto" Target="../media/hdphoto3.wdp"/><Relationship Id="rId4" Type="http://schemas.openxmlformats.org/officeDocument/2006/relationships/image" Target="../media/image5.png"/><Relationship Id="rId9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105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8.png"/><Relationship Id="rId18" Type="http://schemas.openxmlformats.org/officeDocument/2006/relationships/image" Target="../media/image90.png"/><Relationship Id="rId3" Type="http://schemas.openxmlformats.org/officeDocument/2006/relationships/image" Target="../media/image82.png"/><Relationship Id="rId21" Type="http://schemas.openxmlformats.org/officeDocument/2006/relationships/image" Target="../media/image132.png"/><Relationship Id="rId7" Type="http://schemas.openxmlformats.org/officeDocument/2006/relationships/image" Target="../media/image125.png"/><Relationship Id="rId12" Type="http://schemas.openxmlformats.org/officeDocument/2006/relationships/image" Target="../media/image87.png"/><Relationship Id="rId17" Type="http://schemas.openxmlformats.org/officeDocument/2006/relationships/image" Target="../media/image129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28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png"/><Relationship Id="rId11" Type="http://schemas.openxmlformats.org/officeDocument/2006/relationships/image" Target="../media/image126.png"/><Relationship Id="rId5" Type="http://schemas.openxmlformats.org/officeDocument/2006/relationships/image" Target="../media/image124.png"/><Relationship Id="rId15" Type="http://schemas.openxmlformats.org/officeDocument/2006/relationships/image" Target="../media/image127.png"/><Relationship Id="rId10" Type="http://schemas.openxmlformats.org/officeDocument/2006/relationships/image" Target="../media/image95.png"/><Relationship Id="rId19" Type="http://schemas.openxmlformats.org/officeDocument/2006/relationships/image" Target="../media/image130.png"/><Relationship Id="rId4" Type="http://schemas.openxmlformats.org/officeDocument/2006/relationships/image" Target="../media/image83.png"/><Relationship Id="rId9" Type="http://schemas.openxmlformats.org/officeDocument/2006/relationships/image" Target="../media/image86.png"/><Relationship Id="rId14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18" Type="http://schemas.openxmlformats.org/officeDocument/2006/relationships/image" Target="../media/image148.png"/><Relationship Id="rId3" Type="http://schemas.openxmlformats.org/officeDocument/2006/relationships/image" Target="../media/image133.png"/><Relationship Id="rId21" Type="http://schemas.openxmlformats.org/officeDocument/2006/relationships/image" Target="../media/image151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7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24" Type="http://schemas.openxmlformats.org/officeDocument/2006/relationships/image" Target="../media/image153.png"/><Relationship Id="rId5" Type="http://schemas.openxmlformats.org/officeDocument/2006/relationships/image" Target="../media/image135.png"/><Relationship Id="rId15" Type="http://schemas.openxmlformats.org/officeDocument/2006/relationships/image" Target="../media/image145.png"/><Relationship Id="rId23" Type="http://schemas.openxmlformats.org/officeDocument/2006/relationships/image" Target="../media/image81.png"/><Relationship Id="rId10" Type="http://schemas.openxmlformats.org/officeDocument/2006/relationships/image" Target="../media/image140.png"/><Relationship Id="rId19" Type="http://schemas.openxmlformats.org/officeDocument/2006/relationships/image" Target="../media/image149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Relationship Id="rId22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65C5910-E0B8-21E0-8A80-1B10111C5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0" t="8578" r="3449" b="1"/>
          <a:stretch>
            <a:fillRect/>
          </a:stretch>
        </p:blipFill>
        <p:spPr>
          <a:xfrm>
            <a:off x="6009736" y="2431293"/>
            <a:ext cx="6055743" cy="4229491"/>
          </a:xfrm>
          <a:prstGeom prst="rect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図 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E475C6B-F084-2D31-9F4D-DAB0F5CB2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4" y="2380890"/>
            <a:ext cx="2514618" cy="4124355"/>
          </a:xfrm>
          <a:prstGeom prst="rect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図 8" descr="ダイアグラ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1CA914F-AFE9-E7BA-2275-AAF7A3E1A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385" y="2431293"/>
            <a:ext cx="2923233" cy="3502532"/>
          </a:xfrm>
          <a:prstGeom prst="rect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359A0-9539-2139-88EF-853FF011F9A2}"/>
              </a:ext>
            </a:extLst>
          </p:cNvPr>
          <p:cNvSpPr txBox="1"/>
          <p:nvPr/>
        </p:nvSpPr>
        <p:spPr>
          <a:xfrm>
            <a:off x="0" y="197216"/>
            <a:ext cx="107752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 × Power Automate × Word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連携</a:t>
            </a:r>
            <a:b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つまずきポイント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2705C2-00A1-8A4A-D9CE-9AAE466B371C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D4E9034-A486-86F5-D3A0-D6F2DF59886D}"/>
              </a:ext>
            </a:extLst>
          </p:cNvPr>
          <p:cNvSpPr/>
          <p:nvPr/>
        </p:nvSpPr>
        <p:spPr>
          <a:xfrm>
            <a:off x="2901502" y="4049485"/>
            <a:ext cx="1409241" cy="40494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471092E-F9B1-37CA-8B0A-1E3D7A4B89DB}"/>
              </a:ext>
            </a:extLst>
          </p:cNvPr>
          <p:cNvSpPr/>
          <p:nvPr/>
        </p:nvSpPr>
        <p:spPr>
          <a:xfrm>
            <a:off x="9178204" y="3003636"/>
            <a:ext cx="2486927" cy="55599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678DE0-634C-5BA4-1EE1-A97412886D30}"/>
              </a:ext>
            </a:extLst>
          </p:cNvPr>
          <p:cNvSpPr txBox="1"/>
          <p:nvPr/>
        </p:nvSpPr>
        <p:spPr>
          <a:xfrm>
            <a:off x="370907" y="1537675"/>
            <a:ext cx="114501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✅同じ変数名を使うことで、値の受け渡しミスを防ぐ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7454871-7E93-ACF6-3F2A-F32DD9438D11}"/>
              </a:ext>
            </a:extLst>
          </p:cNvPr>
          <p:cNvSpPr/>
          <p:nvPr/>
        </p:nvSpPr>
        <p:spPr>
          <a:xfrm>
            <a:off x="256273" y="3559629"/>
            <a:ext cx="1775001" cy="561702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0C8B4C3D-C43E-C559-B92E-3D54102649E2}"/>
              </a:ext>
            </a:extLst>
          </p:cNvPr>
          <p:cNvCxnSpPr>
            <a:endCxn id="9" idx="1"/>
          </p:cNvCxnSpPr>
          <p:nvPr/>
        </p:nvCxnSpPr>
        <p:spPr>
          <a:xfrm>
            <a:off x="2048157" y="3840480"/>
            <a:ext cx="870228" cy="342079"/>
          </a:xfrm>
          <a:prstGeom prst="bentConnector3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2748E1A-FB89-DA05-455E-12E67D3107C2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363118" y="3281633"/>
            <a:ext cx="4815086" cy="970326"/>
          </a:xfrm>
          <a:prstGeom prst="bentConnector3">
            <a:avLst>
              <a:gd name="adj1" fmla="val 33044"/>
            </a:avLst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図 26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9B47A65-6943-D8AF-9A75-389213BE8C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862" y="5668793"/>
            <a:ext cx="1124846" cy="1181745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58A5D225-A532-55A8-5966-3647207F17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3817578" y="5832426"/>
            <a:ext cx="1124846" cy="88455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31" name="図 30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4F666571-F9C3-D488-4563-09BDE14DE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00" b="90000" l="9583" r="90000">
                        <a14:foregroundMark x1="16500" y1="58750" x2="19667" y2="73083"/>
                        <a14:foregroundMark x1="19667" y1="73083" x2="26500" y2="65333"/>
                        <a14:foregroundMark x1="26500" y1="65333" x2="31417" y2="72417"/>
                        <a14:foregroundMark x1="31417" y1="72417" x2="36583" y2="60250"/>
                        <a14:foregroundMark x1="36583" y1="60250" x2="36167" y2="56750"/>
                        <a14:foregroundMark x1="24833" y1="60583" x2="28250" y2="65750"/>
                        <a14:foregroundMark x1="40750" y1="9500" x2="40750" y2="9500"/>
                        <a14:foregroundMark x1="26083" y1="58500" x2="26083" y2="58500"/>
                        <a14:foregroundMark x1="9583" y1="62500" x2="9583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55" t="7524" r="13105" b="8763"/>
          <a:stretch>
            <a:fillRect/>
          </a:stretch>
        </p:blipFill>
        <p:spPr>
          <a:xfrm>
            <a:off x="7781431" y="5789065"/>
            <a:ext cx="916152" cy="97032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03F64913-86CF-762A-28A2-1F032E7A395F}"/>
              </a:ext>
            </a:extLst>
          </p:cNvPr>
          <p:cNvCxnSpPr/>
          <p:nvPr/>
        </p:nvCxnSpPr>
        <p:spPr>
          <a:xfrm>
            <a:off x="2253343" y="6274228"/>
            <a:ext cx="135277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D1D0ACCE-EF7F-1D17-2CF8-1C0B7B6457A3}"/>
              </a:ext>
            </a:extLst>
          </p:cNvPr>
          <p:cNvCxnSpPr>
            <a:cxnSpLocks/>
          </p:cNvCxnSpPr>
          <p:nvPr/>
        </p:nvCxnSpPr>
        <p:spPr>
          <a:xfrm>
            <a:off x="5165228" y="6274228"/>
            <a:ext cx="2313258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37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E51F21-E202-78C2-9001-1A764E263E35}"/>
              </a:ext>
            </a:extLst>
          </p:cNvPr>
          <p:cNvSpPr txBox="1"/>
          <p:nvPr/>
        </p:nvSpPr>
        <p:spPr>
          <a:xfrm>
            <a:off x="45134" y="1682276"/>
            <a:ext cx="57739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フローを事前作成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 「＋」からアクション追加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　既存の 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PA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フローを選択し、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変数をマッピング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④　テスト → 公開で連携完了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359A0-9539-2139-88EF-853FF011F9A2}"/>
              </a:ext>
            </a:extLst>
          </p:cNvPr>
          <p:cNvSpPr txBox="1"/>
          <p:nvPr/>
        </p:nvSpPr>
        <p:spPr>
          <a:xfrm>
            <a:off x="201884" y="141018"/>
            <a:ext cx="10775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  <a:endParaRPr lang="ja-JP" altLang="en-US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2705C2-00A1-8A4A-D9CE-9AAE466B371C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471092E-F9B1-37CA-8B0A-1E3D7A4B89DB}"/>
              </a:ext>
            </a:extLst>
          </p:cNvPr>
          <p:cNvSpPr/>
          <p:nvPr/>
        </p:nvSpPr>
        <p:spPr>
          <a:xfrm>
            <a:off x="9178204" y="3003636"/>
            <a:ext cx="2486927" cy="55599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678DE0-634C-5BA4-1EE1-A97412886D30}"/>
              </a:ext>
            </a:extLst>
          </p:cNvPr>
          <p:cNvSpPr txBox="1"/>
          <p:nvPr/>
        </p:nvSpPr>
        <p:spPr>
          <a:xfrm>
            <a:off x="263493" y="866811"/>
            <a:ext cx="8188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フローとの連携手順</a:t>
            </a:r>
          </a:p>
        </p:txBody>
      </p:sp>
      <p:pic>
        <p:nvPicPr>
          <p:cNvPr id="27" name="図 26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9B47A65-6943-D8AF-9A75-389213BE8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38347" y="206164"/>
            <a:ext cx="1124846" cy="1181745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58A5D225-A532-55A8-5966-3647207F1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10634322" y="5334855"/>
            <a:ext cx="981752" cy="772030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3" name="図 2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D1EB0AE-7E2D-9721-36BA-878602529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919" y="1701621"/>
            <a:ext cx="6628627" cy="48816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7454871-7E93-ACF6-3F2A-F32DD9438D11}"/>
              </a:ext>
            </a:extLst>
          </p:cNvPr>
          <p:cNvSpPr/>
          <p:nvPr/>
        </p:nvSpPr>
        <p:spPr>
          <a:xfrm>
            <a:off x="7992451" y="5445649"/>
            <a:ext cx="2984658" cy="51874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2748E1A-FB89-DA05-455E-12E67D3107C2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7674429" y="5705024"/>
            <a:ext cx="318022" cy="15846"/>
          </a:xfrm>
          <a:prstGeom prst="bentConnector3">
            <a:avLst>
              <a:gd name="adj1" fmla="val 50000"/>
            </a:avLst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2EC3D5C-0E1F-F426-70A1-CA3FD4315976}"/>
              </a:ext>
            </a:extLst>
          </p:cNvPr>
          <p:cNvSpPr/>
          <p:nvPr/>
        </p:nvSpPr>
        <p:spPr>
          <a:xfrm>
            <a:off x="5704897" y="5530655"/>
            <a:ext cx="1969532" cy="354164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BBD6BC3-D69A-65FF-43B5-7E0DF09A0B5F}"/>
              </a:ext>
            </a:extLst>
          </p:cNvPr>
          <p:cNvSpPr/>
          <p:nvPr/>
        </p:nvSpPr>
        <p:spPr>
          <a:xfrm>
            <a:off x="6366351" y="3182593"/>
            <a:ext cx="765969" cy="442350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01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E51F21-E202-78C2-9001-1A764E263E35}"/>
              </a:ext>
            </a:extLst>
          </p:cNvPr>
          <p:cNvSpPr txBox="1"/>
          <p:nvPr/>
        </p:nvSpPr>
        <p:spPr>
          <a:xfrm>
            <a:off x="45134" y="1682276"/>
            <a:ext cx="658980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開発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タブクリック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(Word)</a:t>
            </a: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　 変数を代入したい文字列を選択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　テキストコンテンツコントロールを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④　プロパティをクリック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⑤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PA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で側と同じ変数名を入力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359A0-9539-2139-88EF-853FF011F9A2}"/>
              </a:ext>
            </a:extLst>
          </p:cNvPr>
          <p:cNvSpPr txBox="1"/>
          <p:nvPr/>
        </p:nvSpPr>
        <p:spPr>
          <a:xfrm>
            <a:off x="201885" y="141018"/>
            <a:ext cx="5894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  <a:endParaRPr lang="ja-JP" altLang="en-US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2705C2-00A1-8A4A-D9CE-9AAE466B371C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678DE0-634C-5BA4-1EE1-A97412886D30}"/>
              </a:ext>
            </a:extLst>
          </p:cNvPr>
          <p:cNvSpPr txBox="1"/>
          <p:nvPr/>
        </p:nvSpPr>
        <p:spPr>
          <a:xfrm>
            <a:off x="555823" y="774519"/>
            <a:ext cx="8188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Word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への変数受け渡し手順</a:t>
            </a:r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E28A576-B931-F558-247B-A3E7E14D00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80" r="3723"/>
          <a:stretch>
            <a:fillRect/>
          </a:stretch>
        </p:blipFill>
        <p:spPr>
          <a:xfrm>
            <a:off x="6634940" y="1346465"/>
            <a:ext cx="5239197" cy="49989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CE76246-861A-B51D-64AB-3F347928C87D}"/>
              </a:ext>
            </a:extLst>
          </p:cNvPr>
          <p:cNvSpPr/>
          <p:nvPr/>
        </p:nvSpPr>
        <p:spPr>
          <a:xfrm>
            <a:off x="8234340" y="1363227"/>
            <a:ext cx="452460" cy="33581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3149B03-6F87-DCE4-8F6E-7531658F0CF9}"/>
              </a:ext>
            </a:extLst>
          </p:cNvPr>
          <p:cNvSpPr/>
          <p:nvPr/>
        </p:nvSpPr>
        <p:spPr>
          <a:xfrm>
            <a:off x="7781879" y="4406872"/>
            <a:ext cx="1629909" cy="413322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6558144-812A-C0A1-21F4-9D30E5C2B20E}"/>
              </a:ext>
            </a:extLst>
          </p:cNvPr>
          <p:cNvSpPr/>
          <p:nvPr/>
        </p:nvSpPr>
        <p:spPr>
          <a:xfrm>
            <a:off x="7114090" y="1658936"/>
            <a:ext cx="331739" cy="20252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11B6D41-9943-D743-5C66-BD9D6BFFD813}"/>
              </a:ext>
            </a:extLst>
          </p:cNvPr>
          <p:cNvSpPr/>
          <p:nvPr/>
        </p:nvSpPr>
        <p:spPr>
          <a:xfrm>
            <a:off x="9633857" y="5410274"/>
            <a:ext cx="1809206" cy="40922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DB70E01F-1681-3F00-0C6C-FCD6ADEA4FD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7174785" y="2984823"/>
            <a:ext cx="2707834" cy="136264"/>
          </a:xfrm>
          <a:prstGeom prst="bentConnector3">
            <a:avLst>
              <a:gd name="adj1" fmla="val 50000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E84A8EBA-4611-3CED-D3C6-2F39C3CF3701}"/>
              </a:ext>
            </a:extLst>
          </p:cNvPr>
          <p:cNvCxnSpPr>
            <a:cxnSpLocks/>
            <a:stCxn id="7" idx="1"/>
            <a:endCxn id="9" idx="2"/>
          </p:cNvCxnSpPr>
          <p:nvPr/>
        </p:nvCxnSpPr>
        <p:spPr>
          <a:xfrm rot="10800000">
            <a:off x="7279961" y="1861457"/>
            <a:ext cx="501919" cy="2752076"/>
          </a:xfrm>
          <a:prstGeom prst="bentConnector2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DA0E5398-E958-8C7B-66CE-458CAA0007FD}"/>
              </a:ext>
            </a:extLst>
          </p:cNvPr>
          <p:cNvCxnSpPr>
            <a:cxnSpLocks/>
            <a:stCxn id="9" idx="3"/>
            <a:endCxn id="31" idx="2"/>
          </p:cNvCxnSpPr>
          <p:nvPr/>
        </p:nvCxnSpPr>
        <p:spPr>
          <a:xfrm>
            <a:off x="7445829" y="1760197"/>
            <a:ext cx="608427" cy="312061"/>
          </a:xfrm>
          <a:prstGeom prst="bentConnector4">
            <a:avLst>
              <a:gd name="adj1" fmla="val 28512"/>
              <a:gd name="adj2" fmla="val 173255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9475D9D-34D3-156E-F6EF-9B153DA0363F}"/>
              </a:ext>
            </a:extLst>
          </p:cNvPr>
          <p:cNvSpPr/>
          <p:nvPr/>
        </p:nvSpPr>
        <p:spPr>
          <a:xfrm>
            <a:off x="7792780" y="1817150"/>
            <a:ext cx="522951" cy="255108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3B0713D5-076F-E5BE-A825-4BE2D1E15930}"/>
              </a:ext>
            </a:extLst>
          </p:cNvPr>
          <p:cNvCxnSpPr>
            <a:cxnSpLocks/>
            <a:stCxn id="31" idx="0"/>
            <a:endCxn id="13" idx="0"/>
          </p:cNvCxnSpPr>
          <p:nvPr/>
        </p:nvCxnSpPr>
        <p:spPr>
          <a:xfrm rot="16200000" flipH="1">
            <a:off x="7499796" y="2371610"/>
            <a:ext cx="3593124" cy="2484204"/>
          </a:xfrm>
          <a:prstGeom prst="bentConnector3">
            <a:avLst>
              <a:gd name="adj1" fmla="val -19268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2680A44-1A21-138A-641F-45DDF8987E7A}"/>
              </a:ext>
            </a:extLst>
          </p:cNvPr>
          <p:cNvSpPr txBox="1"/>
          <p:nvPr/>
        </p:nvSpPr>
        <p:spPr>
          <a:xfrm>
            <a:off x="8636556" y="158375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①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0E1F678-C064-3D59-BC81-3FF413F73648}"/>
              </a:ext>
            </a:extLst>
          </p:cNvPr>
          <p:cNvSpPr txBox="1"/>
          <p:nvPr/>
        </p:nvSpPr>
        <p:spPr>
          <a:xfrm>
            <a:off x="9201196" y="410580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②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42F88F6-0AFD-9B63-804B-8FF695D67C3E}"/>
              </a:ext>
            </a:extLst>
          </p:cNvPr>
          <p:cNvSpPr txBox="1"/>
          <p:nvPr/>
        </p:nvSpPr>
        <p:spPr>
          <a:xfrm>
            <a:off x="6601272" y="1500332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③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096B926-174F-2B5C-33C9-52AEB6EA9DC2}"/>
              </a:ext>
            </a:extLst>
          </p:cNvPr>
          <p:cNvSpPr txBox="1"/>
          <p:nvPr/>
        </p:nvSpPr>
        <p:spPr>
          <a:xfrm>
            <a:off x="7672059" y="1423455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④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E75C4B-FC86-6A3F-266D-35FFDF624466}"/>
              </a:ext>
            </a:extLst>
          </p:cNvPr>
          <p:cNvSpPr txBox="1"/>
          <p:nvPr/>
        </p:nvSpPr>
        <p:spPr>
          <a:xfrm>
            <a:off x="10992762" y="5016579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⑤</a:t>
            </a: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3092BA29-25C4-A882-E194-F87D3077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092" y="3882878"/>
            <a:ext cx="609057" cy="4872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3A0D4C26-390E-0374-6A11-561A4DC0B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378" y="4846283"/>
            <a:ext cx="1206849" cy="4763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6E478FB4-090F-9C52-E592-E415FFB0CDE2}"/>
              </a:ext>
            </a:extLst>
          </p:cNvPr>
          <p:cNvCxnSpPr/>
          <p:nvPr/>
        </p:nvCxnSpPr>
        <p:spPr>
          <a:xfrm>
            <a:off x="3151311" y="3990703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81C11C33-214E-16E1-02B0-4952E7434250}"/>
              </a:ext>
            </a:extLst>
          </p:cNvPr>
          <p:cNvCxnSpPr/>
          <p:nvPr/>
        </p:nvCxnSpPr>
        <p:spPr>
          <a:xfrm>
            <a:off x="4405178" y="501657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F9016D99-1397-4D1C-1D18-89F962B80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609" y="2008290"/>
            <a:ext cx="656781" cy="3997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46351AF-CFA4-B8E4-8413-63C98307632A}"/>
              </a:ext>
            </a:extLst>
          </p:cNvPr>
          <p:cNvCxnSpPr/>
          <p:nvPr/>
        </p:nvCxnSpPr>
        <p:spPr>
          <a:xfrm>
            <a:off x="5325266" y="2140280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F7C3AEE-F77C-4092-B04C-3CED6C8814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7713" y="59482"/>
            <a:ext cx="915820" cy="96214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3" name="図 5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4ED2844D-EDDA-D485-5E26-3592A5FD38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00" b="90000" l="9583" r="90000">
                        <a14:foregroundMark x1="16500" y1="58750" x2="19667" y2="73083"/>
                        <a14:foregroundMark x1="19667" y1="73083" x2="26500" y2="65333"/>
                        <a14:foregroundMark x1="26500" y1="65333" x2="31417" y2="72417"/>
                        <a14:foregroundMark x1="31417" y1="72417" x2="36583" y2="60250"/>
                        <a14:foregroundMark x1="36583" y1="60250" x2="36167" y2="56750"/>
                        <a14:foregroundMark x1="24833" y1="60583" x2="28250" y2="65750"/>
                        <a14:foregroundMark x1="40750" y1="9500" x2="40750" y2="9500"/>
                        <a14:foregroundMark x1="26083" y1="58500" x2="26083" y2="58500"/>
                        <a14:foregroundMark x1="9583" y1="62500" x2="9583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55" t="7524" r="13105" b="8763"/>
          <a:stretch>
            <a:fillRect/>
          </a:stretch>
        </p:blipFill>
        <p:spPr>
          <a:xfrm>
            <a:off x="10822249" y="468146"/>
            <a:ext cx="1219914" cy="1292050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4" name="図 5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A5FF61A7-E829-3CEF-B989-EE1E3228BE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8861706" y="217054"/>
            <a:ext cx="915820" cy="720182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B5261EAC-669F-909A-6A7C-687399F0F165}"/>
              </a:ext>
            </a:extLst>
          </p:cNvPr>
          <p:cNvCxnSpPr>
            <a:cxnSpLocks/>
          </p:cNvCxnSpPr>
          <p:nvPr/>
        </p:nvCxnSpPr>
        <p:spPr>
          <a:xfrm>
            <a:off x="7792780" y="500445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9AF8CF39-434E-61A8-5631-E1CD5982BBC6}"/>
              </a:ext>
            </a:extLst>
          </p:cNvPr>
          <p:cNvCxnSpPr>
            <a:cxnSpLocks/>
          </p:cNvCxnSpPr>
          <p:nvPr/>
        </p:nvCxnSpPr>
        <p:spPr>
          <a:xfrm>
            <a:off x="9964480" y="533102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図 5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1EAB06E-BEF3-59D7-FEE1-3F81F2553A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1513" y="6144161"/>
            <a:ext cx="3095564" cy="5306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2D2EAF25-9774-80A1-C2A3-96638EC46064}"/>
              </a:ext>
            </a:extLst>
          </p:cNvPr>
          <p:cNvCxnSpPr/>
          <p:nvPr/>
        </p:nvCxnSpPr>
        <p:spPr>
          <a:xfrm>
            <a:off x="2691743" y="627750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12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F716-DB7E-85EE-65EF-ABA93451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47C8B1-0CC8-E521-8E7A-C12BDF45C3B7}"/>
              </a:ext>
            </a:extLst>
          </p:cNvPr>
          <p:cNvSpPr txBox="1"/>
          <p:nvPr/>
        </p:nvSpPr>
        <p:spPr>
          <a:xfrm>
            <a:off x="45134" y="1682276"/>
            <a:ext cx="658980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開発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タブクリック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(Word)</a:t>
            </a: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　 変数を代入したい文字列を選択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　テキストコンテンツコントロールを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④　プロパティをクリック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⑤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PA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で側と同じ変数名を入力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DF793D-82D2-0C14-AD67-A7AFB588CDDC}"/>
              </a:ext>
            </a:extLst>
          </p:cNvPr>
          <p:cNvSpPr txBox="1"/>
          <p:nvPr/>
        </p:nvSpPr>
        <p:spPr>
          <a:xfrm>
            <a:off x="201885" y="141018"/>
            <a:ext cx="5894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  <a:endParaRPr lang="ja-JP" altLang="en-US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4848852-4D7D-5775-FA1D-93260237A1A3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60ED83-C9BA-381E-9820-45973D6D6CD7}"/>
              </a:ext>
            </a:extLst>
          </p:cNvPr>
          <p:cNvSpPr txBox="1"/>
          <p:nvPr/>
        </p:nvSpPr>
        <p:spPr>
          <a:xfrm>
            <a:off x="555823" y="774519"/>
            <a:ext cx="8188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Word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への変数受け渡し手順</a:t>
            </a:r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416481C-6788-FA64-A800-3BC35CEA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80" r="3723"/>
          <a:stretch>
            <a:fillRect/>
          </a:stretch>
        </p:blipFill>
        <p:spPr>
          <a:xfrm>
            <a:off x="6634940" y="1346465"/>
            <a:ext cx="5239197" cy="49989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E0437F0-F82F-5731-6711-85A68C679CC4}"/>
              </a:ext>
            </a:extLst>
          </p:cNvPr>
          <p:cNvSpPr/>
          <p:nvPr/>
        </p:nvSpPr>
        <p:spPr>
          <a:xfrm>
            <a:off x="8234340" y="1363227"/>
            <a:ext cx="452460" cy="33581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C4418C8-9FE9-8B6F-887E-613CF3755A2B}"/>
              </a:ext>
            </a:extLst>
          </p:cNvPr>
          <p:cNvSpPr/>
          <p:nvPr/>
        </p:nvSpPr>
        <p:spPr>
          <a:xfrm>
            <a:off x="7781879" y="4406872"/>
            <a:ext cx="1629909" cy="413322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43C6154-516A-14BE-AC83-3569B73EAD01}"/>
              </a:ext>
            </a:extLst>
          </p:cNvPr>
          <p:cNvSpPr/>
          <p:nvPr/>
        </p:nvSpPr>
        <p:spPr>
          <a:xfrm>
            <a:off x="7114090" y="1658936"/>
            <a:ext cx="331739" cy="20252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B53C4A6-B55E-3C80-F2FA-4D7E3FC35E42}"/>
              </a:ext>
            </a:extLst>
          </p:cNvPr>
          <p:cNvSpPr/>
          <p:nvPr/>
        </p:nvSpPr>
        <p:spPr>
          <a:xfrm>
            <a:off x="9633857" y="5410274"/>
            <a:ext cx="1809206" cy="40922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0FBA4159-F770-DD26-9C8F-90668B06836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7174785" y="2984823"/>
            <a:ext cx="2707834" cy="136264"/>
          </a:xfrm>
          <a:prstGeom prst="bentConnector3">
            <a:avLst>
              <a:gd name="adj1" fmla="val 50000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9B431744-08D1-76AB-3A98-D24E70FA826C}"/>
              </a:ext>
            </a:extLst>
          </p:cNvPr>
          <p:cNvCxnSpPr>
            <a:cxnSpLocks/>
            <a:stCxn id="7" idx="1"/>
            <a:endCxn id="9" idx="2"/>
          </p:cNvCxnSpPr>
          <p:nvPr/>
        </p:nvCxnSpPr>
        <p:spPr>
          <a:xfrm rot="10800000">
            <a:off x="7279961" y="1861457"/>
            <a:ext cx="501919" cy="2752076"/>
          </a:xfrm>
          <a:prstGeom prst="bentConnector2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C287AC10-A6D1-755F-2A9B-C23D7C0B0D84}"/>
              </a:ext>
            </a:extLst>
          </p:cNvPr>
          <p:cNvCxnSpPr>
            <a:cxnSpLocks/>
            <a:stCxn id="9" idx="3"/>
            <a:endCxn id="31" idx="2"/>
          </p:cNvCxnSpPr>
          <p:nvPr/>
        </p:nvCxnSpPr>
        <p:spPr>
          <a:xfrm>
            <a:off x="7445829" y="1760197"/>
            <a:ext cx="608427" cy="312061"/>
          </a:xfrm>
          <a:prstGeom prst="bentConnector4">
            <a:avLst>
              <a:gd name="adj1" fmla="val 28512"/>
              <a:gd name="adj2" fmla="val 173255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6CBC53F6-BE3D-FE72-71D4-D4976FFC4D81}"/>
              </a:ext>
            </a:extLst>
          </p:cNvPr>
          <p:cNvSpPr/>
          <p:nvPr/>
        </p:nvSpPr>
        <p:spPr>
          <a:xfrm>
            <a:off x="7792780" y="1817150"/>
            <a:ext cx="522951" cy="255108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2E136962-B197-6767-3A7F-D6052DE25141}"/>
              </a:ext>
            </a:extLst>
          </p:cNvPr>
          <p:cNvCxnSpPr>
            <a:cxnSpLocks/>
            <a:stCxn id="31" idx="0"/>
            <a:endCxn id="13" idx="0"/>
          </p:cNvCxnSpPr>
          <p:nvPr/>
        </p:nvCxnSpPr>
        <p:spPr>
          <a:xfrm rot="16200000" flipH="1">
            <a:off x="7499796" y="2371610"/>
            <a:ext cx="3593124" cy="2484204"/>
          </a:xfrm>
          <a:prstGeom prst="bentConnector3">
            <a:avLst>
              <a:gd name="adj1" fmla="val -19268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03C61C5-A386-9FCC-5CF7-756AE2445859}"/>
              </a:ext>
            </a:extLst>
          </p:cNvPr>
          <p:cNvSpPr txBox="1"/>
          <p:nvPr/>
        </p:nvSpPr>
        <p:spPr>
          <a:xfrm>
            <a:off x="8636556" y="158375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①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5947697-A33C-0A55-C9BF-C3531B643D4C}"/>
              </a:ext>
            </a:extLst>
          </p:cNvPr>
          <p:cNvSpPr txBox="1"/>
          <p:nvPr/>
        </p:nvSpPr>
        <p:spPr>
          <a:xfrm>
            <a:off x="9201196" y="410580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②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ED916CE-9127-4A89-9ECB-5A75CFB1C2AC}"/>
              </a:ext>
            </a:extLst>
          </p:cNvPr>
          <p:cNvSpPr txBox="1"/>
          <p:nvPr/>
        </p:nvSpPr>
        <p:spPr>
          <a:xfrm>
            <a:off x="6601272" y="1500332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③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503D5B5-41A1-A4A5-E53D-D51F626405AE}"/>
              </a:ext>
            </a:extLst>
          </p:cNvPr>
          <p:cNvSpPr txBox="1"/>
          <p:nvPr/>
        </p:nvSpPr>
        <p:spPr>
          <a:xfrm>
            <a:off x="7672059" y="1423455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④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534210C-D9DF-4EEF-159E-1FB95E74D05B}"/>
              </a:ext>
            </a:extLst>
          </p:cNvPr>
          <p:cNvSpPr txBox="1"/>
          <p:nvPr/>
        </p:nvSpPr>
        <p:spPr>
          <a:xfrm>
            <a:off x="10992762" y="5016579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⑤</a:t>
            </a: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0A48FCE4-552C-2502-E6F4-6042A8F69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092" y="3882878"/>
            <a:ext cx="609057" cy="4872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EA6AA09A-9D6A-B14B-8B24-18617FE6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378" y="4846283"/>
            <a:ext cx="1206849" cy="4763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2AB2F5A7-AB8A-ED13-3A54-EB5130664E16}"/>
              </a:ext>
            </a:extLst>
          </p:cNvPr>
          <p:cNvCxnSpPr/>
          <p:nvPr/>
        </p:nvCxnSpPr>
        <p:spPr>
          <a:xfrm>
            <a:off x="3151311" y="3990703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965D9158-6431-F759-F40A-F75D3281C42B}"/>
              </a:ext>
            </a:extLst>
          </p:cNvPr>
          <p:cNvCxnSpPr/>
          <p:nvPr/>
        </p:nvCxnSpPr>
        <p:spPr>
          <a:xfrm>
            <a:off x="4405178" y="501657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F084B074-6875-434B-2186-AAC3959B6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609" y="2008290"/>
            <a:ext cx="656781" cy="3997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77244F36-8FCB-08CA-FCBE-E89FE5EBBF21}"/>
              </a:ext>
            </a:extLst>
          </p:cNvPr>
          <p:cNvCxnSpPr/>
          <p:nvPr/>
        </p:nvCxnSpPr>
        <p:spPr>
          <a:xfrm>
            <a:off x="5325266" y="2140280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ECFF032-CF06-6530-0DF0-6007E39C3E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7713" y="59482"/>
            <a:ext cx="915820" cy="96214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3" name="図 5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CC8126B-92AC-54C4-432D-BA269AD8D9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00" b="90000" l="9583" r="90000">
                        <a14:foregroundMark x1="16500" y1="58750" x2="19667" y2="73083"/>
                        <a14:foregroundMark x1="19667" y1="73083" x2="26500" y2="65333"/>
                        <a14:foregroundMark x1="26500" y1="65333" x2="31417" y2="72417"/>
                        <a14:foregroundMark x1="31417" y1="72417" x2="36583" y2="60250"/>
                        <a14:foregroundMark x1="36583" y1="60250" x2="36167" y2="56750"/>
                        <a14:foregroundMark x1="24833" y1="60583" x2="28250" y2="65750"/>
                        <a14:foregroundMark x1="40750" y1="9500" x2="40750" y2="9500"/>
                        <a14:foregroundMark x1="26083" y1="58500" x2="26083" y2="58500"/>
                        <a14:foregroundMark x1="9583" y1="62500" x2="9583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55" t="7524" r="13105" b="8763"/>
          <a:stretch>
            <a:fillRect/>
          </a:stretch>
        </p:blipFill>
        <p:spPr>
          <a:xfrm>
            <a:off x="10822249" y="468146"/>
            <a:ext cx="1219914" cy="1292050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4" name="図 5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259786B-2CBD-425C-10E2-4DDAD3DFF9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8861706" y="217054"/>
            <a:ext cx="915820" cy="720182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ECE1484C-0AA9-6837-075C-FFB91D926034}"/>
              </a:ext>
            </a:extLst>
          </p:cNvPr>
          <p:cNvCxnSpPr>
            <a:cxnSpLocks/>
          </p:cNvCxnSpPr>
          <p:nvPr/>
        </p:nvCxnSpPr>
        <p:spPr>
          <a:xfrm>
            <a:off x="7792780" y="500445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585250C-D48D-C8A3-D00E-EBB66926A513}"/>
              </a:ext>
            </a:extLst>
          </p:cNvPr>
          <p:cNvCxnSpPr>
            <a:cxnSpLocks/>
          </p:cNvCxnSpPr>
          <p:nvPr/>
        </p:nvCxnSpPr>
        <p:spPr>
          <a:xfrm>
            <a:off x="9964480" y="533102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図 5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DD4C852-2A38-3102-361E-19F3CCA0AE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1513" y="6144161"/>
            <a:ext cx="3095564" cy="5306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2852C3FE-F321-3B23-CD4D-3F75F26B89C8}"/>
              </a:ext>
            </a:extLst>
          </p:cNvPr>
          <p:cNvCxnSpPr/>
          <p:nvPr/>
        </p:nvCxnSpPr>
        <p:spPr>
          <a:xfrm>
            <a:off x="2691743" y="627750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77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96F1-45E6-CD38-F994-C780717D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9AE0AD-04AF-57D0-ED59-D70F306921CC}"/>
              </a:ext>
            </a:extLst>
          </p:cNvPr>
          <p:cNvSpPr txBox="1"/>
          <p:nvPr/>
        </p:nvSpPr>
        <p:spPr>
          <a:xfrm>
            <a:off x="201886" y="1688811"/>
            <a:ext cx="10281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「申請日 → 氏名 → 所属 → 希望日 → 理由」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E1A5B5C-FEBE-7A0A-F1DE-EBC2E387A690}"/>
              </a:ext>
            </a:extLst>
          </p:cNvPr>
          <p:cNvSpPr txBox="1"/>
          <p:nvPr/>
        </p:nvSpPr>
        <p:spPr>
          <a:xfrm>
            <a:off x="201885" y="141018"/>
            <a:ext cx="110778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操作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</a:p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質問ノードは“聞く順番”を意識すると会話が自然になる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F1A96D6-87D8-D138-EF0B-F29E28085278}"/>
              </a:ext>
            </a:extLst>
          </p:cNvPr>
          <p:cNvSpPr/>
          <p:nvPr/>
        </p:nvSpPr>
        <p:spPr>
          <a:xfrm>
            <a:off x="45720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AD3D3E0-D0A4-2141-A73B-71EC00A41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6611" y="844268"/>
            <a:ext cx="1278795" cy="1343482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10" name="図 9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8DCFD6A-0E44-1EA0-5C30-EC613BCD9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65" y="2433739"/>
            <a:ext cx="2060219" cy="16282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図 1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102A15F-3936-8682-20C2-FE9252033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214" y="2433739"/>
            <a:ext cx="2060219" cy="1653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図 1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8A296DC-7AE5-095E-371F-855EE4002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315" y="2427277"/>
            <a:ext cx="2026989" cy="16116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7000172-A790-7A92-35C1-740185592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840" y="2418186"/>
            <a:ext cx="2076834" cy="16199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9DE77CA-9A5E-4AF1-15CB-26A816C35313}"/>
              </a:ext>
            </a:extLst>
          </p:cNvPr>
          <p:cNvSpPr/>
          <p:nvPr/>
        </p:nvSpPr>
        <p:spPr>
          <a:xfrm>
            <a:off x="316765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C97CA21-37E5-548A-E2CD-55A4AA3840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0655" y="2405724"/>
            <a:ext cx="2051912" cy="16448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2211146-9811-2DBD-4194-F2CFD9980E3F}"/>
              </a:ext>
            </a:extLst>
          </p:cNvPr>
          <p:cNvSpPr/>
          <p:nvPr/>
        </p:nvSpPr>
        <p:spPr>
          <a:xfrm>
            <a:off x="2602520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1C79B34-44B4-3B82-54DD-1AF7E0C324B3}"/>
              </a:ext>
            </a:extLst>
          </p:cNvPr>
          <p:cNvSpPr/>
          <p:nvPr/>
        </p:nvSpPr>
        <p:spPr>
          <a:xfrm>
            <a:off x="4990957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F2E3672F-2DDC-0F83-816C-C2415F3A1730}"/>
              </a:ext>
            </a:extLst>
          </p:cNvPr>
          <p:cNvSpPr/>
          <p:nvPr/>
        </p:nvSpPr>
        <p:spPr>
          <a:xfrm>
            <a:off x="7298285" y="2764138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606FB4B-6EB0-88CF-FF1A-801B08F5D549}"/>
              </a:ext>
            </a:extLst>
          </p:cNvPr>
          <p:cNvSpPr/>
          <p:nvPr/>
        </p:nvSpPr>
        <p:spPr>
          <a:xfrm>
            <a:off x="9656635" y="2757607"/>
            <a:ext cx="1420595" cy="26307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E07873F-66E3-0AAD-D52E-E37C7103CEB5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1737360" y="2889145"/>
            <a:ext cx="86516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53A2D111-4633-2B3D-26AA-9BDBD67D58EC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4023115" y="2889145"/>
            <a:ext cx="9678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C9D9D18-2975-6516-3A54-4932F0827BF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6423910" y="2895676"/>
            <a:ext cx="8743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BE14CA31-B1A0-B938-321C-DE60708119E6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8718880" y="2889145"/>
            <a:ext cx="937755" cy="65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358C786B-3306-C024-2DD4-04AA51418D8F}"/>
              </a:ext>
            </a:extLst>
          </p:cNvPr>
          <p:cNvSpPr txBox="1"/>
          <p:nvPr/>
        </p:nvSpPr>
        <p:spPr>
          <a:xfrm>
            <a:off x="574675" y="4915679"/>
            <a:ext cx="110778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👉 “会話”で進むツールだからこそ、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会話の順番の次第でユーザーの使いやすさが変わってくる。</a:t>
            </a:r>
          </a:p>
        </p:txBody>
      </p:sp>
    </p:spTree>
    <p:extLst>
      <p:ext uri="{BB962C8B-B14F-4D97-AF65-F5344CB8AC3E}">
        <p14:creationId xmlns:p14="http://schemas.microsoft.com/office/powerpoint/2010/main" val="226741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EDA1-DC10-786E-B8E5-74E02EF0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8E3365D-426D-A0A5-E4C9-0C82A755E959}"/>
              </a:ext>
            </a:extLst>
          </p:cNvPr>
          <p:cNvSpPr txBox="1"/>
          <p:nvPr/>
        </p:nvSpPr>
        <p:spPr>
          <a:xfrm>
            <a:off x="265304" y="1881683"/>
            <a:ext cx="43419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ここ、毎回迷う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・左？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・右？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・何を書けばいい？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3" name="図 3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5B75345-3E46-A6C1-605E-77A65FD8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053" y="1803574"/>
            <a:ext cx="4831909" cy="23613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212469-C6F4-9D3B-6E22-DD159DBF2F91}"/>
              </a:ext>
            </a:extLst>
          </p:cNvPr>
          <p:cNvSpPr txBox="1"/>
          <p:nvPr/>
        </p:nvSpPr>
        <p:spPr>
          <a:xfrm>
            <a:off x="155877" y="171911"/>
            <a:ext cx="1107789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×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側　連携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</a:p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このトリガー入力欄、</a:t>
            </a:r>
            <a:r>
              <a:rPr lang="ja-JP" altLang="en-US" sz="4400" b="1" u="sng">
                <a:solidFill>
                  <a:srgbClr val="C00000"/>
                </a:solidFill>
              </a:rPr>
              <a:t>どっち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に</a:t>
            </a:r>
            <a:r>
              <a:rPr lang="ja-JP" altLang="en-US" sz="4400" b="1" u="sng">
                <a:solidFill>
                  <a:srgbClr val="C00000"/>
                </a:solidFill>
              </a:rPr>
              <a:t>何を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書く？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978C15E-3DCE-2B3F-2FB6-0905E9218CF5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9321B11-A971-3898-C14A-AFFB7B3D2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7458" y="4344449"/>
            <a:ext cx="1011194" cy="1062345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7A61C72-DF7E-C017-9759-4B7969FB8D69}"/>
              </a:ext>
            </a:extLst>
          </p:cNvPr>
          <p:cNvSpPr/>
          <p:nvPr/>
        </p:nvSpPr>
        <p:spPr>
          <a:xfrm>
            <a:off x="5879347" y="3606558"/>
            <a:ext cx="1420595" cy="40419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14B78A32-32BC-4512-8E34-831551E1DEE5}"/>
              </a:ext>
            </a:extLst>
          </p:cNvPr>
          <p:cNvSpPr/>
          <p:nvPr/>
        </p:nvSpPr>
        <p:spPr>
          <a:xfrm>
            <a:off x="4632126" y="4627650"/>
            <a:ext cx="2583682" cy="84979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51E3100-EA98-C4B6-4020-1DF34BAFD420}"/>
              </a:ext>
            </a:extLst>
          </p:cNvPr>
          <p:cNvSpPr txBox="1"/>
          <p:nvPr/>
        </p:nvSpPr>
        <p:spPr>
          <a:xfrm>
            <a:off x="4720035" y="4794280"/>
            <a:ext cx="2751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変数の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型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</a:p>
        </p:txBody>
      </p:sp>
      <p:pic>
        <p:nvPicPr>
          <p:cNvPr id="20" name="図 19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791169B-B2EC-394A-B1A4-DA6F3195F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249" y="2084415"/>
            <a:ext cx="1497196" cy="1668185"/>
          </a:xfrm>
          <a:prstGeom prst="rect">
            <a:avLst/>
          </a:prstGeom>
        </p:spPr>
      </p:pic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660906CB-8714-0AB8-E6BB-328834C8AEB7}"/>
              </a:ext>
            </a:extLst>
          </p:cNvPr>
          <p:cNvSpPr/>
          <p:nvPr/>
        </p:nvSpPr>
        <p:spPr>
          <a:xfrm>
            <a:off x="7854233" y="4618982"/>
            <a:ext cx="3009272" cy="849795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272DE6E-0A62-3D29-B918-23564F5481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06" y="3984958"/>
            <a:ext cx="1289983" cy="1526608"/>
          </a:xfrm>
          <a:prstGeom prst="rect">
            <a:avLst/>
          </a:prstGeom>
        </p:spPr>
      </p:pic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92A9724C-E182-21BD-DE97-12E8F3CA9A06}"/>
              </a:ext>
            </a:extLst>
          </p:cNvPr>
          <p:cNvSpPr/>
          <p:nvPr/>
        </p:nvSpPr>
        <p:spPr>
          <a:xfrm>
            <a:off x="7414876" y="3640602"/>
            <a:ext cx="2624746" cy="40419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A111401-366B-A6B1-2075-A55C3222E006}"/>
              </a:ext>
            </a:extLst>
          </p:cNvPr>
          <p:cNvSpPr txBox="1"/>
          <p:nvPr/>
        </p:nvSpPr>
        <p:spPr>
          <a:xfrm>
            <a:off x="7944368" y="4794281"/>
            <a:ext cx="3289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変数の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2224A7C8-C874-3BB8-51F1-43563128C0FC}"/>
              </a:ext>
            </a:extLst>
          </p:cNvPr>
          <p:cNvSpPr/>
          <p:nvPr/>
        </p:nvSpPr>
        <p:spPr>
          <a:xfrm>
            <a:off x="5132147" y="1727067"/>
            <a:ext cx="5103567" cy="849795"/>
          </a:xfrm>
          <a:prstGeom prst="roundRect">
            <a:avLst>
              <a:gd name="adj" fmla="val 6918"/>
            </a:avLst>
          </a:prstGeom>
          <a:noFill/>
          <a:ln w="47625">
            <a:solidFill>
              <a:schemeClr val="bg1"/>
            </a:solidFill>
          </a:ln>
          <a:effectLst>
            <a:glow rad="88900">
              <a:schemeClr val="tx2">
                <a:lumMod val="75000"/>
                <a:lumOff val="25000"/>
                <a:alpha val="64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EBB5E98-87CA-6525-0262-F4E68FFA80A4}"/>
              </a:ext>
            </a:extLst>
          </p:cNvPr>
          <p:cNvSpPr txBox="1"/>
          <p:nvPr/>
        </p:nvSpPr>
        <p:spPr>
          <a:xfrm>
            <a:off x="3399099" y="5869514"/>
            <a:ext cx="4341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そのまま</a:t>
            </a:r>
            <a:r>
              <a:rPr lang="ja-JP" altLang="en-US" sz="2800" b="1">
                <a:solidFill>
                  <a:srgbClr val="C00000"/>
                </a:solidFill>
              </a:rPr>
              <a:t>テキスト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OK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6046475-BB8D-80AE-2BFB-10246DBACB46}"/>
              </a:ext>
            </a:extLst>
          </p:cNvPr>
          <p:cNvSpPr txBox="1"/>
          <p:nvPr/>
        </p:nvSpPr>
        <p:spPr>
          <a:xfrm>
            <a:off x="7944368" y="5830473"/>
            <a:ext cx="42476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</a:t>
            </a:r>
            <a:r>
              <a:rPr lang="ja-JP" altLang="en-US" sz="2800" b="1">
                <a:solidFill>
                  <a:srgbClr val="C00000"/>
                </a:solidFill>
              </a:rPr>
              <a:t>パラメータ名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を書く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例）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Inquiry</a:t>
            </a:r>
          </a:p>
        </p:txBody>
      </p:sp>
      <p:sp>
        <p:nvSpPr>
          <p:cNvPr id="47" name="右中かっこ 46">
            <a:extLst>
              <a:ext uri="{FF2B5EF4-FFF2-40B4-BE49-F238E27FC236}">
                <a16:creationId xmlns:a16="http://schemas.microsoft.com/office/drawing/2014/main" id="{1EB02E42-67DF-31F2-D973-538946143611}"/>
              </a:ext>
            </a:extLst>
          </p:cNvPr>
          <p:cNvSpPr/>
          <p:nvPr/>
        </p:nvSpPr>
        <p:spPr>
          <a:xfrm>
            <a:off x="4036423" y="1620706"/>
            <a:ext cx="683612" cy="2043425"/>
          </a:xfrm>
          <a:prstGeom prst="rightBrace">
            <a:avLst>
              <a:gd name="adj1" fmla="val 17737"/>
              <a:gd name="adj2" fmla="val 12594"/>
            </a:avLst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矢印: 右 47">
            <a:extLst>
              <a:ext uri="{FF2B5EF4-FFF2-40B4-BE49-F238E27FC236}">
                <a16:creationId xmlns:a16="http://schemas.microsoft.com/office/drawing/2014/main" id="{3A391F03-1383-CEEB-D976-EA58A5EDB349}"/>
              </a:ext>
            </a:extLst>
          </p:cNvPr>
          <p:cNvSpPr/>
          <p:nvPr/>
        </p:nvSpPr>
        <p:spPr>
          <a:xfrm rot="5400000">
            <a:off x="6269920" y="4095542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6CE50A6A-0953-886C-604B-09EFB8FB69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6500" y="4344449"/>
            <a:ext cx="1285997" cy="1062345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1D122541-4238-76B0-0C20-748C49959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1922" y="4598229"/>
            <a:ext cx="1090731" cy="554784"/>
          </a:xfrm>
          <a:prstGeom prst="rect">
            <a:avLst/>
          </a:prstGeom>
        </p:spPr>
      </p:pic>
      <p:sp>
        <p:nvSpPr>
          <p:cNvPr id="55" name="矢印: 右 54">
            <a:extLst>
              <a:ext uri="{FF2B5EF4-FFF2-40B4-BE49-F238E27FC236}">
                <a16:creationId xmlns:a16="http://schemas.microsoft.com/office/drawing/2014/main" id="{47F2D562-6A9B-4CC5-472E-629BDB96A4AB}"/>
              </a:ext>
            </a:extLst>
          </p:cNvPr>
          <p:cNvSpPr/>
          <p:nvPr/>
        </p:nvSpPr>
        <p:spPr>
          <a:xfrm rot="5400000">
            <a:off x="6331218" y="5329795"/>
            <a:ext cx="420261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D1E5F2B5-32DD-E4E5-8534-ED53BB96E764}"/>
              </a:ext>
            </a:extLst>
          </p:cNvPr>
          <p:cNvSpPr/>
          <p:nvPr/>
        </p:nvSpPr>
        <p:spPr>
          <a:xfrm rot="5400000">
            <a:off x="8452271" y="4095542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矢印: 右 57">
            <a:extLst>
              <a:ext uri="{FF2B5EF4-FFF2-40B4-BE49-F238E27FC236}">
                <a16:creationId xmlns:a16="http://schemas.microsoft.com/office/drawing/2014/main" id="{3DADC1B4-65E2-27EB-32C9-3070EB69D0E9}"/>
              </a:ext>
            </a:extLst>
          </p:cNvPr>
          <p:cNvSpPr/>
          <p:nvPr/>
        </p:nvSpPr>
        <p:spPr>
          <a:xfrm rot="5400000">
            <a:off x="8570054" y="5375463"/>
            <a:ext cx="420260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814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3BCF-9F57-0E40-85B5-51387A80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EA00FC6F-D28A-698B-78D5-D8ED7D86F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2794" y="734039"/>
            <a:ext cx="1676891" cy="176171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3" name="図 2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C165D28F-4E54-FD9A-5E00-1238268001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656"/>
          <a:stretch>
            <a:fillRect/>
          </a:stretch>
        </p:blipFill>
        <p:spPr>
          <a:xfrm>
            <a:off x="364029" y="863285"/>
            <a:ext cx="1420594" cy="55287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79C2ED-BBE2-05FD-38A5-0656C8A26C51}"/>
              </a:ext>
            </a:extLst>
          </p:cNvPr>
          <p:cNvSpPr txBox="1"/>
          <p:nvPr/>
        </p:nvSpPr>
        <p:spPr>
          <a:xfrm>
            <a:off x="1971948" y="1982868"/>
            <a:ext cx="44025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🏠 ホーム：入口・ダッシュボード</a:t>
            </a:r>
            <a:b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補足：最近使ったものを一覧表示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D047FFB-D291-1443-2204-C446A67B2D02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｜ホーム画面の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つのアイコンの役割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E2D17AA-62EB-FA1C-D5A1-757B44343BAC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E23C9D-53B8-D054-5C7D-8FB99B65796C}"/>
              </a:ext>
            </a:extLst>
          </p:cNvPr>
          <p:cNvSpPr/>
          <p:nvPr/>
        </p:nvSpPr>
        <p:spPr>
          <a:xfrm>
            <a:off x="460968" y="1836107"/>
            <a:ext cx="7696740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73D9DA-DAE0-3362-B11A-16FB78E2087E}"/>
              </a:ext>
            </a:extLst>
          </p:cNvPr>
          <p:cNvSpPr txBox="1"/>
          <p:nvPr/>
        </p:nvSpPr>
        <p:spPr>
          <a:xfrm>
            <a:off x="1971948" y="3084337"/>
            <a:ext cx="58766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AI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の「会話」と「判断役」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新規作成はここ！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 「司令塔」「オーケストレーター」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4B9814-6C5E-3D12-1B98-3B3304D8E281}"/>
              </a:ext>
            </a:extLst>
          </p:cNvPr>
          <p:cNvSpPr txBox="1"/>
          <p:nvPr/>
        </p:nvSpPr>
        <p:spPr>
          <a:xfrm>
            <a:off x="2000295" y="4295495"/>
            <a:ext cx="61574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フロー作成はここ！</a:t>
            </a:r>
            <a:b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メール・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Teams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通知承認・分岐・外部サービス連携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AD76DCD-C219-2D0F-22BF-399AF5DD39D1}"/>
              </a:ext>
            </a:extLst>
          </p:cNvPr>
          <p:cNvSpPr/>
          <p:nvPr/>
        </p:nvSpPr>
        <p:spPr>
          <a:xfrm>
            <a:off x="460967" y="3005477"/>
            <a:ext cx="7725088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811D7BF-CB1A-1614-BF87-AF61C02A6459}"/>
              </a:ext>
            </a:extLst>
          </p:cNvPr>
          <p:cNvSpPr/>
          <p:nvPr/>
        </p:nvSpPr>
        <p:spPr>
          <a:xfrm>
            <a:off x="460967" y="4174847"/>
            <a:ext cx="7725089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5F65D3F-9B89-C944-2596-85F9D14E3A06}"/>
              </a:ext>
            </a:extLst>
          </p:cNvPr>
          <p:cNvSpPr/>
          <p:nvPr/>
        </p:nvSpPr>
        <p:spPr>
          <a:xfrm>
            <a:off x="388600" y="5310105"/>
            <a:ext cx="7797454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11D33F6-EA5A-5994-9EEA-DBBEC48527CC}"/>
              </a:ext>
            </a:extLst>
          </p:cNvPr>
          <p:cNvSpPr txBox="1"/>
          <p:nvPr/>
        </p:nvSpPr>
        <p:spPr>
          <a:xfrm>
            <a:off x="1971948" y="5446655"/>
            <a:ext cx="62141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エージェントが「実行できる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AI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・処理」の一覧</a:t>
            </a:r>
            <a:b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エージェントが呼び出せる実行機能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2186D9F-EDF5-BD78-9B10-93B7F9B7296A}"/>
              </a:ext>
            </a:extLst>
          </p:cNvPr>
          <p:cNvSpPr txBox="1"/>
          <p:nvPr/>
        </p:nvSpPr>
        <p:spPr>
          <a:xfrm>
            <a:off x="8912637" y="3031736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会話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7C0E624-B31D-7042-A836-8451FC79EABF}"/>
              </a:ext>
            </a:extLst>
          </p:cNvPr>
          <p:cNvSpPr txBox="1"/>
          <p:nvPr/>
        </p:nvSpPr>
        <p:spPr>
          <a:xfrm>
            <a:off x="8912637" y="1896071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管理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17DEB6-792F-D0DE-BEAD-F87AEF47EAEE}"/>
              </a:ext>
            </a:extLst>
          </p:cNvPr>
          <p:cNvSpPr txBox="1"/>
          <p:nvPr/>
        </p:nvSpPr>
        <p:spPr>
          <a:xfrm>
            <a:off x="8912637" y="4167401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実行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B4403A7-721A-4EF6-5381-D7E7E4174F55}"/>
              </a:ext>
            </a:extLst>
          </p:cNvPr>
          <p:cNvSpPr txBox="1"/>
          <p:nvPr/>
        </p:nvSpPr>
        <p:spPr>
          <a:xfrm>
            <a:off x="8912637" y="5303067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処理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245F1E4A-C991-FB91-C0AF-30E5BE87571F}"/>
              </a:ext>
            </a:extLst>
          </p:cNvPr>
          <p:cNvSpPr/>
          <p:nvPr/>
        </p:nvSpPr>
        <p:spPr>
          <a:xfrm>
            <a:off x="8345033" y="2094737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FC3627E0-2E62-89AC-6063-57C6CB9A0CB1}"/>
              </a:ext>
            </a:extLst>
          </p:cNvPr>
          <p:cNvSpPr/>
          <p:nvPr/>
        </p:nvSpPr>
        <p:spPr>
          <a:xfrm>
            <a:off x="8360749" y="3237459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E184F67B-18DD-C735-E0BC-BCB125FEDDCF}"/>
              </a:ext>
            </a:extLst>
          </p:cNvPr>
          <p:cNvSpPr/>
          <p:nvPr/>
        </p:nvSpPr>
        <p:spPr>
          <a:xfrm>
            <a:off x="8373379" y="4360453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2D79A725-00F0-3448-A3CB-C8D7693F4F14}"/>
              </a:ext>
            </a:extLst>
          </p:cNvPr>
          <p:cNvSpPr/>
          <p:nvPr/>
        </p:nvSpPr>
        <p:spPr>
          <a:xfrm>
            <a:off x="8373379" y="5509641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D5665B8-534F-8722-3203-E0185D4404C8}"/>
              </a:ext>
            </a:extLst>
          </p:cNvPr>
          <p:cNvSpPr txBox="1"/>
          <p:nvPr/>
        </p:nvSpPr>
        <p:spPr>
          <a:xfrm>
            <a:off x="2076337" y="1014563"/>
            <a:ext cx="8395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最初の画面で躓かないための役割まとめ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7" name="図 26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51AF90F-329A-F1C5-E70F-02C2DA31FE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05" y="4694433"/>
            <a:ext cx="1693584" cy="2004243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0C401347-803C-4CAD-F53F-0D39AF66A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5030" y="4076215"/>
            <a:ext cx="730117" cy="60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6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BF52-E0A5-5890-7A96-1B1184D1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9A8E4C-C504-39B9-51ED-37B0EB5D9C30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｜ツール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エージェントフロー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201D7FC-147D-4DC7-8D17-DD9F88AB2872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F19E8D3-B5C3-4D2F-DF14-621814D1CC61}"/>
              </a:ext>
            </a:extLst>
          </p:cNvPr>
          <p:cNvSpPr txBox="1"/>
          <p:nvPr/>
        </p:nvSpPr>
        <p:spPr>
          <a:xfrm>
            <a:off x="1254725" y="1734972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会話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F95418F-D2EB-761E-00E5-6CBA3BEC62E3}"/>
              </a:ext>
            </a:extLst>
          </p:cNvPr>
          <p:cNvSpPr txBox="1"/>
          <p:nvPr/>
        </p:nvSpPr>
        <p:spPr>
          <a:xfrm>
            <a:off x="9963820" y="1656438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実行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8EA21978-0B11-9816-531C-70429F487EDF}"/>
              </a:ext>
            </a:extLst>
          </p:cNvPr>
          <p:cNvSpPr/>
          <p:nvPr/>
        </p:nvSpPr>
        <p:spPr>
          <a:xfrm>
            <a:off x="3286758" y="1880961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397C36A-93B1-DF72-5287-B2B9EE7241B9}"/>
              </a:ext>
            </a:extLst>
          </p:cNvPr>
          <p:cNvSpPr txBox="1"/>
          <p:nvPr/>
        </p:nvSpPr>
        <p:spPr>
          <a:xfrm>
            <a:off x="478854" y="1008297"/>
            <a:ext cx="11270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ツール：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の「会話」を「現実の行動」に変換する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5AC3F265-77B4-B091-62E5-94FF57D73CCD}"/>
              </a:ext>
            </a:extLst>
          </p:cNvPr>
          <p:cNvSpPr/>
          <p:nvPr/>
        </p:nvSpPr>
        <p:spPr>
          <a:xfrm>
            <a:off x="8091392" y="1854731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FF4DCCF-95CD-5206-3088-794744CB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320" y="1705218"/>
            <a:ext cx="886397" cy="9233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83914E02-FC9F-5203-3DFE-D61724030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4" y="2842606"/>
            <a:ext cx="8092281" cy="3706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EEC7DE8-010C-1EA2-5EE8-F495250DBCFD}"/>
              </a:ext>
            </a:extLst>
          </p:cNvPr>
          <p:cNvSpPr/>
          <p:nvPr/>
        </p:nvSpPr>
        <p:spPr>
          <a:xfrm>
            <a:off x="553398" y="4313618"/>
            <a:ext cx="2040277" cy="1040510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3A5BEB5-61EE-E60C-EDFF-6AC3C16F4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10" y="2761494"/>
            <a:ext cx="1386531" cy="1640866"/>
          </a:xfrm>
          <a:prstGeom prst="rect">
            <a:avLst/>
          </a:prstGeom>
        </p:spPr>
      </p:pic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836A91E-7307-2BED-A0B9-DBA62D09AD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280" y="1802309"/>
            <a:ext cx="673802" cy="70788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13" name="図 12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2FB5B48-BFE8-29DF-2013-2793602C9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9858" y="1656438"/>
            <a:ext cx="2124209" cy="9996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5A1F170-8A22-62D9-61D5-37FB463A4471}"/>
              </a:ext>
            </a:extLst>
          </p:cNvPr>
          <p:cNvSpPr txBox="1"/>
          <p:nvPr/>
        </p:nvSpPr>
        <p:spPr>
          <a:xfrm>
            <a:off x="9078064" y="3447276"/>
            <a:ext cx="301253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判断 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↓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条件分岐 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↓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Teams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投稿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 ＋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Dataverse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登録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1A6F0E-72DC-B51D-0E39-59E6A918151A}"/>
              </a:ext>
            </a:extLst>
          </p:cNvPr>
          <p:cNvSpPr txBox="1"/>
          <p:nvPr/>
        </p:nvSpPr>
        <p:spPr>
          <a:xfrm>
            <a:off x="9559332" y="2825950"/>
            <a:ext cx="2486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行動例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60C69B9-538A-2655-A7ED-645CC621A6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0605" y="1705218"/>
            <a:ext cx="916688" cy="757264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9D69E26-2566-86AC-7250-C8483C9DDA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4988" y="3950699"/>
            <a:ext cx="652836" cy="539299"/>
          </a:xfrm>
          <a:prstGeom prst="rect">
            <a:avLst/>
          </a:prstGeom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6E4BC79-B27D-6723-8DF5-B2EDBB8C8EA5}"/>
              </a:ext>
            </a:extLst>
          </p:cNvPr>
          <p:cNvSpPr/>
          <p:nvPr/>
        </p:nvSpPr>
        <p:spPr>
          <a:xfrm>
            <a:off x="9207260" y="2761494"/>
            <a:ext cx="2791658" cy="380270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7E6CD163-389A-616F-2949-1E0FBDA2BD99}"/>
              </a:ext>
            </a:extLst>
          </p:cNvPr>
          <p:cNvSpPr/>
          <p:nvPr/>
        </p:nvSpPr>
        <p:spPr>
          <a:xfrm>
            <a:off x="8608745" y="4358970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C04AFB5-B054-4291-C3B4-4DBF41CE3F94}"/>
              </a:ext>
            </a:extLst>
          </p:cNvPr>
          <p:cNvSpPr txBox="1"/>
          <p:nvPr/>
        </p:nvSpPr>
        <p:spPr>
          <a:xfrm>
            <a:off x="862193" y="6127731"/>
            <a:ext cx="83926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複数の行動を、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1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つの“仕事”としてまとめる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674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42B7-758B-DC20-2858-04488192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63340E9-78D1-4A60-8A50-D960B94F0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19"/>
          <a:stretch>
            <a:fillRect/>
          </a:stretch>
        </p:blipFill>
        <p:spPr>
          <a:xfrm>
            <a:off x="1984469" y="1624755"/>
            <a:ext cx="7979351" cy="4946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E7C2D9-7C7D-DB3C-EF00-0850C1347A81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｜カスタムプロンプト画面の役割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7D5C4CC-3391-6766-DCEA-FDE0EB449C60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45B4D0A-7B1C-9244-6FAC-3ADAD4478CFC}"/>
              </a:ext>
            </a:extLst>
          </p:cNvPr>
          <p:cNvSpPr txBox="1"/>
          <p:nvPr/>
        </p:nvSpPr>
        <p:spPr>
          <a:xfrm>
            <a:off x="10062878" y="1858135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結果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3A3FFF1-CA60-8854-509D-951CE5CCC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6928" y="916869"/>
            <a:ext cx="673802" cy="70788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A253526-3F2C-8DC8-4026-55BF535FAEBA}"/>
              </a:ext>
            </a:extLst>
          </p:cNvPr>
          <p:cNvSpPr/>
          <p:nvPr/>
        </p:nvSpPr>
        <p:spPr>
          <a:xfrm>
            <a:off x="2228179" y="2454696"/>
            <a:ext cx="3572227" cy="1101304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D058285A-0E11-939A-1162-A5BD8AB908AD}"/>
              </a:ext>
            </a:extLst>
          </p:cNvPr>
          <p:cNvSpPr/>
          <p:nvPr/>
        </p:nvSpPr>
        <p:spPr>
          <a:xfrm>
            <a:off x="1775165" y="2054005"/>
            <a:ext cx="551888" cy="410964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1C76BD-6C7A-642E-E090-F7B37FAB679F}"/>
              </a:ext>
            </a:extLst>
          </p:cNvPr>
          <p:cNvSpPr txBox="1"/>
          <p:nvPr/>
        </p:nvSpPr>
        <p:spPr>
          <a:xfrm>
            <a:off x="2366809" y="2510839"/>
            <a:ext cx="33244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Copilot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に守らせたいこと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・役割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・やって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OK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NG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なこと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CD58472-C7EF-AA66-C641-156CF6E69E0D}"/>
              </a:ext>
            </a:extLst>
          </p:cNvPr>
          <p:cNvSpPr/>
          <p:nvPr/>
        </p:nvSpPr>
        <p:spPr>
          <a:xfrm>
            <a:off x="2294328" y="3990588"/>
            <a:ext cx="3572227" cy="479337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242AA6-7E7D-6154-3B4B-52B22376AE5B}"/>
              </a:ext>
            </a:extLst>
          </p:cNvPr>
          <p:cNvSpPr txBox="1"/>
          <p:nvPr/>
        </p:nvSpPr>
        <p:spPr>
          <a:xfrm>
            <a:off x="2418192" y="4079777"/>
            <a:ext cx="3490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プロンプトに渡す材料の追加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F9DADD2-D234-D6A9-73DA-C484E21243A9}"/>
              </a:ext>
            </a:extLst>
          </p:cNvPr>
          <p:cNvSpPr/>
          <p:nvPr/>
        </p:nvSpPr>
        <p:spPr>
          <a:xfrm>
            <a:off x="6220696" y="2454695"/>
            <a:ext cx="3826333" cy="256797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F20DB68-1562-B2D3-731D-49156A83F53A}"/>
              </a:ext>
            </a:extLst>
          </p:cNvPr>
          <p:cNvSpPr txBox="1"/>
          <p:nvPr/>
        </p:nvSpPr>
        <p:spPr>
          <a:xfrm>
            <a:off x="6288809" y="2556645"/>
            <a:ext cx="3837566" cy="2356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テスト結果を見る場所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チェックポイントは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・支持を守っているか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・出力形式が崩れてないか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・余計なことを言っていないか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8BC50A7-54EC-722E-A7E4-B5B84A916B73}"/>
              </a:ext>
            </a:extLst>
          </p:cNvPr>
          <p:cNvSpPr txBox="1"/>
          <p:nvPr/>
        </p:nvSpPr>
        <p:spPr>
          <a:xfrm>
            <a:off x="182212" y="1825148"/>
            <a:ext cx="17284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指示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" name="図 29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0D66D78-4B41-955B-1C22-21197AB16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226" y="900403"/>
            <a:ext cx="608166" cy="584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B2A491A-1D71-BAF7-AB96-2D21895ED62E}"/>
              </a:ext>
            </a:extLst>
          </p:cNvPr>
          <p:cNvSpPr txBox="1"/>
          <p:nvPr/>
        </p:nvSpPr>
        <p:spPr>
          <a:xfrm>
            <a:off x="1077566" y="950791"/>
            <a:ext cx="10509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「実行」ではなく「思考・生成の設計」をする画面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6BF14B5-533C-B871-1840-BA00D27EB023}"/>
              </a:ext>
            </a:extLst>
          </p:cNvPr>
          <p:cNvSpPr txBox="1"/>
          <p:nvPr/>
        </p:nvSpPr>
        <p:spPr>
          <a:xfrm>
            <a:off x="156985" y="3843886"/>
            <a:ext cx="17284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材料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4" name="図 3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4FBF71B5-21E8-9EEE-8035-5F2F78D829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5625" b="83789" l="15430" r="86719">
                        <a14:foregroundMark x1="15430" y1="35547" x2="15820" y2="64844"/>
                        <a14:foregroundMark x1="35352" y1="42383" x2="35547" y2="56250"/>
                        <a14:foregroundMark x1="35547" y1="56250" x2="27344" y2="57422"/>
                        <a14:foregroundMark x1="29297" y1="43555" x2="35156" y2="58008"/>
                        <a14:foregroundMark x1="35156" y1="58008" x2="26953" y2="57617"/>
                        <a14:foregroundMark x1="33398" y1="43750" x2="31641" y2="43750"/>
                        <a14:foregroundMark x1="27734" y1="44727" x2="26563" y2="46680"/>
                        <a14:foregroundMark x1="48047" y1="18555" x2="48047" y2="18555"/>
                        <a14:foregroundMark x1="47070" y1="15625" x2="47070" y2="15625"/>
                        <a14:foregroundMark x1="83789" y1="54492" x2="83789" y2="54492"/>
                        <a14:foregroundMark x1="86914" y1="54883" x2="86914" y2="54883"/>
                        <a14:foregroundMark x1="53906" y1="83789" x2="53906" y2="83789"/>
                        <a14:foregroundMark x1="34961" y1="42773" x2="34961" y2="42773"/>
                        <a14:foregroundMark x1="29883" y1="42969" x2="29883" y2="42969"/>
                        <a14:foregroundMark x1="31250" y1="60547" x2="31250" y2="60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16" t="13004" r="10134" b="13004"/>
          <a:stretch>
            <a:fillRect/>
          </a:stretch>
        </p:blipFill>
        <p:spPr>
          <a:xfrm>
            <a:off x="364029" y="5245106"/>
            <a:ext cx="796297" cy="748196"/>
          </a:xfrm>
          <a:prstGeom prst="rect">
            <a:avLst/>
          </a:prstGeom>
        </p:spPr>
      </p:pic>
      <p:pic>
        <p:nvPicPr>
          <p:cNvPr id="36" name="図 3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F180F42F-6132-833A-00E0-74F9B6256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47" y="5789635"/>
            <a:ext cx="778838" cy="681557"/>
          </a:xfrm>
          <a:prstGeom prst="rect">
            <a:avLst/>
          </a:prstGeom>
        </p:spPr>
      </p:pic>
      <p:sp>
        <p:nvSpPr>
          <p:cNvPr id="37" name="矢印: 右 36">
            <a:extLst>
              <a:ext uri="{FF2B5EF4-FFF2-40B4-BE49-F238E27FC236}">
                <a16:creationId xmlns:a16="http://schemas.microsoft.com/office/drawing/2014/main" id="{D7E9B25A-D493-E0EB-9472-CDB1303B16E6}"/>
              </a:ext>
            </a:extLst>
          </p:cNvPr>
          <p:cNvSpPr/>
          <p:nvPr/>
        </p:nvSpPr>
        <p:spPr>
          <a:xfrm>
            <a:off x="1742438" y="4058961"/>
            <a:ext cx="551888" cy="410964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370E9EB-FB65-EE23-72AF-5B58B81DEBD5}"/>
              </a:ext>
            </a:extLst>
          </p:cNvPr>
          <p:cNvSpPr txBox="1"/>
          <p:nvPr/>
        </p:nvSpPr>
        <p:spPr>
          <a:xfrm>
            <a:off x="545812" y="2680044"/>
            <a:ext cx="135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はココ！</a:t>
            </a:r>
            <a:endParaRPr lang="en-US" altLang="ja-JP" sz="1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5D4AEB-7567-129C-1730-BC4B42D55A20}"/>
              </a:ext>
            </a:extLst>
          </p:cNvPr>
          <p:cNvSpPr txBox="1"/>
          <p:nvPr/>
        </p:nvSpPr>
        <p:spPr>
          <a:xfrm>
            <a:off x="589311" y="4715807"/>
            <a:ext cx="135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はココ！</a:t>
            </a:r>
            <a:endParaRPr lang="en-US" altLang="ja-JP" sz="1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CAF391-66DD-6C5A-A656-A69FEC12C56C}"/>
              </a:ext>
            </a:extLst>
          </p:cNvPr>
          <p:cNvSpPr txBox="1"/>
          <p:nvPr/>
        </p:nvSpPr>
        <p:spPr>
          <a:xfrm>
            <a:off x="10496687" y="2710732"/>
            <a:ext cx="135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はココ！</a:t>
            </a:r>
            <a:endParaRPr lang="en-US" altLang="ja-JP" sz="1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図 6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15433E-28F3-85E1-E3D2-954D9345C2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993" y="4642033"/>
            <a:ext cx="1855720" cy="185572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F13F99-10FF-7DE4-5650-2E0FBE990B48}"/>
              </a:ext>
            </a:extLst>
          </p:cNvPr>
          <p:cNvSpPr txBox="1"/>
          <p:nvPr/>
        </p:nvSpPr>
        <p:spPr>
          <a:xfrm rot="352564">
            <a:off x="10397856" y="3705649"/>
            <a:ext cx="1889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各エリアの</a:t>
            </a:r>
            <a:endParaRPr lang="en-US" altLang="ja-JP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役割を覚えよ～</a:t>
            </a:r>
            <a:endParaRPr lang="en-US" altLang="ja-JP" sz="1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0A90206-507F-E992-012C-B560C7BEF05A}"/>
              </a:ext>
            </a:extLst>
          </p:cNvPr>
          <p:cNvCxnSpPr>
            <a:cxnSpLocks/>
          </p:cNvCxnSpPr>
          <p:nvPr/>
        </p:nvCxnSpPr>
        <p:spPr>
          <a:xfrm flipH="1">
            <a:off x="11494191" y="4352097"/>
            <a:ext cx="185126" cy="235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9B9A4B1-7969-2F3A-E09F-7C3D2B351CEC}"/>
              </a:ext>
            </a:extLst>
          </p:cNvPr>
          <p:cNvCxnSpPr/>
          <p:nvPr/>
        </p:nvCxnSpPr>
        <p:spPr>
          <a:xfrm>
            <a:off x="10770493" y="4338889"/>
            <a:ext cx="212436" cy="266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29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2391-B4AB-2210-475D-4C896222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図 60" descr="帽子をかぶったクマ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21D07A29-3C61-4C0F-3BC7-34E969581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536" y="5071852"/>
            <a:ext cx="1800673" cy="2863261"/>
          </a:xfrm>
          <a:prstGeom prst="rect">
            <a:avLst/>
          </a:prstGeom>
        </p:spPr>
      </p:pic>
      <p:pic>
        <p:nvPicPr>
          <p:cNvPr id="26" name="図 2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7043027-948D-7009-9E08-9FA3A6FA2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797" y="2019736"/>
            <a:ext cx="3608230" cy="3373547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図 2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A5F4AEE-3212-B776-A596-16B5017FF2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519"/>
          <a:stretch>
            <a:fillRect/>
          </a:stretch>
        </p:blipFill>
        <p:spPr>
          <a:xfrm>
            <a:off x="320920" y="1608290"/>
            <a:ext cx="3489422" cy="2483536"/>
          </a:xfrm>
          <a:prstGeom prst="rect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図 3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6C4BAFEB-1C55-6108-D92D-A336E5D55B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655"/>
          <a:stretch>
            <a:fillRect/>
          </a:stretch>
        </p:blipFill>
        <p:spPr>
          <a:xfrm>
            <a:off x="3955744" y="2055588"/>
            <a:ext cx="4026622" cy="3141389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B9CBEA2-6C3B-884C-8504-FE45C0D85DD0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変数の値を設定する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5F09C98-9661-4319-CA4C-DBF5EFE52D38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6AB58A8-6F0A-FF91-73B5-EE9A274FA0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4220" y="325697"/>
            <a:ext cx="1236510" cy="1299058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BD4697D-102B-A03A-80A6-48240ADC4AE0}"/>
              </a:ext>
            </a:extLst>
          </p:cNvPr>
          <p:cNvSpPr txBox="1"/>
          <p:nvPr/>
        </p:nvSpPr>
        <p:spPr>
          <a:xfrm>
            <a:off x="687559" y="922257"/>
            <a:ext cx="10509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混乱回避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カスタム変数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と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システム変数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の違い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677BB6-20CD-F9FB-FCEC-90930E658DEC}"/>
              </a:ext>
            </a:extLst>
          </p:cNvPr>
          <p:cNvSpPr txBox="1"/>
          <p:nvPr/>
        </p:nvSpPr>
        <p:spPr>
          <a:xfrm rot="352564">
            <a:off x="291642" y="4578102"/>
            <a:ext cx="40107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カスタム＝会話で作った値／</a:t>
            </a:r>
            <a:endParaRPr lang="en-US" altLang="ja-JP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システム＝最初から分かっている値」</a:t>
            </a:r>
            <a:endParaRPr lang="en-US" altLang="ja-JP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F9FF9B0-A4F2-1060-9E03-10DAACA70746}"/>
              </a:ext>
            </a:extLst>
          </p:cNvPr>
          <p:cNvSpPr/>
          <p:nvPr/>
        </p:nvSpPr>
        <p:spPr>
          <a:xfrm>
            <a:off x="3127431" y="2498733"/>
            <a:ext cx="579201" cy="41096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D4D57BA-921A-310E-2311-8C597AA86993}"/>
              </a:ext>
            </a:extLst>
          </p:cNvPr>
          <p:cNvSpPr/>
          <p:nvPr/>
        </p:nvSpPr>
        <p:spPr>
          <a:xfrm>
            <a:off x="4058947" y="2618942"/>
            <a:ext cx="904703" cy="310735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AB8B57D5-5A1E-BA3F-5D7F-A56860284248}"/>
              </a:ext>
            </a:extLst>
          </p:cNvPr>
          <p:cNvSpPr/>
          <p:nvPr/>
        </p:nvSpPr>
        <p:spPr>
          <a:xfrm>
            <a:off x="9164209" y="2548848"/>
            <a:ext cx="810215" cy="310735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D493238D-4118-6221-8C06-44581A4D8635}"/>
              </a:ext>
            </a:extLst>
          </p:cNvPr>
          <p:cNvSpPr/>
          <p:nvPr/>
        </p:nvSpPr>
        <p:spPr>
          <a:xfrm>
            <a:off x="931258" y="1719842"/>
            <a:ext cx="1489898" cy="391461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CE6EA645-005E-DD2A-C218-4014B3B3C658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>
            <a:off x="2421156" y="1915573"/>
            <a:ext cx="2090143" cy="703369"/>
          </a:xfrm>
          <a:prstGeom prst="bentConnector2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604944DC-F806-D491-5DB8-39F64967B3EC}"/>
              </a:ext>
            </a:extLst>
          </p:cNvPr>
          <p:cNvCxnSpPr>
            <a:cxnSpLocks/>
            <a:stCxn id="40" idx="3"/>
            <a:endCxn id="39" idx="0"/>
          </p:cNvCxnSpPr>
          <p:nvPr/>
        </p:nvCxnSpPr>
        <p:spPr>
          <a:xfrm>
            <a:off x="2421156" y="1915573"/>
            <a:ext cx="7148161" cy="633275"/>
          </a:xfrm>
          <a:prstGeom prst="bentConnector2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7BCD779-C028-8D33-A5A2-CDA3B1025414}"/>
              </a:ext>
            </a:extLst>
          </p:cNvPr>
          <p:cNvSpPr/>
          <p:nvPr/>
        </p:nvSpPr>
        <p:spPr>
          <a:xfrm>
            <a:off x="364029" y="3032449"/>
            <a:ext cx="3342603" cy="982249"/>
          </a:xfrm>
          <a:prstGeom prst="rect">
            <a:avLst/>
          </a:prstGeom>
          <a:solidFill>
            <a:schemeClr val="tx1">
              <a:lumMod val="50000"/>
              <a:lumOff val="5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矢印: 右 48">
            <a:extLst>
              <a:ext uri="{FF2B5EF4-FFF2-40B4-BE49-F238E27FC236}">
                <a16:creationId xmlns:a16="http://schemas.microsoft.com/office/drawing/2014/main" id="{91D7010C-D553-EC38-5E2E-774A9F2BBE27}"/>
              </a:ext>
            </a:extLst>
          </p:cNvPr>
          <p:cNvSpPr/>
          <p:nvPr/>
        </p:nvSpPr>
        <p:spPr>
          <a:xfrm rot="8977056">
            <a:off x="9933860" y="2338242"/>
            <a:ext cx="363560" cy="230914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41737CB2-7F3D-511E-8FBF-C9A6A6AADD85}"/>
              </a:ext>
            </a:extLst>
          </p:cNvPr>
          <p:cNvSpPr/>
          <p:nvPr/>
        </p:nvSpPr>
        <p:spPr>
          <a:xfrm>
            <a:off x="4013591" y="4685397"/>
            <a:ext cx="3778767" cy="1899606"/>
          </a:xfrm>
          <a:prstGeom prst="roundRect">
            <a:avLst>
              <a:gd name="adj" fmla="val 7334"/>
            </a:avLst>
          </a:prstGeom>
          <a:solidFill>
            <a:schemeClr val="bg2">
              <a:lumMod val="75000"/>
              <a:alpha val="6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7FF4EA9-2C5F-B6EA-B20B-3E86FA7F662D}"/>
              </a:ext>
            </a:extLst>
          </p:cNvPr>
          <p:cNvSpPr txBox="1"/>
          <p:nvPr/>
        </p:nvSpPr>
        <p:spPr>
          <a:xfrm>
            <a:off x="4051100" y="4727688"/>
            <a:ext cx="37646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bg1"/>
                </a:solidFill>
                <a:effectLst>
                  <a:glow rad="101600">
                    <a:schemeClr val="tx1">
                      <a:lumMod val="85000"/>
                      <a:lumOff val="15000"/>
                    </a:schemeClr>
                  </a:glow>
                </a:effectLst>
              </a:rPr>
              <a:t>自分（この会話・トピック）で作った変数を使う</a:t>
            </a:r>
            <a:endParaRPr lang="en-US" altLang="ja-JP" sz="2000" b="1" u="sng">
              <a:solidFill>
                <a:schemeClr val="bg1"/>
              </a:solidFill>
              <a:effectLst>
                <a:glow rad="101600">
                  <a:schemeClr val="tx1">
                    <a:lumMod val="85000"/>
                    <a:lumOff val="15000"/>
                  </a:schemeClr>
                </a:glow>
              </a:effectLst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09E1075-D59F-1B29-6ECC-A26567FFD044}"/>
              </a:ext>
            </a:extLst>
          </p:cNvPr>
          <p:cNvSpPr txBox="1"/>
          <p:nvPr/>
        </p:nvSpPr>
        <p:spPr>
          <a:xfrm>
            <a:off x="4122224" y="5373705"/>
            <a:ext cx="3608230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・質問アクションで取得した回答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・変数値を設定するで作成した変数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・会話の途中で保存した情報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F70660D3-AB1F-7E25-C7CE-A523F9AE1CF8}"/>
              </a:ext>
            </a:extLst>
          </p:cNvPr>
          <p:cNvSpPr/>
          <p:nvPr/>
        </p:nvSpPr>
        <p:spPr>
          <a:xfrm>
            <a:off x="8235476" y="4685397"/>
            <a:ext cx="3778767" cy="1899606"/>
          </a:xfrm>
          <a:prstGeom prst="roundRect">
            <a:avLst>
              <a:gd name="adj" fmla="val 7334"/>
            </a:avLst>
          </a:prstGeom>
          <a:solidFill>
            <a:schemeClr val="bg2">
              <a:lumMod val="75000"/>
              <a:alpha val="6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797DCAF-960C-CD52-FA86-4BB978E01268}"/>
              </a:ext>
            </a:extLst>
          </p:cNvPr>
          <p:cNvSpPr txBox="1"/>
          <p:nvPr/>
        </p:nvSpPr>
        <p:spPr>
          <a:xfrm>
            <a:off x="8311525" y="4685397"/>
            <a:ext cx="36082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u="sng">
                <a:solidFill>
                  <a:schemeClr val="bg1"/>
                </a:solidFill>
                <a:effectLst>
                  <a:glow rad="101600">
                    <a:schemeClr val="tx1">
                      <a:lumMod val="85000"/>
                      <a:lumOff val="15000"/>
                    </a:schemeClr>
                  </a:glow>
                </a:effectLst>
              </a:rPr>
              <a:t>Copilot Studio </a:t>
            </a:r>
            <a:r>
              <a:rPr lang="ja-JP" altLang="en-US" sz="2000" b="1" u="sng">
                <a:solidFill>
                  <a:schemeClr val="bg1"/>
                </a:solidFill>
                <a:effectLst>
                  <a:glow rad="101600">
                    <a:schemeClr val="tx1">
                      <a:lumMod val="85000"/>
                      <a:lumOff val="15000"/>
                    </a:schemeClr>
                  </a:glow>
                </a:effectLst>
              </a:rPr>
              <a:t>が最初から持っている情報を使う</a:t>
            </a:r>
            <a:endParaRPr lang="en-US" altLang="ja-JP" sz="2000" b="1" u="sng">
              <a:solidFill>
                <a:schemeClr val="bg1"/>
              </a:solidFill>
              <a:effectLst>
                <a:glow rad="101600">
                  <a:schemeClr val="tx1">
                    <a:lumMod val="85000"/>
                    <a:lumOff val="15000"/>
                  </a:schemeClr>
                </a:glow>
              </a:effectLst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8691202-3DEB-8CC0-78D7-7A62650E9477}"/>
              </a:ext>
            </a:extLst>
          </p:cNvPr>
          <p:cNvSpPr txBox="1"/>
          <p:nvPr/>
        </p:nvSpPr>
        <p:spPr>
          <a:xfrm>
            <a:off x="8406013" y="5385117"/>
            <a:ext cx="3608230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・ユーザーの言語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・タイムゾーン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・ユーザー情報（名前・メールなど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5037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A0A9FB-588D-07CF-536F-A873586C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3936DC-4BB8-C0A0-749E-CE84A8E6A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08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42B7-758B-DC20-2858-04488192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C27299AA-CEF5-62BE-79BF-2802DEE07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22" y="1164734"/>
            <a:ext cx="8739402" cy="51067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E7C2D9-7C7D-DB3C-EF00-0850C1347A81}"/>
              </a:ext>
            </a:extLst>
          </p:cNvPr>
          <p:cNvSpPr txBox="1"/>
          <p:nvPr/>
        </p:nvSpPr>
        <p:spPr>
          <a:xfrm>
            <a:off x="364029" y="197292"/>
            <a:ext cx="11077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は「この形」だけ覚えれば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OK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7D5C4CC-3391-6766-DCEA-FDE0EB449C60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15433E-28F3-85E1-E3D2-954D9345C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593" y="2995372"/>
            <a:ext cx="2306069" cy="230606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F13F99-10FF-7DE4-5650-2E0FBE990B48}"/>
              </a:ext>
            </a:extLst>
          </p:cNvPr>
          <p:cNvSpPr txBox="1"/>
          <p:nvPr/>
        </p:nvSpPr>
        <p:spPr>
          <a:xfrm rot="352564">
            <a:off x="9244238" y="1929520"/>
            <a:ext cx="2866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トリガーはひとつだけ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0A90206-507F-E992-012C-B560C7BEF05A}"/>
              </a:ext>
            </a:extLst>
          </p:cNvPr>
          <p:cNvCxnSpPr>
            <a:cxnSpLocks/>
          </p:cNvCxnSpPr>
          <p:nvPr/>
        </p:nvCxnSpPr>
        <p:spPr>
          <a:xfrm flipH="1">
            <a:off x="11480135" y="2513665"/>
            <a:ext cx="185126" cy="235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9B9A4B1-7969-2F3A-E09F-7C3D2B351CEC}"/>
              </a:ext>
            </a:extLst>
          </p:cNvPr>
          <p:cNvCxnSpPr/>
          <p:nvPr/>
        </p:nvCxnSpPr>
        <p:spPr>
          <a:xfrm>
            <a:off x="10212993" y="2396386"/>
            <a:ext cx="212436" cy="266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5B79FCF-29B0-0156-5BF6-6CF4F1ED2D6C}"/>
              </a:ext>
            </a:extLst>
          </p:cNvPr>
          <p:cNvSpPr txBox="1"/>
          <p:nvPr/>
        </p:nvSpPr>
        <p:spPr>
          <a:xfrm>
            <a:off x="7060509" y="2469351"/>
            <a:ext cx="36171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トリガー</a:t>
            </a:r>
            <a:endParaRPr lang="en-US" altLang="ja-JP" sz="4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4023B13-2CBE-76CD-1C58-E43DB8CCFD1D}"/>
              </a:ext>
            </a:extLst>
          </p:cNvPr>
          <p:cNvSpPr txBox="1"/>
          <p:nvPr/>
        </p:nvSpPr>
        <p:spPr>
          <a:xfrm>
            <a:off x="7223433" y="4226534"/>
            <a:ext cx="36171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アクション</a:t>
            </a:r>
            <a:endParaRPr lang="en-US" altLang="ja-JP" sz="4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EB4C271C-A495-7744-007C-B59D6429195B}"/>
              </a:ext>
            </a:extLst>
          </p:cNvPr>
          <p:cNvSpPr/>
          <p:nvPr/>
        </p:nvSpPr>
        <p:spPr>
          <a:xfrm rot="10800000">
            <a:off x="6544542" y="4399770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0698C8DE-4262-EFD8-A375-1577DE5932A3}"/>
              </a:ext>
            </a:extLst>
          </p:cNvPr>
          <p:cNvSpPr/>
          <p:nvPr/>
        </p:nvSpPr>
        <p:spPr>
          <a:xfrm rot="10800000">
            <a:off x="6543971" y="2603069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BCC512C6-45CD-97BC-42C5-338725006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493" y="145291"/>
            <a:ext cx="1058098" cy="10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7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235F-962E-4A83-4014-3CBAD11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C746FD0-8AA6-7E71-53C6-EC175ECE5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375" y="2138851"/>
            <a:ext cx="3346044" cy="45105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99C237-752E-DAEE-1293-271F38B211B9}"/>
              </a:ext>
            </a:extLst>
          </p:cNvPr>
          <p:cNvSpPr txBox="1"/>
          <p:nvPr/>
        </p:nvSpPr>
        <p:spPr>
          <a:xfrm>
            <a:off x="312270" y="118229"/>
            <a:ext cx="11077892" cy="149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｜選択（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）アクションの役割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配列の件数は変えずに、中身の構造だけを変換する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01052C1-7B97-1025-D03E-B7E78800F07F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C91E33D-3EEB-0EF7-4D45-C551811CAB98}"/>
              </a:ext>
            </a:extLst>
          </p:cNvPr>
          <p:cNvSpPr txBox="1"/>
          <p:nvPr/>
        </p:nvSpPr>
        <p:spPr>
          <a:xfrm>
            <a:off x="343904" y="1541302"/>
            <a:ext cx="2591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10ACE78E-EAEE-8FDB-BAA1-B51C3ABBC533}"/>
              </a:ext>
            </a:extLst>
          </p:cNvPr>
          <p:cNvSpPr/>
          <p:nvPr/>
        </p:nvSpPr>
        <p:spPr>
          <a:xfrm>
            <a:off x="3508454" y="1617550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745AE27-6AAF-7B1F-C6A2-CA0A94244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086" y="106636"/>
            <a:ext cx="1058098" cy="105809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DE14E1-67D3-36D7-BA7F-CEEEB233DE73}"/>
              </a:ext>
            </a:extLst>
          </p:cNvPr>
          <p:cNvSpPr txBox="1"/>
          <p:nvPr/>
        </p:nvSpPr>
        <p:spPr>
          <a:xfrm>
            <a:off x="8610336" y="1541302"/>
            <a:ext cx="2591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After</a:t>
            </a:r>
          </a:p>
        </p:txBody>
      </p:sp>
      <p:pic>
        <p:nvPicPr>
          <p:cNvPr id="4" name="図 3" descr="テキスト, タイムライン&#10;&#10;AI 生成コンテンツは誤りを含む可能性があります。">
            <a:extLst>
              <a:ext uri="{FF2B5EF4-FFF2-40B4-BE49-F238E27FC236}">
                <a16:creationId xmlns:a16="http://schemas.microsoft.com/office/drawing/2014/main" id="{12878AF2-F504-4514-85E4-24160F24E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39" y="2182810"/>
            <a:ext cx="3490446" cy="44600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C6753FB-1F64-1A02-5A44-611CB5EFE9E6}"/>
              </a:ext>
            </a:extLst>
          </p:cNvPr>
          <p:cNvCxnSpPr>
            <a:cxnSpLocks/>
          </p:cNvCxnSpPr>
          <p:nvPr/>
        </p:nvCxnSpPr>
        <p:spPr>
          <a:xfrm>
            <a:off x="2520797" y="5667884"/>
            <a:ext cx="1169151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CF4CF0D-4424-01CF-2D21-6EE16280E150}"/>
              </a:ext>
            </a:extLst>
          </p:cNvPr>
          <p:cNvCxnSpPr>
            <a:cxnSpLocks/>
          </p:cNvCxnSpPr>
          <p:nvPr/>
        </p:nvCxnSpPr>
        <p:spPr>
          <a:xfrm>
            <a:off x="2757959" y="5516100"/>
            <a:ext cx="931989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1331C35-C1AF-C9C6-F2C7-F6C137A39040}"/>
              </a:ext>
            </a:extLst>
          </p:cNvPr>
          <p:cNvCxnSpPr>
            <a:cxnSpLocks/>
          </p:cNvCxnSpPr>
          <p:nvPr/>
        </p:nvCxnSpPr>
        <p:spPr>
          <a:xfrm>
            <a:off x="2639377" y="5832566"/>
            <a:ext cx="1165254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0F9F89A-6FD3-CFD0-5DDB-9220C441A3B4}"/>
              </a:ext>
            </a:extLst>
          </p:cNvPr>
          <p:cNvSpPr txBox="1"/>
          <p:nvPr/>
        </p:nvSpPr>
        <p:spPr>
          <a:xfrm>
            <a:off x="109979" y="5474674"/>
            <a:ext cx="40601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・列が多い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・不要な情報を含む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・入れ子構造になっている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pic>
        <p:nvPicPr>
          <p:cNvPr id="23" name="図 22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B985365-2CAE-199B-CE56-B124AD4D09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5625" b="83789" l="15430" r="86719">
                        <a14:foregroundMark x1="15430" y1="35547" x2="15820" y2="64844"/>
                        <a14:foregroundMark x1="35352" y1="42383" x2="35547" y2="56250"/>
                        <a14:foregroundMark x1="35547" y1="56250" x2="27344" y2="57422"/>
                        <a14:foregroundMark x1="29297" y1="43555" x2="35156" y2="58008"/>
                        <a14:foregroundMark x1="35156" y1="58008" x2="26953" y2="57617"/>
                        <a14:foregroundMark x1="33398" y1="43750" x2="31641" y2="43750"/>
                        <a14:foregroundMark x1="27734" y1="44727" x2="26563" y2="46680"/>
                        <a14:foregroundMark x1="48047" y1="18555" x2="48047" y2="18555"/>
                        <a14:foregroundMark x1="47070" y1="15625" x2="47070" y2="15625"/>
                        <a14:foregroundMark x1="83789" y1="54492" x2="83789" y2="54492"/>
                        <a14:foregroundMark x1="86914" y1="54883" x2="86914" y2="54883"/>
                        <a14:foregroundMark x1="53906" y1="83789" x2="53906" y2="83789"/>
                        <a14:foregroundMark x1="34961" y1="42773" x2="34961" y2="42773"/>
                        <a14:foregroundMark x1="29883" y1="42969" x2="29883" y2="42969"/>
                        <a14:foregroundMark x1="31250" y1="60547" x2="31250" y2="60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16" t="13004" r="10134" b="13004"/>
          <a:stretch>
            <a:fillRect/>
          </a:stretch>
        </p:blipFill>
        <p:spPr>
          <a:xfrm>
            <a:off x="2913374" y="2895890"/>
            <a:ext cx="891257" cy="8374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1" name="図 30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4F6DD58-3501-E724-1980-1B442E21E0C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600" r="46407"/>
          <a:stretch>
            <a:fillRect/>
          </a:stretch>
        </p:blipFill>
        <p:spPr>
          <a:xfrm>
            <a:off x="4633471" y="1574875"/>
            <a:ext cx="2825186" cy="10156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図 3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3382220-7294-CC96-B741-2867C47D33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0342" y="2909235"/>
            <a:ext cx="1327678" cy="20484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7" name="図 36" descr="バブル チャート&#10;&#10;AI 生成コンテンツは誤りを含む可能性があります。">
            <a:extLst>
              <a:ext uri="{FF2B5EF4-FFF2-40B4-BE49-F238E27FC236}">
                <a16:creationId xmlns:a16="http://schemas.microsoft.com/office/drawing/2014/main" id="{6DADE5EE-40D1-BD76-4C3D-420BF394E2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3077" y="3254672"/>
            <a:ext cx="1862097" cy="17432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矢印: 右 27">
            <a:extLst>
              <a:ext uri="{FF2B5EF4-FFF2-40B4-BE49-F238E27FC236}">
                <a16:creationId xmlns:a16="http://schemas.microsoft.com/office/drawing/2014/main" id="{22A46BB2-2E52-0EE2-794D-1BF32A2D1D23}"/>
              </a:ext>
            </a:extLst>
          </p:cNvPr>
          <p:cNvSpPr/>
          <p:nvPr/>
        </p:nvSpPr>
        <p:spPr>
          <a:xfrm>
            <a:off x="5242355" y="3429000"/>
            <a:ext cx="378386" cy="2664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DB026BC3-3273-DEAE-1E65-1F2C78029F73}"/>
              </a:ext>
            </a:extLst>
          </p:cNvPr>
          <p:cNvSpPr/>
          <p:nvPr/>
        </p:nvSpPr>
        <p:spPr>
          <a:xfrm>
            <a:off x="5220591" y="3986620"/>
            <a:ext cx="378386" cy="2664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DC5F39ED-848C-6A8E-A97F-F945D621A94A}"/>
              </a:ext>
            </a:extLst>
          </p:cNvPr>
          <p:cNvSpPr/>
          <p:nvPr/>
        </p:nvSpPr>
        <p:spPr>
          <a:xfrm>
            <a:off x="5220591" y="4565629"/>
            <a:ext cx="378386" cy="2664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0B3B4CB-4906-58B2-3935-16F4CC318E19}"/>
              </a:ext>
            </a:extLst>
          </p:cNvPr>
          <p:cNvSpPr txBox="1"/>
          <p:nvPr/>
        </p:nvSpPr>
        <p:spPr>
          <a:xfrm>
            <a:off x="4012422" y="5139845"/>
            <a:ext cx="4374937" cy="143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✔ 必要な項目だけを取り出す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✔ データ構造を作り直す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✔ 後続処理で使いやすい形に揃える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15781907-B4BC-CA4C-5EEB-557DB0554F9C}"/>
              </a:ext>
            </a:extLst>
          </p:cNvPr>
          <p:cNvSpPr/>
          <p:nvPr/>
        </p:nvSpPr>
        <p:spPr>
          <a:xfrm>
            <a:off x="7970293" y="1670465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A220FB3-4556-5DC9-1663-B2D1EB37D53F}"/>
              </a:ext>
            </a:extLst>
          </p:cNvPr>
          <p:cNvSpPr txBox="1"/>
          <p:nvPr/>
        </p:nvSpPr>
        <p:spPr>
          <a:xfrm>
            <a:off x="8702477" y="6099675"/>
            <a:ext cx="3483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・整形されたデータの完成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8B6DCEFC-0CC7-3C80-DF3F-A00A50A4960F}"/>
              </a:ext>
            </a:extLst>
          </p:cNvPr>
          <p:cNvCxnSpPr/>
          <p:nvPr/>
        </p:nvCxnSpPr>
        <p:spPr>
          <a:xfrm>
            <a:off x="3968151" y="1923637"/>
            <a:ext cx="0" cy="4551925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D5245A05-6AD9-6259-21B2-D33C99377366}"/>
              </a:ext>
            </a:extLst>
          </p:cNvPr>
          <p:cNvCxnSpPr/>
          <p:nvPr/>
        </p:nvCxnSpPr>
        <p:spPr>
          <a:xfrm>
            <a:off x="8246237" y="2108452"/>
            <a:ext cx="0" cy="4551925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矢印: 右 45">
            <a:extLst>
              <a:ext uri="{FF2B5EF4-FFF2-40B4-BE49-F238E27FC236}">
                <a16:creationId xmlns:a16="http://schemas.microsoft.com/office/drawing/2014/main" id="{1A2F7177-2099-B3A7-E4AF-9C1A167655B0}"/>
              </a:ext>
            </a:extLst>
          </p:cNvPr>
          <p:cNvSpPr/>
          <p:nvPr/>
        </p:nvSpPr>
        <p:spPr>
          <a:xfrm>
            <a:off x="3460534" y="6064598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矢印: 右 46">
            <a:extLst>
              <a:ext uri="{FF2B5EF4-FFF2-40B4-BE49-F238E27FC236}">
                <a16:creationId xmlns:a16="http://schemas.microsoft.com/office/drawing/2014/main" id="{CE1AE68B-259A-6271-D043-05C93D75B8A7}"/>
              </a:ext>
            </a:extLst>
          </p:cNvPr>
          <p:cNvSpPr/>
          <p:nvPr/>
        </p:nvSpPr>
        <p:spPr>
          <a:xfrm>
            <a:off x="8325912" y="6104204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図 47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52C3D3A-C181-692F-0B37-05DFD32C4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044" y="1176327"/>
            <a:ext cx="1386531" cy="164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06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A3E4F-3F70-D30D-489E-DEA65F02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799ECC5-B2FB-82AC-A5D6-B90786FF6101}"/>
              </a:ext>
            </a:extLst>
          </p:cNvPr>
          <p:cNvCxnSpPr>
            <a:cxnSpLocks/>
          </p:cNvCxnSpPr>
          <p:nvPr/>
        </p:nvCxnSpPr>
        <p:spPr>
          <a:xfrm>
            <a:off x="4413634" y="1986618"/>
            <a:ext cx="71845" cy="4600876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AE9A93D-93EA-675A-B203-993379697E99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【Vol.2】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「変数の初期化」と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変数の設定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の違い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88351F9-DE88-FA80-B12D-9EBA06D5BD36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CC69E40-C38C-81BE-5942-CE641335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3"/>
          <a:stretch>
            <a:fillRect/>
          </a:stretch>
        </p:blipFill>
        <p:spPr>
          <a:xfrm>
            <a:off x="192700" y="954591"/>
            <a:ext cx="3980287" cy="9084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3AF75A6-6C0D-46FA-5D0C-F16678F3E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167" y="983877"/>
            <a:ext cx="3744121" cy="8509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584AE7D-2129-8321-F8DC-E46F14EC9A13}"/>
              </a:ext>
            </a:extLst>
          </p:cNvPr>
          <p:cNvSpPr txBox="1"/>
          <p:nvPr/>
        </p:nvSpPr>
        <p:spPr>
          <a:xfrm>
            <a:off x="164480" y="1986618"/>
            <a:ext cx="35098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【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初期化の役割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】</a:t>
            </a: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空の箱をつくる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箱に名前をつける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5EB8BCD-8476-CE80-CA4E-D0130DA8511D}"/>
              </a:ext>
            </a:extLst>
          </p:cNvPr>
          <p:cNvSpPr txBox="1"/>
          <p:nvPr/>
        </p:nvSpPr>
        <p:spPr>
          <a:xfrm>
            <a:off x="4575049" y="2082160"/>
            <a:ext cx="38399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【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初期化の役割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】</a:t>
            </a:r>
          </a:p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箱にリンゴを入れる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22" name="図 2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F07AE437-AC36-1822-9504-03556BB76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700" y="3448807"/>
            <a:ext cx="3238430" cy="2966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図 2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0CDC1CC9-E30A-50FA-7B3B-FFE5FB375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851" y="3324573"/>
            <a:ext cx="3221902" cy="30624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3" name="図 52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EC37B66-8175-7FFC-5135-045E14E81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426" y="4595200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35E6B8B-043F-24F9-2E2D-43DC4D04B7F4}"/>
              </a:ext>
            </a:extLst>
          </p:cNvPr>
          <p:cNvSpPr txBox="1"/>
          <p:nvPr/>
        </p:nvSpPr>
        <p:spPr>
          <a:xfrm>
            <a:off x="2379414" y="5777349"/>
            <a:ext cx="1474545" cy="707886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りんごを</a:t>
            </a:r>
            <a:endParaRPr kumimoji="1" lang="en-US" altLang="ja-JP" sz="2000" b="1"/>
          </a:p>
          <a:p>
            <a:r>
              <a:rPr lang="ja-JP" altLang="en-US" sz="2000" b="1"/>
              <a:t>いれる箱</a:t>
            </a:r>
            <a:endParaRPr kumimoji="1" lang="ja-JP" altLang="en-US" sz="2000" b="1"/>
          </a:p>
        </p:txBody>
      </p:sp>
      <p:pic>
        <p:nvPicPr>
          <p:cNvPr id="10" name="図 9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C2CC89D-4C9F-8212-4751-9C1B1420C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015" y="4986057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図 16" descr="帽子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A39BE65-2FFA-0E46-EB11-350BC715F2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6" b="25583"/>
          <a:stretch>
            <a:fillRect/>
          </a:stretch>
        </p:blipFill>
        <p:spPr>
          <a:xfrm rot="196732">
            <a:off x="6758917" y="4880024"/>
            <a:ext cx="868369" cy="714618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FD11C84-836F-3979-93BB-3B68C30B91EF}"/>
              </a:ext>
            </a:extLst>
          </p:cNvPr>
          <p:cNvSpPr txBox="1"/>
          <p:nvPr/>
        </p:nvSpPr>
        <p:spPr>
          <a:xfrm>
            <a:off x="6455830" y="5976150"/>
            <a:ext cx="1474545" cy="707886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りんごを</a:t>
            </a:r>
            <a:endParaRPr kumimoji="1" lang="en-US" altLang="ja-JP" sz="2000" b="1"/>
          </a:p>
          <a:p>
            <a:r>
              <a:rPr lang="ja-JP" altLang="en-US" sz="2000" b="1"/>
              <a:t>いれる箱</a:t>
            </a:r>
            <a:endParaRPr kumimoji="1" lang="ja-JP" altLang="en-US" sz="2000" b="1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2F804ECE-A1BB-0CB4-DCDA-E74F4786AA3D}"/>
              </a:ext>
            </a:extLst>
          </p:cNvPr>
          <p:cNvCxnSpPr>
            <a:cxnSpLocks/>
          </p:cNvCxnSpPr>
          <p:nvPr/>
        </p:nvCxnSpPr>
        <p:spPr>
          <a:xfrm>
            <a:off x="8349280" y="1967764"/>
            <a:ext cx="71845" cy="4600876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図 34">
            <a:extLst>
              <a:ext uri="{FF2B5EF4-FFF2-40B4-BE49-F238E27FC236}">
                <a16:creationId xmlns:a16="http://schemas.microsoft.com/office/drawing/2014/main" id="{55856D9C-026B-7D08-BE0D-5B26919FCD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410" y="1796054"/>
            <a:ext cx="801474" cy="1672637"/>
          </a:xfrm>
          <a:prstGeom prst="rect">
            <a:avLst/>
          </a:prstGeom>
        </p:spPr>
      </p:pic>
      <p:sp>
        <p:nvSpPr>
          <p:cNvPr id="38" name="矢印: 右 37">
            <a:extLst>
              <a:ext uri="{FF2B5EF4-FFF2-40B4-BE49-F238E27FC236}">
                <a16:creationId xmlns:a16="http://schemas.microsoft.com/office/drawing/2014/main" id="{CE05992B-8696-F534-D139-77D900C0CEA9}"/>
              </a:ext>
            </a:extLst>
          </p:cNvPr>
          <p:cNvSpPr/>
          <p:nvPr/>
        </p:nvSpPr>
        <p:spPr>
          <a:xfrm>
            <a:off x="3980972" y="1203804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3FD2EF90-9F9D-F4FC-0C93-40F4769A861D}"/>
              </a:ext>
            </a:extLst>
          </p:cNvPr>
          <p:cNvSpPr/>
          <p:nvPr/>
        </p:nvSpPr>
        <p:spPr>
          <a:xfrm>
            <a:off x="8109258" y="1218075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図 43" descr="QR コー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65A7A07-2DBE-D1A7-4616-5364DDD122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3146" y="1998349"/>
            <a:ext cx="2388260" cy="13615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829EDC9B-A7A2-E2C8-AD48-DE9A2872DB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361" y="4356160"/>
            <a:ext cx="1983516" cy="2256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7" name="図 46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DC537B-FAB2-CAAF-4FC5-A70CC294C5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835" y="5382169"/>
            <a:ext cx="1982076" cy="1339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4" name="図 63" descr="帽子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F08A9C7-21B6-4974-BCD0-C6479672DF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278">
            <a:off x="10837346" y="5518733"/>
            <a:ext cx="892894" cy="933634"/>
          </a:xfrm>
          <a:prstGeom prst="rect">
            <a:avLst/>
          </a:prstGeom>
        </p:spPr>
      </p:pic>
      <p:sp>
        <p:nvSpPr>
          <p:cNvPr id="65" name="矢印: 環状 64">
            <a:extLst>
              <a:ext uri="{FF2B5EF4-FFF2-40B4-BE49-F238E27FC236}">
                <a16:creationId xmlns:a16="http://schemas.microsoft.com/office/drawing/2014/main" id="{C6AD3032-3984-5061-2CA7-5444F0B5B9F4}"/>
              </a:ext>
            </a:extLst>
          </p:cNvPr>
          <p:cNvSpPr/>
          <p:nvPr/>
        </p:nvSpPr>
        <p:spPr>
          <a:xfrm rot="20641031">
            <a:off x="9519504" y="5223670"/>
            <a:ext cx="1263836" cy="1416805"/>
          </a:xfrm>
          <a:prstGeom prst="circularArrow">
            <a:avLst>
              <a:gd name="adj1" fmla="val 12500"/>
              <a:gd name="adj2" fmla="val 803775"/>
              <a:gd name="adj3" fmla="val 20457681"/>
              <a:gd name="adj4" fmla="val 12797887"/>
              <a:gd name="adj5" fmla="val 12875"/>
            </a:avLst>
          </a:prstGeom>
          <a:solidFill>
            <a:srgbClr val="FFFF00"/>
          </a:solidFill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343D555-C332-0309-6FEB-3E9DBB0DE356}"/>
              </a:ext>
            </a:extLst>
          </p:cNvPr>
          <p:cNvSpPr txBox="1"/>
          <p:nvPr/>
        </p:nvSpPr>
        <p:spPr>
          <a:xfrm>
            <a:off x="8580937" y="3587700"/>
            <a:ext cx="40271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箱の名前を呼べば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リンゴが取り出せる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EB7AB3CE-19BC-B864-410C-5633B68763DE}"/>
              </a:ext>
            </a:extLst>
          </p:cNvPr>
          <p:cNvSpPr txBox="1"/>
          <p:nvPr/>
        </p:nvSpPr>
        <p:spPr>
          <a:xfrm>
            <a:off x="8785431" y="1015303"/>
            <a:ext cx="3227855" cy="714491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動的コンテンツ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F505EB6C-D9FC-59CF-FB9E-7B73157323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677" y="-66219"/>
            <a:ext cx="1327894" cy="132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81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7397-9AE4-BA79-6FBA-C6F0693B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FD78391-62BA-2CCE-F754-DD785585D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696" y="3085186"/>
            <a:ext cx="1760411" cy="33305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DC301FE-66EB-0632-3FEC-55AEEA2DF4C5}"/>
              </a:ext>
            </a:extLst>
          </p:cNvPr>
          <p:cNvCxnSpPr>
            <a:cxnSpLocks/>
          </p:cNvCxnSpPr>
          <p:nvPr/>
        </p:nvCxnSpPr>
        <p:spPr>
          <a:xfrm>
            <a:off x="3928963" y="2044337"/>
            <a:ext cx="0" cy="442078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0BE383-91EE-6ECB-D6CB-5BD4A7563383}"/>
              </a:ext>
            </a:extLst>
          </p:cNvPr>
          <p:cNvSpPr txBox="1"/>
          <p:nvPr/>
        </p:nvSpPr>
        <p:spPr>
          <a:xfrm>
            <a:off x="-143692" y="-60623"/>
            <a:ext cx="12335692" cy="92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【Vol.1】Power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：「変数の初期化」ってこう使う！</a:t>
            </a:r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1E77D99-8A36-FEF8-110D-9053AF8DE090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0D0B7FD-59DA-9068-17C5-F227FF085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026" y="669272"/>
            <a:ext cx="1091521" cy="109152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589D87-4D73-D3AD-3708-2BA7116FBD07}"/>
              </a:ext>
            </a:extLst>
          </p:cNvPr>
          <p:cNvSpPr txBox="1"/>
          <p:nvPr/>
        </p:nvSpPr>
        <p:spPr>
          <a:xfrm>
            <a:off x="246955" y="177995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１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96D47271-E54F-960D-70FC-BCB1BD3EC9DF}"/>
              </a:ext>
            </a:extLst>
          </p:cNvPr>
          <p:cNvSpPr/>
          <p:nvPr/>
        </p:nvSpPr>
        <p:spPr>
          <a:xfrm>
            <a:off x="3565118" y="1913193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EC6113B-42EA-8159-0F02-AC8A280A6608}"/>
              </a:ext>
            </a:extLst>
          </p:cNvPr>
          <p:cNvSpPr txBox="1"/>
          <p:nvPr/>
        </p:nvSpPr>
        <p:spPr>
          <a:xfrm>
            <a:off x="4239702" y="4106594"/>
            <a:ext cx="2995823" cy="1433341"/>
          </a:xfrm>
          <a:prstGeom prst="rect">
            <a:avLst/>
          </a:prstGeom>
          <a:solidFill>
            <a:schemeClr val="bg2">
              <a:lumMod val="75000"/>
              <a:alpha val="59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・名前は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「目的がわかる英語」が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おススメ！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pic>
        <p:nvPicPr>
          <p:cNvPr id="48" name="図 47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0963ABC-A96E-AF6E-BF1F-9C72644C9A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541" y="1786328"/>
            <a:ext cx="1556399" cy="184189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8C4C74-F725-52D9-8156-D719A150CBBA}"/>
              </a:ext>
            </a:extLst>
          </p:cNvPr>
          <p:cNvSpPr txBox="1"/>
          <p:nvPr/>
        </p:nvSpPr>
        <p:spPr>
          <a:xfrm>
            <a:off x="1547831" y="763912"/>
            <a:ext cx="9135075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目的：「値を置いておく“空の箱”を作ること」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7E8F463-073F-2915-90D2-B6EE1373CD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33"/>
          <a:stretch>
            <a:fillRect/>
          </a:stretch>
        </p:blipFill>
        <p:spPr>
          <a:xfrm>
            <a:off x="317482" y="3022568"/>
            <a:ext cx="3328849" cy="759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64E62BB-9427-2063-3449-6B38D1AD4AF5}"/>
              </a:ext>
            </a:extLst>
          </p:cNvPr>
          <p:cNvSpPr txBox="1"/>
          <p:nvPr/>
        </p:nvSpPr>
        <p:spPr>
          <a:xfrm>
            <a:off x="113446" y="2311475"/>
            <a:ext cx="4320993" cy="58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✅アクションを追加する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6B68881-F63F-617E-DC6A-48046EF0EE27}"/>
              </a:ext>
            </a:extLst>
          </p:cNvPr>
          <p:cNvSpPr txBox="1"/>
          <p:nvPr/>
        </p:nvSpPr>
        <p:spPr>
          <a:xfrm>
            <a:off x="4472808" y="177995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２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DFCB792-DD06-87CC-6924-E8DAF803DFB8}"/>
              </a:ext>
            </a:extLst>
          </p:cNvPr>
          <p:cNvSpPr txBox="1"/>
          <p:nvPr/>
        </p:nvSpPr>
        <p:spPr>
          <a:xfrm>
            <a:off x="8670372" y="2317018"/>
            <a:ext cx="2256708" cy="58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✅型を選ぶ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250C639-2391-FFA2-5EDB-A07EB28DF3E4}"/>
              </a:ext>
            </a:extLst>
          </p:cNvPr>
          <p:cNvCxnSpPr>
            <a:cxnSpLocks/>
          </p:cNvCxnSpPr>
          <p:nvPr/>
        </p:nvCxnSpPr>
        <p:spPr>
          <a:xfrm flipH="1">
            <a:off x="8329486" y="2095144"/>
            <a:ext cx="50337" cy="4369974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2115D15-0E37-5555-9813-994019BE9255}"/>
              </a:ext>
            </a:extLst>
          </p:cNvPr>
          <p:cNvSpPr txBox="1"/>
          <p:nvPr/>
        </p:nvSpPr>
        <p:spPr>
          <a:xfrm>
            <a:off x="8825326" y="177995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３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C1F16077-7974-6CB4-2EE6-74A7536C8EF6}"/>
              </a:ext>
            </a:extLst>
          </p:cNvPr>
          <p:cNvSpPr/>
          <p:nvPr/>
        </p:nvSpPr>
        <p:spPr>
          <a:xfrm>
            <a:off x="7995554" y="1928998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図 35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82C4D85-D615-B6E6-3706-B467CB4F2F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0225" y="3075193"/>
            <a:ext cx="1616936" cy="30052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EB49D1A-CEB7-79CB-A425-77C3AA6CBDBF}"/>
              </a:ext>
            </a:extLst>
          </p:cNvPr>
          <p:cNvSpPr txBox="1"/>
          <p:nvPr/>
        </p:nvSpPr>
        <p:spPr>
          <a:xfrm>
            <a:off x="4302019" y="2317018"/>
            <a:ext cx="3398045" cy="58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✅箱に名前をつける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A638C05A-506C-47F6-F007-D238B069FE15}"/>
              </a:ext>
            </a:extLst>
          </p:cNvPr>
          <p:cNvSpPr/>
          <p:nvPr/>
        </p:nvSpPr>
        <p:spPr>
          <a:xfrm>
            <a:off x="4206339" y="3051596"/>
            <a:ext cx="987880" cy="42312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831596E5-E221-BC10-CFFF-CF6601A32E60}"/>
              </a:ext>
            </a:extLst>
          </p:cNvPr>
          <p:cNvSpPr/>
          <p:nvPr/>
        </p:nvSpPr>
        <p:spPr>
          <a:xfrm>
            <a:off x="8601856" y="4496057"/>
            <a:ext cx="828598" cy="363903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2A4BAC9-151F-3199-DE2B-C5AE02993964}"/>
              </a:ext>
            </a:extLst>
          </p:cNvPr>
          <p:cNvSpPr txBox="1"/>
          <p:nvPr/>
        </p:nvSpPr>
        <p:spPr>
          <a:xfrm>
            <a:off x="9118667" y="3825514"/>
            <a:ext cx="2853880" cy="510011"/>
          </a:xfrm>
          <a:prstGeom prst="rect">
            <a:avLst/>
          </a:prstGeom>
          <a:solidFill>
            <a:schemeClr val="bg2">
              <a:lumMod val="75000"/>
              <a:alpha val="59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初期値は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『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空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』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で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OK</a:t>
            </a:r>
          </a:p>
        </p:txBody>
      </p:sp>
      <p:pic>
        <p:nvPicPr>
          <p:cNvPr id="53" name="図 52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6A64489-41A5-9C08-D55A-994275EF15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838" y="4932585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4" name="図 53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ECFEA82-5DD5-6F3E-4AB6-D609AAC0A4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366" y="4999121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5" name="図 54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EDF8F5A-7B60-849A-C968-46C4F672A4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2806" y="5046310"/>
            <a:ext cx="1855720" cy="1855720"/>
          </a:xfrm>
          <a:prstGeom prst="rect">
            <a:avLst/>
          </a:prstGeom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604DE69-AF37-8774-50BB-C93ED829418C}"/>
              </a:ext>
            </a:extLst>
          </p:cNvPr>
          <p:cNvSpPr txBox="1"/>
          <p:nvPr/>
        </p:nvSpPr>
        <p:spPr>
          <a:xfrm rot="352564">
            <a:off x="340318" y="4007289"/>
            <a:ext cx="29177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最初に空っぽの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箱を作るよ～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A46EF8F0-A3BA-3B08-2F23-005B89092628}"/>
              </a:ext>
            </a:extLst>
          </p:cNvPr>
          <p:cNvCxnSpPr>
            <a:cxnSpLocks/>
          </p:cNvCxnSpPr>
          <p:nvPr/>
        </p:nvCxnSpPr>
        <p:spPr>
          <a:xfrm flipH="1">
            <a:off x="1031458" y="4835523"/>
            <a:ext cx="185126" cy="235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EB890159-6216-EA28-E5C5-B0A7EDCF2778}"/>
              </a:ext>
            </a:extLst>
          </p:cNvPr>
          <p:cNvCxnSpPr/>
          <p:nvPr/>
        </p:nvCxnSpPr>
        <p:spPr>
          <a:xfrm>
            <a:off x="296618" y="4627586"/>
            <a:ext cx="212436" cy="266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F35FB14B-6B31-2137-2538-CA58A6AE7217}"/>
              </a:ext>
            </a:extLst>
          </p:cNvPr>
          <p:cNvSpPr txBox="1"/>
          <p:nvPr/>
        </p:nvSpPr>
        <p:spPr>
          <a:xfrm>
            <a:off x="6380373" y="6085414"/>
            <a:ext cx="1474545" cy="369332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b="1" err="1"/>
              <a:t>itemCount</a:t>
            </a:r>
            <a:endParaRPr kumimoji="1" lang="ja-JP" altLang="en-US" b="1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623A1DE5-AF60-C2CC-D0C8-C0534C0B6ECD}"/>
              </a:ext>
            </a:extLst>
          </p:cNvPr>
          <p:cNvSpPr/>
          <p:nvPr/>
        </p:nvSpPr>
        <p:spPr>
          <a:xfrm>
            <a:off x="8601856" y="5236651"/>
            <a:ext cx="463767" cy="363903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図 60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9D13439-BFDA-DD02-E134-7E02F853E8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22" y="4932585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E9045FD-90A0-C9D4-84D8-6F9DCBDF8EB0}"/>
              </a:ext>
            </a:extLst>
          </p:cNvPr>
          <p:cNvSpPr txBox="1"/>
          <p:nvPr/>
        </p:nvSpPr>
        <p:spPr>
          <a:xfrm>
            <a:off x="10245152" y="5949062"/>
            <a:ext cx="1474545" cy="646331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err="1"/>
              <a:t>itemCount</a:t>
            </a:r>
            <a:endParaRPr kumimoji="1" lang="en-US" altLang="ja-JP" b="1"/>
          </a:p>
          <a:p>
            <a:pPr algn="ctr"/>
            <a:r>
              <a:rPr kumimoji="1" lang="ja-JP" altLang="en-US" b="1"/>
              <a:t>整数</a:t>
            </a:r>
          </a:p>
        </p:txBody>
      </p:sp>
    </p:spTree>
    <p:extLst>
      <p:ext uri="{BB962C8B-B14F-4D97-AF65-F5344CB8AC3E}">
        <p14:creationId xmlns:p14="http://schemas.microsoft.com/office/powerpoint/2010/main" val="3790098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236D-4746-E7F0-7C23-7EB62D625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5358B6EA-4D05-4311-F26A-CEE3574C99CE}"/>
              </a:ext>
            </a:extLst>
          </p:cNvPr>
          <p:cNvSpPr/>
          <p:nvPr/>
        </p:nvSpPr>
        <p:spPr>
          <a:xfrm>
            <a:off x="6458994" y="2602014"/>
            <a:ext cx="5054622" cy="724485"/>
          </a:xfrm>
          <a:prstGeom prst="roundRect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4D7348E-2AC9-BDBE-58DD-CC40ED6BCFA7}"/>
              </a:ext>
            </a:extLst>
          </p:cNvPr>
          <p:cNvCxnSpPr>
            <a:cxnSpLocks/>
          </p:cNvCxnSpPr>
          <p:nvPr/>
        </p:nvCxnSpPr>
        <p:spPr>
          <a:xfrm flipH="1">
            <a:off x="5991383" y="1514739"/>
            <a:ext cx="16258" cy="341177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8D6378-6AE0-3DED-D321-FB1EAF625695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３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en-US" altLang="ja-JP" sz="3600" b="1" u="sng" err="1">
                <a:solidFill>
                  <a:schemeClr val="tx1">
                    <a:lumMod val="65000"/>
                    <a:lumOff val="35000"/>
                  </a:schemeClr>
                </a:solidFill>
              </a:rPr>
              <a:t>PowerAutomate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変数の命名は</a:t>
            </a:r>
            <a:r>
              <a:rPr lang="ja-JP" altLang="en-US" sz="3600" b="1" u="sng">
                <a:solidFill>
                  <a:srgbClr val="C00000"/>
                </a:solidFill>
              </a:rPr>
              <a:t>３つ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決める 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2CB535B-1314-4F3B-883A-731F355D62C3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43970A6A-DFB0-4DBE-913A-F060FF470ADD}"/>
              </a:ext>
            </a:extLst>
          </p:cNvPr>
          <p:cNvSpPr/>
          <p:nvPr/>
        </p:nvSpPr>
        <p:spPr>
          <a:xfrm>
            <a:off x="5043405" y="939289"/>
            <a:ext cx="1316030" cy="569041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1BB039D4-DD09-8445-AECB-3B5A010244DA}"/>
              </a:ext>
            </a:extLst>
          </p:cNvPr>
          <p:cNvSpPr/>
          <p:nvPr/>
        </p:nvSpPr>
        <p:spPr>
          <a:xfrm rot="16200000">
            <a:off x="6881324" y="2459616"/>
            <a:ext cx="347823" cy="28479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0000CC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64AD11E2-8ECC-6871-BE9A-A8052C508FA4}"/>
              </a:ext>
            </a:extLst>
          </p:cNvPr>
          <p:cNvSpPr txBox="1"/>
          <p:nvPr/>
        </p:nvSpPr>
        <p:spPr>
          <a:xfrm>
            <a:off x="175599" y="887146"/>
            <a:ext cx="3227855" cy="714491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命名ルール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404BDF-F7AF-C3D8-CB0B-CE25124943F6}"/>
              </a:ext>
            </a:extLst>
          </p:cNvPr>
          <p:cNvSpPr txBox="1"/>
          <p:nvPr/>
        </p:nvSpPr>
        <p:spPr>
          <a:xfrm>
            <a:off x="175599" y="1713806"/>
            <a:ext cx="5788649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bg1"/>
                </a:solidFill>
                <a:effectLst>
                  <a:glow rad="165100">
                    <a:schemeClr val="tx1">
                      <a:lumMod val="95000"/>
                      <a:lumOff val="5000"/>
                      <a:alpha val="84000"/>
                    </a:schemeClr>
                  </a:glow>
                </a:effectLst>
              </a:rPr>
              <a:t>命名＝①役割＋②型＋③中身</a:t>
            </a:r>
            <a:endParaRPr lang="en-US" altLang="ja-JP" sz="3200" b="1">
              <a:solidFill>
                <a:schemeClr val="bg1"/>
              </a:solidFill>
              <a:effectLst>
                <a:glow rad="165100">
                  <a:schemeClr val="tx1">
                    <a:lumMod val="95000"/>
                    <a:lumOff val="5000"/>
                    <a:alpha val="84000"/>
                  </a:schemeClr>
                </a:glo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8CA03B-5493-F0D1-529A-08AFC38E1B2D}"/>
              </a:ext>
            </a:extLst>
          </p:cNvPr>
          <p:cNvSpPr txBox="1"/>
          <p:nvPr/>
        </p:nvSpPr>
        <p:spPr>
          <a:xfrm>
            <a:off x="6458994" y="3310512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：数えるための変数！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CF6A64-3504-D371-0E3B-C0190A1EB6C5}"/>
              </a:ext>
            </a:extLst>
          </p:cNvPr>
          <p:cNvSpPr txBox="1"/>
          <p:nvPr/>
        </p:nvSpPr>
        <p:spPr>
          <a:xfrm>
            <a:off x="329064" y="3452855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②型：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Int/Bool/Text/Array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33F7C5-3BA8-4218-CCC1-F9137056CDF9}"/>
              </a:ext>
            </a:extLst>
          </p:cNvPr>
          <p:cNvSpPr txBox="1"/>
          <p:nvPr/>
        </p:nvSpPr>
        <p:spPr>
          <a:xfrm>
            <a:off x="351556" y="4169207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③中身：何のデータ？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86ECC01-6FB6-A800-9F16-FD1120B34634}"/>
              </a:ext>
            </a:extLst>
          </p:cNvPr>
          <p:cNvCxnSpPr>
            <a:cxnSpLocks/>
          </p:cNvCxnSpPr>
          <p:nvPr/>
        </p:nvCxnSpPr>
        <p:spPr>
          <a:xfrm flipH="1">
            <a:off x="414879" y="5116809"/>
            <a:ext cx="11098737" cy="0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FCF4686-88ED-97A5-C0B6-DD6A30F681EC}"/>
              </a:ext>
            </a:extLst>
          </p:cNvPr>
          <p:cNvSpPr txBox="1"/>
          <p:nvPr/>
        </p:nvSpPr>
        <p:spPr>
          <a:xfrm>
            <a:off x="6359435" y="1699933"/>
            <a:ext cx="6313313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bg1"/>
                </a:solidFill>
                <a:effectLst>
                  <a:glow rad="127000">
                    <a:schemeClr val="tx1">
                      <a:lumMod val="95000"/>
                      <a:lumOff val="5000"/>
                    </a:schemeClr>
                  </a:glow>
                </a:effectLst>
              </a:rPr>
              <a:t>Count_Int_TotalMembers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68F23E8-9522-885C-5AD1-830B8784ED4A}"/>
              </a:ext>
            </a:extLst>
          </p:cNvPr>
          <p:cNvSpPr txBox="1"/>
          <p:nvPr/>
        </p:nvSpPr>
        <p:spPr>
          <a:xfrm>
            <a:off x="6478588" y="2853966"/>
            <a:ext cx="132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①役割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1EC0651-BC17-E3CE-E6EC-8C7718074B82}"/>
              </a:ext>
            </a:extLst>
          </p:cNvPr>
          <p:cNvSpPr txBox="1"/>
          <p:nvPr/>
        </p:nvSpPr>
        <p:spPr>
          <a:xfrm>
            <a:off x="7703533" y="2853966"/>
            <a:ext cx="8389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②型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374D94E5-85D7-C0FA-C18F-2166DBC5399E}"/>
              </a:ext>
            </a:extLst>
          </p:cNvPr>
          <p:cNvSpPr/>
          <p:nvPr/>
        </p:nvSpPr>
        <p:spPr>
          <a:xfrm rot="16200000">
            <a:off x="7902135" y="2445595"/>
            <a:ext cx="347823" cy="28479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0000CC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21A2EEB4-A70E-F751-1F69-C040C4845F8D}"/>
              </a:ext>
            </a:extLst>
          </p:cNvPr>
          <p:cNvSpPr/>
          <p:nvPr/>
        </p:nvSpPr>
        <p:spPr>
          <a:xfrm rot="16200000">
            <a:off x="9806594" y="2437908"/>
            <a:ext cx="347823" cy="28479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0000CC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BDF2770-CE72-F083-72DB-019F24EE644F}"/>
              </a:ext>
            </a:extLst>
          </p:cNvPr>
          <p:cNvSpPr txBox="1"/>
          <p:nvPr/>
        </p:nvSpPr>
        <p:spPr>
          <a:xfrm>
            <a:off x="9580629" y="2853966"/>
            <a:ext cx="1483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③中身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72948E0-5758-0D65-57A5-01ECE9272F75}"/>
              </a:ext>
            </a:extLst>
          </p:cNvPr>
          <p:cNvSpPr txBox="1"/>
          <p:nvPr/>
        </p:nvSpPr>
        <p:spPr>
          <a:xfrm>
            <a:off x="6598887" y="899830"/>
            <a:ext cx="983710" cy="714491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例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CC34612-0A4C-9E52-145A-37A59B7FEB06}"/>
              </a:ext>
            </a:extLst>
          </p:cNvPr>
          <p:cNvSpPr txBox="1"/>
          <p:nvPr/>
        </p:nvSpPr>
        <p:spPr>
          <a:xfrm>
            <a:off x="329065" y="2762989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①型：この変数は何をする？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E66F5AD-3501-E331-6708-590F9CAEA33B}"/>
              </a:ext>
            </a:extLst>
          </p:cNvPr>
          <p:cNvSpPr txBox="1"/>
          <p:nvPr/>
        </p:nvSpPr>
        <p:spPr>
          <a:xfrm>
            <a:off x="6458994" y="3875107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Int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：整数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(Int)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型を示す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AFD2495-4B60-F772-FFD0-26761C73406F}"/>
              </a:ext>
            </a:extLst>
          </p:cNvPr>
          <p:cNvSpPr txBox="1"/>
          <p:nvPr/>
        </p:nvSpPr>
        <p:spPr>
          <a:xfrm>
            <a:off x="6458994" y="4439701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Total~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：メンバーの合計人数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713B063-43C2-CB82-E1EA-D9727529F7EE}"/>
              </a:ext>
            </a:extLst>
          </p:cNvPr>
          <p:cNvSpPr txBox="1"/>
          <p:nvPr/>
        </p:nvSpPr>
        <p:spPr>
          <a:xfrm>
            <a:off x="1118322" y="5910268"/>
            <a:ext cx="11450327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rgbClr val="C00000"/>
                </a:solidFill>
              </a:rPr>
              <a:t>メンバー数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altLang="ja-JP" sz="24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TotalMembers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</a:t>
            </a:r>
            <a:r>
              <a:rPr lang="ja-JP" altLang="en-US" sz="3200" b="1">
                <a:solidFill>
                  <a:srgbClr val="C00000"/>
                </a:solidFill>
              </a:rPr>
              <a:t>数える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(count)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ための</a:t>
            </a:r>
            <a:r>
              <a:rPr lang="ja-JP" altLang="en-US" sz="3200" b="1">
                <a:solidFill>
                  <a:srgbClr val="C00000"/>
                </a:solidFill>
              </a:rPr>
              <a:t>整数型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(Int)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の変数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B97C8F1-687E-8163-BE8D-00A3129282AB}"/>
              </a:ext>
            </a:extLst>
          </p:cNvPr>
          <p:cNvSpPr txBox="1"/>
          <p:nvPr/>
        </p:nvSpPr>
        <p:spPr>
          <a:xfrm>
            <a:off x="1065349" y="5332967"/>
            <a:ext cx="10335622" cy="630942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この</a:t>
            </a:r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例</a:t>
            </a:r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の変数を読み上げると</a:t>
            </a:r>
            <a:endParaRPr lang="en-US" altLang="ja-JP" sz="28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0" name="図 49" descr="おもちゃ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06693C9-EB87-D09B-C56E-0E2805A11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91193"/>
            <a:ext cx="1128276" cy="1401585"/>
          </a:xfrm>
          <a:prstGeom prst="rect">
            <a:avLst/>
          </a:prstGeom>
        </p:spPr>
      </p:pic>
      <p:pic>
        <p:nvPicPr>
          <p:cNvPr id="52" name="図 51" descr="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AFEE098-B131-4364-7599-8953508B59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369" y="572898"/>
            <a:ext cx="1533111" cy="1395131"/>
          </a:xfrm>
          <a:prstGeom prst="rect">
            <a:avLst/>
          </a:prstGeom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F52E278-D250-BA96-60E1-9C6B4947FF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464" y="-70203"/>
            <a:ext cx="1096107" cy="1096107"/>
          </a:xfrm>
          <a:prstGeom prst="rect">
            <a:avLst/>
          </a:prstGeom>
        </p:spPr>
      </p:pic>
      <p:pic>
        <p:nvPicPr>
          <p:cNvPr id="55" name="図 54" descr="文字が書かれた看板&#10;&#10;AI 生成コンテンツは誤りを含む可能性があります。">
            <a:extLst>
              <a:ext uri="{FF2B5EF4-FFF2-40B4-BE49-F238E27FC236}">
                <a16:creationId xmlns:a16="http://schemas.microsoft.com/office/drawing/2014/main" id="{C0664F80-3AE1-F2D0-094A-857B64623E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509" y="657652"/>
            <a:ext cx="1101841" cy="1241511"/>
          </a:xfrm>
          <a:prstGeom prst="rect">
            <a:avLst/>
          </a:prstGeom>
        </p:spPr>
      </p:pic>
      <p:sp>
        <p:nvSpPr>
          <p:cNvPr id="56" name="矢印: 右 55">
            <a:extLst>
              <a:ext uri="{FF2B5EF4-FFF2-40B4-BE49-F238E27FC236}">
                <a16:creationId xmlns:a16="http://schemas.microsoft.com/office/drawing/2014/main" id="{0C90503D-E614-E13F-74D1-BBAD9013A30B}"/>
              </a:ext>
            </a:extLst>
          </p:cNvPr>
          <p:cNvSpPr/>
          <p:nvPr/>
        </p:nvSpPr>
        <p:spPr>
          <a:xfrm rot="7723050">
            <a:off x="8954790" y="5146696"/>
            <a:ext cx="787522" cy="46482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06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01913-C59C-918D-3ECB-F33DB853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5F710F-A699-57E9-E041-898517874E73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４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】Power Automate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作成アクション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(Compose)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466C9AE-9ED5-F47B-46C8-6BE9C4B52C2A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5FB9E9B-4466-66F2-5A64-EA12AF23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778"/>
          <a:stretch>
            <a:fillRect/>
          </a:stretch>
        </p:blipFill>
        <p:spPr>
          <a:xfrm>
            <a:off x="166259" y="750881"/>
            <a:ext cx="1912714" cy="861803"/>
          </a:xfrm>
          <a:prstGeom prst="rect">
            <a:avLst/>
          </a:prstGeom>
          <a:ln w="4127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B22ECBF-47EC-40F7-A845-A12433F383BA}"/>
              </a:ext>
            </a:extLst>
          </p:cNvPr>
          <p:cNvSpPr txBox="1"/>
          <p:nvPr/>
        </p:nvSpPr>
        <p:spPr>
          <a:xfrm>
            <a:off x="2277092" y="695414"/>
            <a:ext cx="9532059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作成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：途中の値を確認する為のチェックポイント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9" name="図 1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E465F48-81DA-D7E4-4073-24F48761D7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958"/>
          <a:stretch>
            <a:fillRect/>
          </a:stretch>
        </p:blipFill>
        <p:spPr>
          <a:xfrm>
            <a:off x="711603" y="3226073"/>
            <a:ext cx="3568094" cy="32912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グラフィカル ユーザー インターフェイス, アプリケーション, テーブル, Excel&#10;&#10;AI 生成コンテンツは誤りを含む可能性があります。">
            <a:extLst>
              <a:ext uri="{FF2B5EF4-FFF2-40B4-BE49-F238E27FC236}">
                <a16:creationId xmlns:a16="http://schemas.microsoft.com/office/drawing/2014/main" id="{F74204DE-F43B-B660-E614-F1BF59020E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577" b="29890"/>
          <a:stretch>
            <a:fillRect/>
          </a:stretch>
        </p:blipFill>
        <p:spPr>
          <a:xfrm>
            <a:off x="206598" y="2426498"/>
            <a:ext cx="2146370" cy="20535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図 20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5696760-0E7E-206D-DA81-D59C338431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767" y="4645979"/>
            <a:ext cx="1876992" cy="2091356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725AD25-ED5C-7EED-F998-91D13CF44F4D}"/>
              </a:ext>
            </a:extLst>
          </p:cNvPr>
          <p:cNvSpPr txBox="1"/>
          <p:nvPr/>
        </p:nvSpPr>
        <p:spPr>
          <a:xfrm>
            <a:off x="302127" y="1718612"/>
            <a:ext cx="2591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8B76AAE-E66C-ED6A-AEFB-B875EA4F9410}"/>
              </a:ext>
            </a:extLst>
          </p:cNvPr>
          <p:cNvSpPr txBox="1"/>
          <p:nvPr/>
        </p:nvSpPr>
        <p:spPr>
          <a:xfrm>
            <a:off x="2306784" y="2019455"/>
            <a:ext cx="37892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【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出力結果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】</a:t>
            </a: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項目が多くて、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どの値をチェックすればいいか、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分かりにくい、、。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6" name="矢印: 右 55">
            <a:extLst>
              <a:ext uri="{FF2B5EF4-FFF2-40B4-BE49-F238E27FC236}">
                <a16:creationId xmlns:a16="http://schemas.microsoft.com/office/drawing/2014/main" id="{32620DEC-C437-531F-4A26-C409EAAE5C1B}"/>
              </a:ext>
            </a:extLst>
          </p:cNvPr>
          <p:cNvSpPr/>
          <p:nvPr/>
        </p:nvSpPr>
        <p:spPr>
          <a:xfrm rot="7723050" flipV="1">
            <a:off x="3154495" y="4251423"/>
            <a:ext cx="787522" cy="341018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3E4502E-9DC5-DB26-DB9B-5B7E56496638}"/>
              </a:ext>
            </a:extLst>
          </p:cNvPr>
          <p:cNvCxnSpPr>
            <a:cxnSpLocks/>
          </p:cNvCxnSpPr>
          <p:nvPr/>
        </p:nvCxnSpPr>
        <p:spPr>
          <a:xfrm>
            <a:off x="5709622" y="1718612"/>
            <a:ext cx="0" cy="480045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図 34" descr="カレンダ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493BE88-764F-C420-FACD-B273E6A72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204" y="2356663"/>
            <a:ext cx="2480947" cy="337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5964A4A-75C0-3CB8-92CA-1C3F7B54A6F5}"/>
              </a:ext>
            </a:extLst>
          </p:cNvPr>
          <p:cNvSpPr txBox="1"/>
          <p:nvPr/>
        </p:nvSpPr>
        <p:spPr>
          <a:xfrm>
            <a:off x="5982337" y="1470045"/>
            <a:ext cx="2591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54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A356CC7C-D9CC-44B8-F4DD-0C2AB21B54C1}"/>
              </a:ext>
            </a:extLst>
          </p:cNvPr>
          <p:cNvSpPr/>
          <p:nvPr/>
        </p:nvSpPr>
        <p:spPr>
          <a:xfrm>
            <a:off x="5839616" y="5106518"/>
            <a:ext cx="2559541" cy="714491"/>
          </a:xfrm>
          <a:prstGeom prst="roundRect">
            <a:avLst>
              <a:gd name="adj" fmla="val 6918"/>
            </a:avLst>
          </a:prstGeom>
          <a:noFill/>
          <a:ln w="60325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" name="図 50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7A7031C-7E73-FD66-6323-56E54B4FE4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4485" y="4694319"/>
            <a:ext cx="2794667" cy="18827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4" name="図 5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BD31BB0-6344-C740-341F-BC34B87DCB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1313" y="1830433"/>
            <a:ext cx="2120368" cy="2722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8" name="矢印: 右 37">
            <a:extLst>
              <a:ext uri="{FF2B5EF4-FFF2-40B4-BE49-F238E27FC236}">
                <a16:creationId xmlns:a16="http://schemas.microsoft.com/office/drawing/2014/main" id="{2AF0E5F1-D333-4B85-48A7-BAE230BC330D}"/>
              </a:ext>
            </a:extLst>
          </p:cNvPr>
          <p:cNvSpPr/>
          <p:nvPr/>
        </p:nvSpPr>
        <p:spPr>
          <a:xfrm rot="19245469">
            <a:off x="7363330" y="4340207"/>
            <a:ext cx="1323020" cy="324572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88900">
              <a:srgbClr val="0000CC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53474F2F-55FB-84ED-0F80-A34CD6E3A22E}"/>
              </a:ext>
            </a:extLst>
          </p:cNvPr>
          <p:cNvSpPr/>
          <p:nvPr/>
        </p:nvSpPr>
        <p:spPr>
          <a:xfrm rot="5400000">
            <a:off x="9935543" y="4980395"/>
            <a:ext cx="1082848" cy="41401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88900">
              <a:srgbClr val="0000CC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57FDC702-6098-5865-61E8-1B6B4B5C65BF}"/>
              </a:ext>
            </a:extLst>
          </p:cNvPr>
          <p:cNvSpPr/>
          <p:nvPr/>
        </p:nvSpPr>
        <p:spPr>
          <a:xfrm>
            <a:off x="9470571" y="6021273"/>
            <a:ext cx="2338581" cy="555767"/>
          </a:xfrm>
          <a:prstGeom prst="roundRect">
            <a:avLst>
              <a:gd name="adj" fmla="val 6918"/>
            </a:avLst>
          </a:prstGeom>
          <a:noFill/>
          <a:ln w="60325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044FD25F-2467-B118-9764-8084A41EDA91}"/>
              </a:ext>
            </a:extLst>
          </p:cNvPr>
          <p:cNvSpPr/>
          <p:nvPr/>
        </p:nvSpPr>
        <p:spPr>
          <a:xfrm>
            <a:off x="170548" y="3558207"/>
            <a:ext cx="2224057" cy="921884"/>
          </a:xfrm>
          <a:prstGeom prst="roundRect">
            <a:avLst>
              <a:gd name="adj" fmla="val 6918"/>
            </a:avLst>
          </a:prstGeom>
          <a:noFill/>
          <a:ln w="60325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617623A-D9AF-904F-7983-7B14F52F8E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656" y="4323666"/>
            <a:ext cx="1383891" cy="1637741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7508551C-7428-9D54-306C-D2DAD48CF44C}"/>
              </a:ext>
            </a:extLst>
          </p:cNvPr>
          <p:cNvSpPr txBox="1"/>
          <p:nvPr/>
        </p:nvSpPr>
        <p:spPr>
          <a:xfrm>
            <a:off x="5749176" y="5870616"/>
            <a:ext cx="33632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フローの途中に</a:t>
            </a:r>
            <a:endParaRPr lang="en-US" altLang="ja-JP" sz="24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作成アクションを追加</a:t>
            </a:r>
            <a:endParaRPr lang="en-US" altLang="ja-JP" sz="24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</p:txBody>
      </p:sp>
      <p:pic>
        <p:nvPicPr>
          <p:cNvPr id="63" name="図 62">
            <a:extLst>
              <a:ext uri="{FF2B5EF4-FFF2-40B4-BE49-F238E27FC236}">
                <a16:creationId xmlns:a16="http://schemas.microsoft.com/office/drawing/2014/main" id="{85ABC315-3BDA-11F5-8264-3C0087AB56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74612" y="3185960"/>
            <a:ext cx="379962" cy="792962"/>
          </a:xfrm>
          <a:prstGeom prst="rect">
            <a:avLst/>
          </a:prstGeom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0D5626C-6351-07F6-59BD-6597A0E285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4" y="5450114"/>
            <a:ext cx="1309151" cy="1309151"/>
          </a:xfrm>
          <a:prstGeom prst="rect">
            <a:avLst/>
          </a:prstGeom>
        </p:spPr>
      </p:pic>
      <p:sp>
        <p:nvSpPr>
          <p:cNvPr id="64" name="矢印: 右 63">
            <a:extLst>
              <a:ext uri="{FF2B5EF4-FFF2-40B4-BE49-F238E27FC236}">
                <a16:creationId xmlns:a16="http://schemas.microsoft.com/office/drawing/2014/main" id="{A0D37FB3-7B92-8AC6-1D8D-736FAA05B387}"/>
              </a:ext>
            </a:extLst>
          </p:cNvPr>
          <p:cNvSpPr/>
          <p:nvPr/>
        </p:nvSpPr>
        <p:spPr>
          <a:xfrm>
            <a:off x="4918538" y="1665512"/>
            <a:ext cx="921078" cy="643825"/>
          </a:xfrm>
          <a:prstGeom prst="rightArrow">
            <a:avLst/>
          </a:prstGeom>
          <a:solidFill>
            <a:srgbClr val="FFFF00"/>
          </a:solidFill>
          <a:ln w="6667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E215063-25FF-E757-5A68-AD0E96658234}"/>
              </a:ext>
            </a:extLst>
          </p:cNvPr>
          <p:cNvSpPr txBox="1"/>
          <p:nvPr/>
        </p:nvSpPr>
        <p:spPr>
          <a:xfrm>
            <a:off x="9211444" y="2652440"/>
            <a:ext cx="3387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知りたい項目を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入力欄に追加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（動的コンテンツ）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48FA1BA7-1E00-8A22-A2CF-C1F4731E73F6}"/>
              </a:ext>
            </a:extLst>
          </p:cNvPr>
          <p:cNvSpPr txBox="1"/>
          <p:nvPr/>
        </p:nvSpPr>
        <p:spPr>
          <a:xfrm>
            <a:off x="9211443" y="6389933"/>
            <a:ext cx="3387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知りたい結果だけが見れる！</a:t>
            </a:r>
            <a:endParaRPr lang="en-US" altLang="ja-JP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68" name="図 67" descr="黒い背景と白い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EED0806F-0CB9-F8B8-2AD5-1FA548E023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855" y="951786"/>
            <a:ext cx="955704" cy="84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96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47C-54A5-94D6-6405-7455AD05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 descr="テキスト, 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BF7A204-341A-DED3-246D-3079B2935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278" y="4497643"/>
            <a:ext cx="2354822" cy="5743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E93E983-7266-A1E4-2291-EC680C1A3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454" y="4389383"/>
            <a:ext cx="2279430" cy="2204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DEAD01F-B127-A480-F212-BAC47E7BF94E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５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】Apply to each 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が「勝手に出てくる」問題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133DC9C-2478-C48B-195B-2125A1CA7C2E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1A2B364-2F4C-D4C0-7078-176BCC173923}"/>
              </a:ext>
            </a:extLst>
          </p:cNvPr>
          <p:cNvSpPr txBox="1"/>
          <p:nvPr/>
        </p:nvSpPr>
        <p:spPr>
          <a:xfrm>
            <a:off x="1534836" y="558274"/>
            <a:ext cx="10484631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なぜ出てこない時と、出てくる時がある？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785A01D-E639-F706-B749-D8B880FA08AA}"/>
              </a:ext>
            </a:extLst>
          </p:cNvPr>
          <p:cNvSpPr txBox="1"/>
          <p:nvPr/>
        </p:nvSpPr>
        <p:spPr>
          <a:xfrm>
            <a:off x="54428" y="3077416"/>
            <a:ext cx="6459917" cy="5847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✅単一データ→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1742E282-BCCD-42D8-CF80-3588CAEC5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968" y="59109"/>
            <a:ext cx="1165032" cy="116503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C0372C-F283-E906-A7BE-41A6C076CC94}"/>
              </a:ext>
            </a:extLst>
          </p:cNvPr>
          <p:cNvSpPr txBox="1"/>
          <p:nvPr/>
        </p:nvSpPr>
        <p:spPr>
          <a:xfrm>
            <a:off x="130385" y="3583269"/>
            <a:ext cx="3380444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{ "Title": "A" }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EB3F53-D728-197D-6933-B54C3C7EB3E9}"/>
              </a:ext>
            </a:extLst>
          </p:cNvPr>
          <p:cNvSpPr txBox="1"/>
          <p:nvPr/>
        </p:nvSpPr>
        <p:spPr>
          <a:xfrm>
            <a:off x="6103084" y="3084328"/>
            <a:ext cx="5442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✅複数データ→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F636A8-D560-B2ED-6FDA-836FEBDF83F4}"/>
              </a:ext>
            </a:extLst>
          </p:cNvPr>
          <p:cNvSpPr txBox="1"/>
          <p:nvPr/>
        </p:nvSpPr>
        <p:spPr>
          <a:xfrm>
            <a:off x="6249980" y="3534952"/>
            <a:ext cx="360910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[ {A}, {B}, {C} ] </a:t>
            </a:r>
          </a:p>
        </p:txBody>
      </p:sp>
      <p:pic>
        <p:nvPicPr>
          <p:cNvPr id="15" name="図 1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7655D36-F511-61F6-FAE2-2946C8EBD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3569" y="4699785"/>
            <a:ext cx="2520615" cy="11216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図 1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5EABF29-D602-1D7A-AC03-A06DF237B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09" y="4695756"/>
            <a:ext cx="2214749" cy="1129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AEE99A6-42EA-28C8-9D12-2DE831B194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661" y="4510532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CC00ADD-1DB0-F10D-EA53-79B9854F8AB7}"/>
              </a:ext>
            </a:extLst>
          </p:cNvPr>
          <p:cNvCxnSpPr>
            <a:cxnSpLocks/>
          </p:cNvCxnSpPr>
          <p:nvPr/>
        </p:nvCxnSpPr>
        <p:spPr>
          <a:xfrm>
            <a:off x="6024154" y="3077416"/>
            <a:ext cx="0" cy="361162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図 2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3C9384D-4849-46DF-1912-99B44C34C1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659" y="5092687"/>
            <a:ext cx="1903468" cy="11685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1D8D344-4F13-0C51-54D0-8A616CEF70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78231" y="4655351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85AB66E-47EB-877C-1AE2-7AE74B971302}"/>
              </a:ext>
            </a:extLst>
          </p:cNvPr>
          <p:cNvSpPr txBox="1"/>
          <p:nvPr/>
        </p:nvSpPr>
        <p:spPr>
          <a:xfrm>
            <a:off x="3184914" y="3777351"/>
            <a:ext cx="310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オブジェクト型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201A7A-949C-220F-F16E-33DA16930E8D}"/>
              </a:ext>
            </a:extLst>
          </p:cNvPr>
          <p:cNvSpPr txBox="1"/>
          <p:nvPr/>
        </p:nvSpPr>
        <p:spPr>
          <a:xfrm>
            <a:off x="130385" y="1376888"/>
            <a:ext cx="11049715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ffectLst>
            <a:glow rad="50800">
              <a:schemeClr val="tx1">
                <a:lumMod val="65000"/>
                <a:lumOff val="35000"/>
                <a:alpha val="91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結論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使用する動的コンテンツの内部データ（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JSON)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が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{ }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は単一データなので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は出ない。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[ ]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のときだけ “配列” と判断して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を自動で付ける。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AA2DF1-B8E3-B7ED-C505-65BBE5AD873E}"/>
              </a:ext>
            </a:extLst>
          </p:cNvPr>
          <p:cNvSpPr txBox="1"/>
          <p:nvPr/>
        </p:nvSpPr>
        <p:spPr>
          <a:xfrm>
            <a:off x="9486109" y="3750724"/>
            <a:ext cx="1972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アレイ型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6A26C3C-9FCA-9FC2-F276-D7935E4E950A}"/>
              </a:ext>
            </a:extLst>
          </p:cNvPr>
          <p:cNvSpPr txBox="1"/>
          <p:nvPr/>
        </p:nvSpPr>
        <p:spPr>
          <a:xfrm>
            <a:off x="3006518" y="6080122"/>
            <a:ext cx="3017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2CB6AF1-92A8-513D-4704-3CA2E31D4291}"/>
              </a:ext>
            </a:extLst>
          </p:cNvPr>
          <p:cNvSpPr txBox="1"/>
          <p:nvPr/>
        </p:nvSpPr>
        <p:spPr>
          <a:xfrm>
            <a:off x="8689791" y="6123571"/>
            <a:ext cx="2338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F8F0A2A-3BB0-D050-853A-45B289720B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950" y="1860882"/>
            <a:ext cx="1152623" cy="136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93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B5C0B-E1F3-CA00-FDB2-7FE418E73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 descr="テキスト, 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83DD4DB0-9F8F-65CC-BA81-11C4F2D69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278" y="4497643"/>
            <a:ext cx="2354822" cy="5743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F5A7FFD-41F1-8C2D-DDCD-0601B6869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454" y="4389383"/>
            <a:ext cx="2279430" cy="2204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DDABEFA-86B0-B545-099F-858E714A9464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6】Apply to each 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が「勝手に出てくる」問題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4099B41-02BE-D904-3064-D19134847B5F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2C4BB0D-0D26-45C8-53BA-ED2F74CA3849}"/>
              </a:ext>
            </a:extLst>
          </p:cNvPr>
          <p:cNvSpPr txBox="1"/>
          <p:nvPr/>
        </p:nvSpPr>
        <p:spPr>
          <a:xfrm>
            <a:off x="1534836" y="558274"/>
            <a:ext cx="10484631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なぜ出てこない時と、出てくる時がある？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8DB32B5-10FB-9F70-5551-35B6DAC45BEA}"/>
              </a:ext>
            </a:extLst>
          </p:cNvPr>
          <p:cNvSpPr txBox="1"/>
          <p:nvPr/>
        </p:nvSpPr>
        <p:spPr>
          <a:xfrm>
            <a:off x="54428" y="3077416"/>
            <a:ext cx="6459917" cy="5847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✅単一データ→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E0360DC7-5211-7376-C834-3F87CA5FE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968" y="59109"/>
            <a:ext cx="1165032" cy="116503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D8A0D1-3B55-3A23-399C-9289E9E6462E}"/>
              </a:ext>
            </a:extLst>
          </p:cNvPr>
          <p:cNvSpPr txBox="1"/>
          <p:nvPr/>
        </p:nvSpPr>
        <p:spPr>
          <a:xfrm>
            <a:off x="130385" y="3583269"/>
            <a:ext cx="3380444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{ "Title": "A" }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DE6C5D-8A8A-02FF-FC48-127FFDB11E0F}"/>
              </a:ext>
            </a:extLst>
          </p:cNvPr>
          <p:cNvSpPr txBox="1"/>
          <p:nvPr/>
        </p:nvSpPr>
        <p:spPr>
          <a:xfrm>
            <a:off x="6103084" y="3084328"/>
            <a:ext cx="5442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✅複数データ→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08912E-7469-330C-66A3-6348DAAFE081}"/>
              </a:ext>
            </a:extLst>
          </p:cNvPr>
          <p:cNvSpPr txBox="1"/>
          <p:nvPr/>
        </p:nvSpPr>
        <p:spPr>
          <a:xfrm>
            <a:off x="6249980" y="3534952"/>
            <a:ext cx="360910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[ {A}, {B}, {C} ] </a:t>
            </a:r>
          </a:p>
        </p:txBody>
      </p:sp>
      <p:pic>
        <p:nvPicPr>
          <p:cNvPr id="15" name="図 1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C05856A6-60F5-95E3-C64C-A6C56DD2B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3569" y="4699785"/>
            <a:ext cx="2520615" cy="11216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図 1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538604A-6D99-EAF3-51E5-2F9B9687F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09" y="4695756"/>
            <a:ext cx="2214749" cy="1129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38F3B9C-7E09-2F29-A8F4-7471F5D1BB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661" y="4510532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EF9FFD1-3DE2-D77D-8F84-328079858A5E}"/>
              </a:ext>
            </a:extLst>
          </p:cNvPr>
          <p:cNvCxnSpPr>
            <a:cxnSpLocks/>
          </p:cNvCxnSpPr>
          <p:nvPr/>
        </p:nvCxnSpPr>
        <p:spPr>
          <a:xfrm>
            <a:off x="6024154" y="3077416"/>
            <a:ext cx="0" cy="361162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図 2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6B6827C-0BBB-5F8B-969E-7F08BC4361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659" y="5092687"/>
            <a:ext cx="1903468" cy="11685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A089FE11-C19A-830A-7153-E23FFE92D8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78231" y="4655351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DE12FD-0AF5-2A0B-BB62-06C07727CB0E}"/>
              </a:ext>
            </a:extLst>
          </p:cNvPr>
          <p:cNvSpPr txBox="1"/>
          <p:nvPr/>
        </p:nvSpPr>
        <p:spPr>
          <a:xfrm>
            <a:off x="3184914" y="3777351"/>
            <a:ext cx="310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オブジェクト型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27D8B4-98D5-1D44-C8C6-A6A4F937D059}"/>
              </a:ext>
            </a:extLst>
          </p:cNvPr>
          <p:cNvSpPr txBox="1"/>
          <p:nvPr/>
        </p:nvSpPr>
        <p:spPr>
          <a:xfrm>
            <a:off x="130385" y="1376888"/>
            <a:ext cx="11049715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ffectLst>
            <a:glow rad="50800">
              <a:schemeClr val="tx1">
                <a:lumMod val="65000"/>
                <a:lumOff val="35000"/>
                <a:alpha val="91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結論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使用する動的コンテンツの内部データ（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JSON)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が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{ }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は単一データなので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は出ない。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[ ]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のときだけ “配列” と判断して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を自動で付ける。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8561196-A718-9271-184D-B5BB34B0DFF8}"/>
              </a:ext>
            </a:extLst>
          </p:cNvPr>
          <p:cNvSpPr txBox="1"/>
          <p:nvPr/>
        </p:nvSpPr>
        <p:spPr>
          <a:xfrm>
            <a:off x="9486109" y="3750724"/>
            <a:ext cx="1972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アレイ型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303875C-B2BC-8C0C-3B7E-E51B8EFBB71B}"/>
              </a:ext>
            </a:extLst>
          </p:cNvPr>
          <p:cNvSpPr txBox="1"/>
          <p:nvPr/>
        </p:nvSpPr>
        <p:spPr>
          <a:xfrm>
            <a:off x="3006518" y="6080122"/>
            <a:ext cx="3017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2A7A170-241F-B697-BC22-F563377C001F}"/>
              </a:ext>
            </a:extLst>
          </p:cNvPr>
          <p:cNvSpPr txBox="1"/>
          <p:nvPr/>
        </p:nvSpPr>
        <p:spPr>
          <a:xfrm>
            <a:off x="8689791" y="6123571"/>
            <a:ext cx="2338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337CEFE-01B5-073A-5940-BC62CEB247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950" y="1860882"/>
            <a:ext cx="1152623" cy="136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6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95E65-9D85-8B2E-72C3-EF2298F6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832F73D-81AE-4FFC-6CDF-309699DEAE8F}"/>
              </a:ext>
            </a:extLst>
          </p:cNvPr>
          <p:cNvSpPr/>
          <p:nvPr/>
        </p:nvSpPr>
        <p:spPr>
          <a:xfrm>
            <a:off x="1253706" y="845389"/>
            <a:ext cx="9569855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17DDB4-33D0-FE2B-B95F-7EB4FEFCB8A3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7】『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選択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(Select)』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アクションについて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A322440-4069-E3FE-A357-E398416D0C1F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BDA8C2F-3701-5F2B-49A1-928D199EE0A0}"/>
              </a:ext>
            </a:extLst>
          </p:cNvPr>
          <p:cNvSpPr txBox="1"/>
          <p:nvPr/>
        </p:nvSpPr>
        <p:spPr>
          <a:xfrm>
            <a:off x="2203902" y="698617"/>
            <a:ext cx="8619659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データを好きな形に成型する加工職人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F6C91C7D-D3FC-EF13-D3D3-7B40A501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367" y="170956"/>
            <a:ext cx="1348575" cy="13485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6D917D9-71DC-F125-6CDE-C99ED8677CFD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図 7" descr="白いバックグラウンドの前に座っている人形&#10;&#10;AI 生成コンテンツは誤りを含む可能性があります。">
            <a:extLst>
              <a:ext uri="{FF2B5EF4-FFF2-40B4-BE49-F238E27FC236}">
                <a16:creationId xmlns:a16="http://schemas.microsoft.com/office/drawing/2014/main" id="{E190AA39-B93D-3508-B49B-3FB4F203C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3" y="797286"/>
            <a:ext cx="2013206" cy="2294251"/>
          </a:xfrm>
          <a:prstGeom prst="rect">
            <a:avLst/>
          </a:prstGeom>
        </p:spPr>
      </p:pic>
      <p:pic>
        <p:nvPicPr>
          <p:cNvPr id="21" name="図 20" descr="グラフィカル ユーザー インターフェイス, アプリケーション, Word&#10;&#10;AI 生成コンテンツは誤りを含む可能性があります。">
            <a:extLst>
              <a:ext uri="{FF2B5EF4-FFF2-40B4-BE49-F238E27FC236}">
                <a16:creationId xmlns:a16="http://schemas.microsoft.com/office/drawing/2014/main" id="{17DC12F3-2D1D-47A3-8E8C-7A9AF80735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1010"/>
          <a:stretch>
            <a:fillRect/>
          </a:stretch>
        </p:blipFill>
        <p:spPr>
          <a:xfrm>
            <a:off x="1800165" y="1621265"/>
            <a:ext cx="2813253" cy="13445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0ACCC48-77C9-D9CD-A4CD-FD3494A28F24}"/>
              </a:ext>
            </a:extLst>
          </p:cNvPr>
          <p:cNvSpPr txBox="1"/>
          <p:nvPr/>
        </p:nvSpPr>
        <p:spPr>
          <a:xfrm>
            <a:off x="4729682" y="1477281"/>
            <a:ext cx="59136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✅何を残すか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✅どういう名前にするか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✅どんな構造にするか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E1BCF73-C7CE-2AB9-D9AF-CCF402A7CBFC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65B6E3B-A059-41CF-BF1D-A126105B0936}"/>
              </a:ext>
            </a:extLst>
          </p:cNvPr>
          <p:cNvSpPr txBox="1"/>
          <p:nvPr/>
        </p:nvSpPr>
        <p:spPr>
          <a:xfrm>
            <a:off x="6057619" y="3164964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87293F38-8BFB-45F2-3447-38C08001882A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F987361-80D3-9E3F-7BBA-CB63C1994E2E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BA6D2D9-FBC9-69EF-C75F-4158E6A911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0" y="5417485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67A212F-70A2-0022-FFD1-7CD22DB856ED}"/>
              </a:ext>
            </a:extLst>
          </p:cNvPr>
          <p:cNvSpPr txBox="1"/>
          <p:nvPr/>
        </p:nvSpPr>
        <p:spPr>
          <a:xfrm>
            <a:off x="1593493" y="5671598"/>
            <a:ext cx="41387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不要なデータが多い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,,,</a:t>
            </a: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あと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『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年齢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』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は不要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,,,</a:t>
            </a:r>
          </a:p>
        </p:txBody>
      </p:sp>
      <p:pic>
        <p:nvPicPr>
          <p:cNvPr id="38" name="図 37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A121362-AE92-E4F9-2D46-43EAD280EE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608" y="5018381"/>
            <a:ext cx="5524353" cy="13064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A83C9E5-5857-E4A9-39F9-60C94DB0F2D9}"/>
              </a:ext>
            </a:extLst>
          </p:cNvPr>
          <p:cNvSpPr txBox="1"/>
          <p:nvPr/>
        </p:nvSpPr>
        <p:spPr>
          <a:xfrm rot="159197">
            <a:off x="7722437" y="3285852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氏名と部門だけで再構築出来るのが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『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選択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』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アクション！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7B9A32F-1C61-D8FF-6556-138773B7741A}"/>
              </a:ext>
            </a:extLst>
          </p:cNvPr>
          <p:cNvSpPr txBox="1"/>
          <p:nvPr/>
        </p:nvSpPr>
        <p:spPr>
          <a:xfrm>
            <a:off x="6355911" y="410313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氏名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氏名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73C903-C59C-5F42-53DF-DC9838DC7E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212" y="5244485"/>
            <a:ext cx="1152623" cy="1364051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2101957-1E33-9609-DB41-89D4D46C2383}"/>
              </a:ext>
            </a:extLst>
          </p:cNvPr>
          <p:cNvSpPr txBox="1"/>
          <p:nvPr/>
        </p:nvSpPr>
        <p:spPr>
          <a:xfrm>
            <a:off x="6095999" y="6324816"/>
            <a:ext cx="6278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後続フローでデータが扱いやすくなった！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17496A27-6B23-25E3-6F22-7BBE7A9B5A86}"/>
              </a:ext>
            </a:extLst>
          </p:cNvPr>
          <p:cNvSpPr/>
          <p:nvPr/>
        </p:nvSpPr>
        <p:spPr>
          <a:xfrm>
            <a:off x="6034287" y="5881138"/>
            <a:ext cx="912223" cy="322275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2A32FEFC-02B4-84DA-50BB-A20F2A165501}"/>
              </a:ext>
            </a:extLst>
          </p:cNvPr>
          <p:cNvSpPr/>
          <p:nvPr/>
        </p:nvSpPr>
        <p:spPr>
          <a:xfrm>
            <a:off x="6057619" y="5419473"/>
            <a:ext cx="912223" cy="322275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7495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AB34-1352-ACAD-A442-97622836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411B4C8-66AC-220A-504B-696BA291C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1" y="4961707"/>
            <a:ext cx="5891196" cy="8058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AB0CCCF-3836-7418-4E47-87F452E85532}"/>
              </a:ext>
            </a:extLst>
          </p:cNvPr>
          <p:cNvSpPr/>
          <p:nvPr/>
        </p:nvSpPr>
        <p:spPr>
          <a:xfrm>
            <a:off x="1253706" y="845389"/>
            <a:ext cx="10163594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0262E2D-6861-30B3-5C7F-DE9A9FA6E2E3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8】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Filter array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」アクションについて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AB3CB13-5F9F-A0D3-97E6-70AD7DD8ECEE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7645EB1-7E58-3F64-9018-FA57ACEF4385}"/>
              </a:ext>
            </a:extLst>
          </p:cNvPr>
          <p:cNvSpPr txBox="1"/>
          <p:nvPr/>
        </p:nvSpPr>
        <p:spPr>
          <a:xfrm>
            <a:off x="2203902" y="698617"/>
            <a:ext cx="8619659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必要な行だけを残す “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仕分けのプロ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”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63DF99F-6DB7-5146-9EC6-BA6A87F1B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714" y="71519"/>
            <a:ext cx="1348575" cy="13485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CFEF50B-A690-35D8-2B9F-168C2CD2B0CE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CD167B-6527-BBF6-5C5D-91DF8E412A4E}"/>
              </a:ext>
            </a:extLst>
          </p:cNvPr>
          <p:cNvSpPr txBox="1"/>
          <p:nvPr/>
        </p:nvSpPr>
        <p:spPr>
          <a:xfrm>
            <a:off x="5273948" y="1462425"/>
            <a:ext cx="62619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✅どの行を残すか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✅条件に一致するものだけ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✅配列を「減らす」アクション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734C39-F8D5-90C6-B4A2-8F7C176D35B2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AEEBF0E-C857-2B88-BA24-33424F491889}"/>
              </a:ext>
            </a:extLst>
          </p:cNvPr>
          <p:cNvSpPr txBox="1"/>
          <p:nvPr/>
        </p:nvSpPr>
        <p:spPr>
          <a:xfrm>
            <a:off x="6053467" y="3259372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59E8E7D5-81B2-6E88-3274-DAE35CC21735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947BD19-1DEC-E0FA-5E10-2C9287A0576C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9FF1117-F797-A223-8346-67573F837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" y="5346909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1BA9388-7466-FBDA-C544-C6DEEF94EE9C}"/>
              </a:ext>
            </a:extLst>
          </p:cNvPr>
          <p:cNvSpPr txBox="1"/>
          <p:nvPr/>
        </p:nvSpPr>
        <p:spPr>
          <a:xfrm rot="186675">
            <a:off x="1383112" y="5576548"/>
            <a:ext cx="41939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「“営業だけ”後続で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　　使いたい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」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60C2F02-5127-7A18-E88C-64409736FD26}"/>
              </a:ext>
            </a:extLst>
          </p:cNvPr>
          <p:cNvSpPr txBox="1"/>
          <p:nvPr/>
        </p:nvSpPr>
        <p:spPr>
          <a:xfrm rot="159197">
            <a:off x="7761603" y="3338527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Filter array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（部署 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営業）で絞り込み！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77780AB-6AA4-30A6-1B09-16668288FA41}"/>
              </a:ext>
            </a:extLst>
          </p:cNvPr>
          <p:cNvSpPr txBox="1"/>
          <p:nvPr/>
        </p:nvSpPr>
        <p:spPr>
          <a:xfrm>
            <a:off x="6095999" y="42754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6B38F8-EB97-D0FD-882E-EF11BAD4BA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654" y="5740077"/>
            <a:ext cx="889469" cy="1052626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AA89CB5-D477-EC28-038C-24E245D11600}"/>
              </a:ext>
            </a:extLst>
          </p:cNvPr>
          <p:cNvSpPr txBox="1"/>
          <p:nvPr/>
        </p:nvSpPr>
        <p:spPr>
          <a:xfrm>
            <a:off x="5977355" y="5855309"/>
            <a:ext cx="6278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「必要な行だけになって、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　後続フローがラクになった！」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6C3E5A7B-F65A-0BBF-7D3A-CC1E63D7F36E}"/>
              </a:ext>
            </a:extLst>
          </p:cNvPr>
          <p:cNvSpPr/>
          <p:nvPr/>
        </p:nvSpPr>
        <p:spPr>
          <a:xfrm>
            <a:off x="11102997" y="5263467"/>
            <a:ext cx="950094" cy="516554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7CF2BB7-9FF4-B6EC-215B-11AFC25AE6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" y="945016"/>
            <a:ext cx="2169522" cy="212613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66AABC3-2DBE-76CA-9AE5-66C6D3853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650" y="1774426"/>
            <a:ext cx="3167963" cy="8175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7649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4D6D-578B-B482-0CEB-0A933167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D19C9DF-B4DC-3B3E-2000-57D295ED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1" y="4961707"/>
            <a:ext cx="5891196" cy="8058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F880F38-A876-1582-FB1D-FA929E895447}"/>
              </a:ext>
            </a:extLst>
          </p:cNvPr>
          <p:cNvSpPr/>
          <p:nvPr/>
        </p:nvSpPr>
        <p:spPr>
          <a:xfrm>
            <a:off x="1253705" y="845389"/>
            <a:ext cx="10748601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DC7C40-FA15-3A47-13FE-D11FC95AFD5F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10】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8404137-4554-2309-0FA2-4A63D95FE864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EEDEB66-2071-43FC-16E2-A51D5159DED7}"/>
              </a:ext>
            </a:extLst>
          </p:cNvPr>
          <p:cNvSpPr txBox="1"/>
          <p:nvPr/>
        </p:nvSpPr>
        <p:spPr>
          <a:xfrm>
            <a:off x="1631950" y="736715"/>
            <a:ext cx="10742908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 データを</a:t>
            </a:r>
            <a:r>
              <a:rPr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行ずつていねいに処理する「現場担当」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A0FA7577-D3C2-72F7-F6A6-9E0C77F56C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254" y="-34163"/>
            <a:ext cx="855389" cy="855389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BD47C6E-BB3F-F2D7-E8DF-A19EF2C04DC4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EC42499-5760-14A8-E851-1A0E632F30B7}"/>
              </a:ext>
            </a:extLst>
          </p:cNvPr>
          <p:cNvSpPr txBox="1"/>
          <p:nvPr/>
        </p:nvSpPr>
        <p:spPr>
          <a:xfrm>
            <a:off x="5228952" y="1557797"/>
            <a:ext cx="71067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行ずつ順番に処理する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✅各行に同じアクションを実行する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3F9FF8-4F78-B087-DBD7-36C5C70DC457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BEB4CA8-E0E2-4C78-00A5-0F282FEE2A0C}"/>
              </a:ext>
            </a:extLst>
          </p:cNvPr>
          <p:cNvSpPr txBox="1"/>
          <p:nvPr/>
        </p:nvSpPr>
        <p:spPr>
          <a:xfrm>
            <a:off x="6053467" y="3259372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C69BF38A-E34F-381E-C660-A105F64182DA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DB45913-CE06-8EE9-D09D-7A4189E8AD87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1197190-742D-055C-514F-3705D79494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" y="5346909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6C91A32-8C25-43C8-6156-4D463B195BE3}"/>
              </a:ext>
            </a:extLst>
          </p:cNvPr>
          <p:cNvSpPr txBox="1"/>
          <p:nvPr/>
        </p:nvSpPr>
        <p:spPr>
          <a:xfrm rot="186675">
            <a:off x="1383112" y="5576548"/>
            <a:ext cx="41939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「“営業だけ”後続で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　　使いたい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」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0417800-A9D9-6230-CD94-46AB08F624F6}"/>
              </a:ext>
            </a:extLst>
          </p:cNvPr>
          <p:cNvSpPr txBox="1"/>
          <p:nvPr/>
        </p:nvSpPr>
        <p:spPr>
          <a:xfrm rot="159197">
            <a:off x="7761603" y="3338527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Filter array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（部署 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営業）で絞り込み！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62FF9CE-E6E7-FC61-68B0-93FABF60918A}"/>
              </a:ext>
            </a:extLst>
          </p:cNvPr>
          <p:cNvSpPr txBox="1"/>
          <p:nvPr/>
        </p:nvSpPr>
        <p:spPr>
          <a:xfrm>
            <a:off x="6095999" y="42754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CD6EE8F-F438-33A4-F224-2CE40C148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654" y="5740077"/>
            <a:ext cx="889469" cy="1052626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D6A7704-7AF9-9388-DC2D-FA8BB11E912A}"/>
              </a:ext>
            </a:extLst>
          </p:cNvPr>
          <p:cNvSpPr txBox="1"/>
          <p:nvPr/>
        </p:nvSpPr>
        <p:spPr>
          <a:xfrm>
            <a:off x="5977355" y="5855309"/>
            <a:ext cx="6278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「必要な行だけになって、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　後続フローがラクになった！」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36A8C924-3C83-98DC-5E07-585B0E690C49}"/>
              </a:ext>
            </a:extLst>
          </p:cNvPr>
          <p:cNvSpPr/>
          <p:nvPr/>
        </p:nvSpPr>
        <p:spPr>
          <a:xfrm>
            <a:off x="11102997" y="5263467"/>
            <a:ext cx="950094" cy="516554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6A112B9-2D8A-79E9-3E58-C0BFEC7D1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780" y="1642727"/>
            <a:ext cx="3662465" cy="78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98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F4B6-05A3-14B5-AFB5-1D46ADF8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8AF87F6-A9B5-55A7-07B8-49C7F454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11" y="4961707"/>
            <a:ext cx="5891196" cy="8058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AF937B2-DC97-2157-498A-C06CCBB73A09}"/>
              </a:ext>
            </a:extLst>
          </p:cNvPr>
          <p:cNvSpPr/>
          <p:nvPr/>
        </p:nvSpPr>
        <p:spPr>
          <a:xfrm>
            <a:off x="1253705" y="845389"/>
            <a:ext cx="10748601" cy="229425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76200">
              <a:schemeClr val="tx1">
                <a:lumMod val="65000"/>
                <a:lumOff val="35000"/>
                <a:alpha val="69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4AF57C-12DE-525C-2EC9-1C8D1FF46F24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9】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Apply to each(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適用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」アクションについて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5F0976E-FA09-1D04-44B9-9C8650C9EE2E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E235F2-A179-C89C-35E0-2C4D23FCC044}"/>
              </a:ext>
            </a:extLst>
          </p:cNvPr>
          <p:cNvSpPr txBox="1"/>
          <p:nvPr/>
        </p:nvSpPr>
        <p:spPr>
          <a:xfrm>
            <a:off x="1631950" y="736715"/>
            <a:ext cx="10742908" cy="84420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89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 データを</a:t>
            </a:r>
            <a:r>
              <a:rPr lang="en-US" altLang="ja-JP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行ずつていねいに処理する「現場担当」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963A047-9925-69F1-8EE4-DF0A0B877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254" y="-34163"/>
            <a:ext cx="855389" cy="855389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133284F-A428-EB33-DF96-48269DE9CD6C}"/>
              </a:ext>
            </a:extLst>
          </p:cNvPr>
          <p:cNvCxnSpPr>
            <a:cxnSpLocks/>
          </p:cNvCxnSpPr>
          <p:nvPr/>
        </p:nvCxnSpPr>
        <p:spPr>
          <a:xfrm>
            <a:off x="5906307" y="3940462"/>
            <a:ext cx="0" cy="2624148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332662C-F254-8FDA-702A-46573ADEDEA0}"/>
              </a:ext>
            </a:extLst>
          </p:cNvPr>
          <p:cNvSpPr txBox="1"/>
          <p:nvPr/>
        </p:nvSpPr>
        <p:spPr>
          <a:xfrm>
            <a:off x="5228952" y="1557797"/>
            <a:ext cx="71067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行ずつ順番に処理する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✅各行に同じアクションを実行する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7AB7BDF-6C4B-48DA-D2FD-8379B67CEE03}"/>
              </a:ext>
            </a:extLst>
          </p:cNvPr>
          <p:cNvSpPr txBox="1"/>
          <p:nvPr/>
        </p:nvSpPr>
        <p:spPr>
          <a:xfrm>
            <a:off x="333452" y="3294131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Before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271872D-0DB9-4546-4311-3AF67EE2875E}"/>
              </a:ext>
            </a:extLst>
          </p:cNvPr>
          <p:cNvSpPr txBox="1"/>
          <p:nvPr/>
        </p:nvSpPr>
        <p:spPr>
          <a:xfrm>
            <a:off x="6053467" y="3259372"/>
            <a:ext cx="2591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after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999B0518-EC1F-B62C-998C-43DCB4B0A48C}"/>
              </a:ext>
            </a:extLst>
          </p:cNvPr>
          <p:cNvSpPr/>
          <p:nvPr/>
        </p:nvSpPr>
        <p:spPr>
          <a:xfrm>
            <a:off x="5199755" y="352409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689D926-6876-CFDF-9280-0FEE84A4BFB3}"/>
              </a:ext>
            </a:extLst>
          </p:cNvPr>
          <p:cNvSpPr txBox="1"/>
          <p:nvPr/>
        </p:nvSpPr>
        <p:spPr>
          <a:xfrm>
            <a:off x="138909" y="39013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},  </a:t>
            </a: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花子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30,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総務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</a:t>
            </a:r>
          </a:p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5" name="図 34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23BAFB6-232F-28AC-2735-5D3C0AF634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" y="5346909"/>
            <a:ext cx="1361344" cy="1516818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0044C25-E5C6-43FD-3BD9-FF83EAAF714B}"/>
              </a:ext>
            </a:extLst>
          </p:cNvPr>
          <p:cNvSpPr txBox="1"/>
          <p:nvPr/>
        </p:nvSpPr>
        <p:spPr>
          <a:xfrm rot="186675">
            <a:off x="1383112" y="5576548"/>
            <a:ext cx="41939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「“営業だけ”後続で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　　使いたい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」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4551D78-6F4F-C77D-5F06-1BFC9922A6A5}"/>
              </a:ext>
            </a:extLst>
          </p:cNvPr>
          <p:cNvSpPr txBox="1"/>
          <p:nvPr/>
        </p:nvSpPr>
        <p:spPr>
          <a:xfrm rot="159197">
            <a:off x="7761603" y="3338527"/>
            <a:ext cx="459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Filter array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（部署 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営業）で絞り込み！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64E9FE8-F628-D4C5-FA4C-3BAA4ACA65F1}"/>
              </a:ext>
            </a:extLst>
          </p:cNvPr>
          <p:cNvSpPr txBox="1"/>
          <p:nvPr/>
        </p:nvSpPr>
        <p:spPr>
          <a:xfrm>
            <a:off x="6095999" y="42754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[  {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名前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太郎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25, 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: "</a:t>
            </a:r>
            <a:r>
              <a:rPr lang="zh-TW" altLang="en-US" sz="24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営業</a:t>
            </a:r>
            <a:r>
              <a:rPr lang="en-US" altLang="zh-TW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" }]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AEEE8E3-DAE6-DD88-B503-183223E7F6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654" y="5740077"/>
            <a:ext cx="889469" cy="1052626"/>
          </a:xfrm>
          <a:prstGeom prst="rect">
            <a:avLst/>
          </a:prstGeom>
          <a:effectLst>
            <a:glow rad="88900">
              <a:schemeClr val="bg1">
                <a:alpha val="83000"/>
              </a:schemeClr>
            </a:glow>
          </a:effec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27349B8-6A8F-3318-610B-42A009B0B8A3}"/>
              </a:ext>
            </a:extLst>
          </p:cNvPr>
          <p:cNvSpPr txBox="1"/>
          <p:nvPr/>
        </p:nvSpPr>
        <p:spPr>
          <a:xfrm>
            <a:off x="5977355" y="5855309"/>
            <a:ext cx="6278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「必要な行だけになって、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　後続フローがラクになった！」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9CFCEA52-BBDD-ADB7-D110-1588ACB8A752}"/>
              </a:ext>
            </a:extLst>
          </p:cNvPr>
          <p:cNvSpPr/>
          <p:nvPr/>
        </p:nvSpPr>
        <p:spPr>
          <a:xfrm>
            <a:off x="11102997" y="5263467"/>
            <a:ext cx="950094" cy="516554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50800">
              <a:srgbClr val="0000CC">
                <a:alpha val="9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座る, 写真, 探す, 衣類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6ECE4E6-5EDC-50D5-A935-CE40089D5E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04" y="610995"/>
            <a:ext cx="1160476" cy="276303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5D3009C-4D2B-C79E-4F6D-691428635A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4780" y="1642727"/>
            <a:ext cx="3662465" cy="78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84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C5F5-D846-1CE5-FF4C-153E3BDF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9DEC50E-1642-787F-8791-C7F38C628C4E}"/>
              </a:ext>
            </a:extLst>
          </p:cNvPr>
          <p:cNvCxnSpPr>
            <a:cxnSpLocks/>
          </p:cNvCxnSpPr>
          <p:nvPr/>
        </p:nvCxnSpPr>
        <p:spPr>
          <a:xfrm>
            <a:off x="2974307" y="1733692"/>
            <a:ext cx="0" cy="4827685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3CC003-8F84-D5EA-9D77-C399ED46FF05}"/>
              </a:ext>
            </a:extLst>
          </p:cNvPr>
          <p:cNvSpPr txBox="1"/>
          <p:nvPr/>
        </p:nvSpPr>
        <p:spPr>
          <a:xfrm>
            <a:off x="-34730" y="2315"/>
            <a:ext cx="1233569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【Vol.10】『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選択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』 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をはさむと 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HTML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テーブルが作りやすくなる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E8D08A5-15BA-96C7-0696-BCB940014C47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A3B7113-4C04-55FF-D998-779B54CF2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677" y="594326"/>
            <a:ext cx="1091521" cy="109152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37A36F-525B-ED90-B573-523191C9CEE9}"/>
              </a:ext>
            </a:extLst>
          </p:cNvPr>
          <p:cNvSpPr txBox="1"/>
          <p:nvPr/>
        </p:nvSpPr>
        <p:spPr>
          <a:xfrm>
            <a:off x="134791" y="113452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１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5F21EECF-B735-B8D5-88B6-3B1B4FB366B2}"/>
              </a:ext>
            </a:extLst>
          </p:cNvPr>
          <p:cNvSpPr/>
          <p:nvPr/>
        </p:nvSpPr>
        <p:spPr>
          <a:xfrm>
            <a:off x="2739735" y="1252914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5F6D6B-53B3-31C7-A259-1AFD30586552}"/>
              </a:ext>
            </a:extLst>
          </p:cNvPr>
          <p:cNvSpPr txBox="1"/>
          <p:nvPr/>
        </p:nvSpPr>
        <p:spPr>
          <a:xfrm>
            <a:off x="134791" y="575806"/>
            <a:ext cx="1151041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目的：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SharePoint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の一覧を「欲しい列だけのキレイな表」にする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0058C22-B931-C1F2-4E59-CDBDFECDAAFF}"/>
              </a:ext>
            </a:extLst>
          </p:cNvPr>
          <p:cNvSpPr txBox="1"/>
          <p:nvPr/>
        </p:nvSpPr>
        <p:spPr>
          <a:xfrm>
            <a:off x="3529208" y="1159389"/>
            <a:ext cx="4176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２（ココ！）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CC3A15A-4C2B-5390-11C4-80CF7F9C1DBE}"/>
              </a:ext>
            </a:extLst>
          </p:cNvPr>
          <p:cNvSpPr txBox="1"/>
          <p:nvPr/>
        </p:nvSpPr>
        <p:spPr>
          <a:xfrm>
            <a:off x="8429682" y="1159389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３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A9D3624C-42AB-554A-1203-D502FEE25B41}"/>
              </a:ext>
            </a:extLst>
          </p:cNvPr>
          <p:cNvSpPr/>
          <p:nvPr/>
        </p:nvSpPr>
        <p:spPr>
          <a:xfrm>
            <a:off x="7670828" y="1288168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1DAB11-D978-96A9-3F1F-62098854DF19}"/>
              </a:ext>
            </a:extLst>
          </p:cNvPr>
          <p:cNvSpPr txBox="1"/>
          <p:nvPr/>
        </p:nvSpPr>
        <p:spPr>
          <a:xfrm>
            <a:off x="54429" y="1824023"/>
            <a:ext cx="31032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【SPO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の一覧を取得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】</a:t>
            </a: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（複数の項目を取得）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・リスト全体を読む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  中身はまだ“全部の列”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0EFC11-4751-6253-9C40-2095B9F22765}"/>
              </a:ext>
            </a:extLst>
          </p:cNvPr>
          <p:cNvSpPr txBox="1"/>
          <p:nvPr/>
        </p:nvSpPr>
        <p:spPr>
          <a:xfrm>
            <a:off x="7839177" y="1759842"/>
            <a:ext cx="41317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【HTML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テーブルで表にする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】</a:t>
            </a: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：選択（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）の 出力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Columns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：名前・部署・年齢の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列をセット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で整理したおかげで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そのまま表が作れる</a:t>
            </a:r>
          </a:p>
        </p:txBody>
      </p:sp>
      <p:pic>
        <p:nvPicPr>
          <p:cNvPr id="16" name="図 15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2ED8A874-A984-966C-6570-97ECA6F22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873"/>
          <a:stretch>
            <a:fillRect/>
          </a:stretch>
        </p:blipFill>
        <p:spPr>
          <a:xfrm>
            <a:off x="423709" y="3477269"/>
            <a:ext cx="1915747" cy="32647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図 1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96379A0-C7C5-02A6-997C-DE540B9ABD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02" r="47371"/>
          <a:stretch>
            <a:fillRect/>
          </a:stretch>
        </p:blipFill>
        <p:spPr>
          <a:xfrm>
            <a:off x="4756535" y="3518238"/>
            <a:ext cx="1427873" cy="3073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図 1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C328702-E584-118A-2A1E-A0A57B359F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5157"/>
          <a:stretch>
            <a:fillRect/>
          </a:stretch>
        </p:blipFill>
        <p:spPr>
          <a:xfrm>
            <a:off x="3441087" y="3539565"/>
            <a:ext cx="1267075" cy="30735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DD78CB-C9EB-26FA-DB34-D21C4E4D783A}"/>
              </a:ext>
            </a:extLst>
          </p:cNvPr>
          <p:cNvSpPr txBox="1"/>
          <p:nvPr/>
        </p:nvSpPr>
        <p:spPr>
          <a:xfrm>
            <a:off x="3095588" y="1762468"/>
            <a:ext cx="480830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【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選択（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Select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）で列をしぼる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】</a:t>
            </a: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・欲しい列だけを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つに整理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中身は「名前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/ 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部署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/ 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年齢」だけの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シンプルな配列に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この 出力 を次の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HTML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テーブルで使う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42FC773-3DE0-74BF-7E61-B5EE9D9DF129}"/>
              </a:ext>
            </a:extLst>
          </p:cNvPr>
          <p:cNvCxnSpPr>
            <a:cxnSpLocks/>
          </p:cNvCxnSpPr>
          <p:nvPr/>
        </p:nvCxnSpPr>
        <p:spPr>
          <a:xfrm flipH="1">
            <a:off x="7812131" y="1818764"/>
            <a:ext cx="54093" cy="4696087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1DC030C-FE68-9C9C-5BCF-7D089310032D}"/>
              </a:ext>
            </a:extLst>
          </p:cNvPr>
          <p:cNvSpPr/>
          <p:nvPr/>
        </p:nvSpPr>
        <p:spPr>
          <a:xfrm>
            <a:off x="402337" y="4275244"/>
            <a:ext cx="1937117" cy="727987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048DCDB-258E-45A0-A5F0-1C47E08C7D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455" r="88500" b="57431"/>
          <a:stretch>
            <a:fillRect/>
          </a:stretch>
        </p:blipFill>
        <p:spPr>
          <a:xfrm>
            <a:off x="8001186" y="3764162"/>
            <a:ext cx="1258379" cy="10221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8" name="図 2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E3735A22-8736-F64A-1E62-BDD01D213A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833" t="72686" r="52452" b="-1028"/>
          <a:stretch>
            <a:fillRect/>
          </a:stretch>
        </p:blipFill>
        <p:spPr>
          <a:xfrm>
            <a:off x="9297779" y="5194819"/>
            <a:ext cx="1321837" cy="16081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3712E0B-1969-C884-45DF-05B9934B526B}"/>
              </a:ext>
            </a:extLst>
          </p:cNvPr>
          <p:cNvSpPr/>
          <p:nvPr/>
        </p:nvSpPr>
        <p:spPr>
          <a:xfrm>
            <a:off x="3546363" y="5003232"/>
            <a:ext cx="1121204" cy="333643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EFE88B91-9B51-722D-B2FC-8D09F139A0BC}"/>
              </a:ext>
            </a:extLst>
          </p:cNvPr>
          <p:cNvSpPr/>
          <p:nvPr/>
        </p:nvSpPr>
        <p:spPr>
          <a:xfrm>
            <a:off x="3428174" y="5580332"/>
            <a:ext cx="2795671" cy="1002763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A0D14BFB-2470-ABCA-ADB7-3C2241EA5E53}"/>
              </a:ext>
            </a:extLst>
          </p:cNvPr>
          <p:cNvSpPr/>
          <p:nvPr/>
        </p:nvSpPr>
        <p:spPr>
          <a:xfrm>
            <a:off x="8001186" y="4032645"/>
            <a:ext cx="1031780" cy="333643"/>
          </a:xfrm>
          <a:prstGeom prst="roundRect">
            <a:avLst>
              <a:gd name="adj" fmla="val 6918"/>
            </a:avLst>
          </a:prstGeom>
          <a:noFill/>
          <a:ln w="38100">
            <a:solidFill>
              <a:srgbClr val="0000C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CA58937E-D434-9EFD-D247-70C0D247F326}"/>
              </a:ext>
            </a:extLst>
          </p:cNvPr>
          <p:cNvCxnSpPr>
            <a:cxnSpLocks/>
            <a:stCxn id="22" idx="3"/>
            <a:endCxn id="37" idx="1"/>
          </p:cNvCxnSpPr>
          <p:nvPr/>
        </p:nvCxnSpPr>
        <p:spPr>
          <a:xfrm>
            <a:off x="2339454" y="4639238"/>
            <a:ext cx="1206909" cy="530816"/>
          </a:xfrm>
          <a:prstGeom prst="bentConnector3">
            <a:avLst/>
          </a:prstGeom>
          <a:ln w="44450">
            <a:solidFill>
              <a:srgbClr val="FF0000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EF64889F-8050-A788-2080-938173663C6F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 flipV="1">
            <a:off x="6223845" y="4199467"/>
            <a:ext cx="1777341" cy="1882247"/>
          </a:xfrm>
          <a:prstGeom prst="bentConnector3">
            <a:avLst>
              <a:gd name="adj1" fmla="val 50000"/>
            </a:avLst>
          </a:prstGeom>
          <a:ln w="44450">
            <a:solidFill>
              <a:srgbClr val="0000CC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図 6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7E890A6-632E-EF10-250C-64586568F9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750" r="88500" b="1"/>
          <a:stretch>
            <a:fillRect/>
          </a:stretch>
        </p:blipFill>
        <p:spPr>
          <a:xfrm>
            <a:off x="8020293" y="4475874"/>
            <a:ext cx="1258379" cy="22844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9" name="図 68" descr="テキスト, スコアボー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EF72117-18BD-6BEF-935D-4E155F99E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7012" y="3964665"/>
            <a:ext cx="1837633" cy="1076328"/>
          </a:xfrm>
          <a:prstGeom prst="rect">
            <a:avLst/>
          </a:prstGeom>
        </p:spPr>
      </p:pic>
      <p:sp>
        <p:nvSpPr>
          <p:cNvPr id="70" name="矢印: 右 69">
            <a:extLst>
              <a:ext uri="{FF2B5EF4-FFF2-40B4-BE49-F238E27FC236}">
                <a16:creationId xmlns:a16="http://schemas.microsoft.com/office/drawing/2014/main" id="{65596717-293E-3B7A-DC3F-7EACDECEC9D4}"/>
              </a:ext>
            </a:extLst>
          </p:cNvPr>
          <p:cNvSpPr/>
          <p:nvPr/>
        </p:nvSpPr>
        <p:spPr>
          <a:xfrm rot="10800000" flipH="1">
            <a:off x="4588426" y="5630539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矢印: 右 70">
            <a:extLst>
              <a:ext uri="{FF2B5EF4-FFF2-40B4-BE49-F238E27FC236}">
                <a16:creationId xmlns:a16="http://schemas.microsoft.com/office/drawing/2014/main" id="{F36B7CFE-648B-79FD-3ED6-633DF4F023C0}"/>
              </a:ext>
            </a:extLst>
          </p:cNvPr>
          <p:cNvSpPr/>
          <p:nvPr/>
        </p:nvSpPr>
        <p:spPr>
          <a:xfrm rot="10800000" flipH="1">
            <a:off x="4588425" y="5949346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矢印: 右 71">
            <a:extLst>
              <a:ext uri="{FF2B5EF4-FFF2-40B4-BE49-F238E27FC236}">
                <a16:creationId xmlns:a16="http://schemas.microsoft.com/office/drawing/2014/main" id="{5341C636-3E5A-33A6-0D3F-B1018FFBD1EB}"/>
              </a:ext>
            </a:extLst>
          </p:cNvPr>
          <p:cNvSpPr/>
          <p:nvPr/>
        </p:nvSpPr>
        <p:spPr>
          <a:xfrm rot="10800000" flipH="1">
            <a:off x="4582506" y="6280371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矢印: 右 72">
            <a:extLst>
              <a:ext uri="{FF2B5EF4-FFF2-40B4-BE49-F238E27FC236}">
                <a16:creationId xmlns:a16="http://schemas.microsoft.com/office/drawing/2014/main" id="{7600D063-A4C9-AD3B-AF45-F04A701A27E4}"/>
              </a:ext>
            </a:extLst>
          </p:cNvPr>
          <p:cNvSpPr/>
          <p:nvPr/>
        </p:nvSpPr>
        <p:spPr>
          <a:xfrm rot="10800000" flipH="1">
            <a:off x="9196480" y="5580332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矢印: 右 73">
            <a:extLst>
              <a:ext uri="{FF2B5EF4-FFF2-40B4-BE49-F238E27FC236}">
                <a16:creationId xmlns:a16="http://schemas.microsoft.com/office/drawing/2014/main" id="{7070BC8D-741A-EA8F-CC54-BE4321A93115}"/>
              </a:ext>
            </a:extLst>
          </p:cNvPr>
          <p:cNvSpPr/>
          <p:nvPr/>
        </p:nvSpPr>
        <p:spPr>
          <a:xfrm rot="10800000" flipH="1">
            <a:off x="9196480" y="5951749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矢印: 右 74">
            <a:extLst>
              <a:ext uri="{FF2B5EF4-FFF2-40B4-BE49-F238E27FC236}">
                <a16:creationId xmlns:a16="http://schemas.microsoft.com/office/drawing/2014/main" id="{3E0299DC-D624-22EC-9C17-4FF3BEB82082}"/>
              </a:ext>
            </a:extLst>
          </p:cNvPr>
          <p:cNvSpPr/>
          <p:nvPr/>
        </p:nvSpPr>
        <p:spPr>
          <a:xfrm rot="10800000" flipH="1">
            <a:off x="9177372" y="6397611"/>
            <a:ext cx="277138" cy="234480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8" name="図 77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0153A8E-E90D-4978-D484-F1108328F9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806" y="3936017"/>
            <a:ext cx="1803680" cy="1803680"/>
          </a:xfrm>
          <a:prstGeom prst="rect">
            <a:avLst/>
          </a:prstGeom>
        </p:spPr>
      </p:pic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173CD6CF-9C35-C813-62DC-6D4817553417}"/>
              </a:ext>
            </a:extLst>
          </p:cNvPr>
          <p:cNvSpPr txBox="1"/>
          <p:nvPr/>
        </p:nvSpPr>
        <p:spPr>
          <a:xfrm rot="21317982">
            <a:off x="4426983" y="3557008"/>
            <a:ext cx="3593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body/Value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を選択するよ～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80" name="矢印: 右 79">
            <a:extLst>
              <a:ext uri="{FF2B5EF4-FFF2-40B4-BE49-F238E27FC236}">
                <a16:creationId xmlns:a16="http://schemas.microsoft.com/office/drawing/2014/main" id="{C171A883-E1D2-E26A-7877-CB226C8E362C}"/>
              </a:ext>
            </a:extLst>
          </p:cNvPr>
          <p:cNvSpPr/>
          <p:nvPr/>
        </p:nvSpPr>
        <p:spPr>
          <a:xfrm rot="8483814">
            <a:off x="4704580" y="4581034"/>
            <a:ext cx="706552" cy="353323"/>
          </a:xfrm>
          <a:prstGeom prst="rightArrow">
            <a:avLst/>
          </a:prstGeom>
          <a:solidFill>
            <a:srgbClr val="FFFF00"/>
          </a:solidFill>
          <a:ln w="476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468D72B-74CB-E960-FDF5-EBA2F5DB3BB2}"/>
              </a:ext>
            </a:extLst>
          </p:cNvPr>
          <p:cNvSpPr txBox="1"/>
          <p:nvPr/>
        </p:nvSpPr>
        <p:spPr>
          <a:xfrm rot="21317982">
            <a:off x="9485730" y="3696143"/>
            <a:ext cx="254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綺麗な表が完成！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83" name="図 82" descr="A black figure holding an open book under a starry sky.&#10;&#10;AI 生成コンテンツは誤りを含む可能性があります。">
            <a:extLst>
              <a:ext uri="{FF2B5EF4-FFF2-40B4-BE49-F238E27FC236}">
                <a16:creationId xmlns:a16="http://schemas.microsoft.com/office/drawing/2014/main" id="{3378564C-36B3-B7B8-86F5-5CF05F8889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240" y="5021208"/>
            <a:ext cx="1743539" cy="174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92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25" descr="preencoded.png">
            <a:extLst>
              <a:ext uri="{FF2B5EF4-FFF2-40B4-BE49-F238E27FC236}">
                <a16:creationId xmlns:a16="http://schemas.microsoft.com/office/drawing/2014/main" id="{0CDDA7A4-E7DA-FD1B-1232-21B9D08821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0" y="1"/>
            <a:ext cx="12192000" cy="711403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81305" y="952805"/>
            <a:ext cx="11430000" cy="1920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-19699" y="256250"/>
            <a:ext cx="12305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【Vol.11】 </a:t>
            </a:r>
            <a:r>
              <a:rPr lang="en-US" altLang="ja-JP" sz="3200" b="1" u="sng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</a:t>
            </a:r>
            <a:r>
              <a:rPr lang="ja-JP" altLang="en-US" sz="3200" b="1" u="sng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の解析アクション</a:t>
            </a:r>
            <a:r>
              <a:rPr lang="en-US" altLang="ja-JP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 </a:t>
            </a:r>
            <a:r>
              <a:rPr lang="en-US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文字列</a:t>
            </a:r>
            <a:r>
              <a:rPr lang="ja-JP" altLang="en-US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の塊を</a:t>
            </a:r>
            <a:r>
              <a:rPr lang="en-US" sz="3200" b="1" kern="0" spc="-56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“ほぐす”</a:t>
            </a: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381305" y="1123798"/>
            <a:ext cx="3716122" cy="573420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rcRect l="-10913" r="-10913"/>
          <a:stretch/>
        </p:blipFill>
        <p:spPr>
          <a:xfrm>
            <a:off x="219305" y="1006426"/>
            <a:ext cx="3884472" cy="3764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2591" y="1064565"/>
            <a:ext cx="3117597" cy="31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フロー全体像 &amp; 役割</a:t>
            </a:r>
            <a:endParaRPr lang="en-US" sz="2000"/>
          </a:p>
        </p:txBody>
      </p:sp>
      <p:sp>
        <p:nvSpPr>
          <p:cNvPr id="10" name="Shape 6"/>
          <p:cNvSpPr/>
          <p:nvPr/>
        </p:nvSpPr>
        <p:spPr>
          <a:xfrm>
            <a:off x="599846" y="1457554"/>
            <a:ext cx="3286354" cy="1971446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8"/>
          <p:cNvSpPr/>
          <p:nvPr/>
        </p:nvSpPr>
        <p:spPr>
          <a:xfrm>
            <a:off x="690372" y="2387333"/>
            <a:ext cx="3095244" cy="91440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3491179"/>
            <a:ext cx="142646" cy="19019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4919472"/>
            <a:ext cx="142646" cy="19019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99846" y="5181905"/>
            <a:ext cx="3286354" cy="1485900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4289730" y="1039928"/>
            <a:ext cx="7682965" cy="374957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229355" y="1149376"/>
            <a:ext cx="3322882" cy="308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en-US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</a:t>
            </a:r>
            <a:r>
              <a:rPr lang="ja-JP" altLang="en-US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の解析</a:t>
            </a:r>
            <a:r>
              <a:rPr lang="en-US" sz="2400" b="1" err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設定画面</a:t>
            </a:r>
            <a:r>
              <a:rPr lang="en-US" sz="24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2400"/>
          </a:p>
        </p:txBody>
      </p:sp>
      <p:sp>
        <p:nvSpPr>
          <p:cNvPr id="29" name="Shape 20"/>
          <p:cNvSpPr/>
          <p:nvPr/>
        </p:nvSpPr>
        <p:spPr>
          <a:xfrm>
            <a:off x="4573829" y="1676094"/>
            <a:ext cx="2800807" cy="1349185"/>
          </a:xfrm>
          <a:prstGeom prst="roundRect">
            <a:avLst>
              <a:gd name="adj" fmla="val 1345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1"/>
          <p:cNvSpPr txBox="1"/>
          <p:nvPr/>
        </p:nvSpPr>
        <p:spPr>
          <a:xfrm>
            <a:off x="4831690" y="1762049"/>
            <a:ext cx="25621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</a:t>
            </a:r>
            <a:endParaRPr lang="en-US" sz="200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173316" y="1556022"/>
            <a:ext cx="501975" cy="50197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678528" y="2112693"/>
            <a:ext cx="2705710" cy="42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の </a:t>
            </a:r>
          </a:p>
          <a:p>
            <a:pPr marL="0" indent="0" algn="l">
              <a:buNone/>
            </a:pPr>
            <a:r>
              <a:rPr lang="en-US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JsonData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列</a:t>
            </a:r>
          </a:p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</a:t>
            </a:r>
            <a:r>
              <a:rPr lang="en-US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JSON文字列を入れる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Shape 23"/>
          <p:cNvSpPr/>
          <p:nvPr/>
        </p:nvSpPr>
        <p:spPr>
          <a:xfrm>
            <a:off x="4615928" y="3164142"/>
            <a:ext cx="2800807" cy="1349185"/>
          </a:xfrm>
          <a:prstGeom prst="roundRect">
            <a:avLst>
              <a:gd name="adj" fmla="val 1474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4"/>
          <p:cNvSpPr txBox="1"/>
          <p:nvPr/>
        </p:nvSpPr>
        <p:spPr>
          <a:xfrm>
            <a:off x="4842624" y="3274626"/>
            <a:ext cx="2581351" cy="389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</a:t>
            </a:r>
            <a:endParaRPr lang="en-US" sz="1050"/>
          </a:p>
        </p:txBody>
      </p:sp>
      <p:sp>
        <p:nvSpPr>
          <p:cNvPr id="36" name="Text 25"/>
          <p:cNvSpPr txBox="1"/>
          <p:nvPr/>
        </p:nvSpPr>
        <p:spPr>
          <a:xfrm>
            <a:off x="4615928" y="3825903"/>
            <a:ext cx="2943883" cy="50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</a:t>
            </a:r>
            <a:r>
              <a:rPr lang="en-US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サンプルから生成”で作る（自分で書かなくてOK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Shape 26"/>
          <p:cNvSpPr/>
          <p:nvPr/>
        </p:nvSpPr>
        <p:spPr>
          <a:xfrm>
            <a:off x="7518197" y="1144163"/>
            <a:ext cx="4360276" cy="3543718"/>
          </a:xfrm>
          <a:prstGeom prst="roundRect">
            <a:avLst>
              <a:gd name="adj" fmla="val 3841"/>
            </a:avLst>
          </a:prstGeom>
          <a:solidFill>
            <a:srgbClr val="F1F5F9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4300203" y="4818386"/>
            <a:ext cx="7588743" cy="1812333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4663181" y="5041585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r>
              <a:rPr lang="en-US" sz="2800" b="1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“ほぐれた”結果 </a:t>
            </a:r>
            <a:endParaRPr lang="en-US" sz="2800"/>
          </a:p>
        </p:txBody>
      </p:sp>
      <p:sp>
        <p:nvSpPr>
          <p:cNvPr id="44" name="Text 31"/>
          <p:cNvSpPr txBox="1"/>
          <p:nvPr/>
        </p:nvSpPr>
        <p:spPr>
          <a:xfrm>
            <a:off x="4716776" y="5462763"/>
            <a:ext cx="3364195" cy="91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Parse JSON のおかげで、</a:t>
            </a:r>
            <a:endParaRPr lang="en-US"/>
          </a:p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</a:t>
            </a:r>
            <a:r>
              <a:rPr lang="en-US" b="1" err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内の各項目が“選べる</a:t>
            </a:r>
            <a:r>
              <a:rPr lang="en-US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”</a:t>
            </a:r>
          </a:p>
          <a:p>
            <a:pPr marL="0" indent="0" algn="l">
              <a:buNone/>
            </a:pPr>
            <a:r>
              <a:rPr lang="en-US" err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ようになる</a:t>
            </a:r>
            <a:r>
              <a:rPr lang="en-US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/>
          </a:p>
        </p:txBody>
      </p:sp>
      <p:sp>
        <p:nvSpPr>
          <p:cNvPr id="45" name="Shape 32"/>
          <p:cNvSpPr/>
          <p:nvPr/>
        </p:nvSpPr>
        <p:spPr>
          <a:xfrm>
            <a:off x="7850814" y="5341074"/>
            <a:ext cx="3770472" cy="1223012"/>
          </a:xfrm>
          <a:prstGeom prst="roundRect">
            <a:avLst>
              <a:gd name="adj" fmla="val 18180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0"/>
          <a:srcRect l="-1677" r="-1677"/>
          <a:stretch/>
        </p:blipFill>
        <p:spPr>
          <a:xfrm>
            <a:off x="8311129" y="5628785"/>
            <a:ext cx="556561" cy="615425"/>
          </a:xfrm>
          <a:prstGeom prst="rect">
            <a:avLst/>
          </a:prstGeom>
        </p:spPr>
      </p:pic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1"/>
          <a:srcRect l="-27" r="-27"/>
          <a:stretch/>
        </p:blipFill>
        <p:spPr>
          <a:xfrm>
            <a:off x="9364370" y="4000500"/>
            <a:ext cx="428854" cy="342900"/>
          </a:xfrm>
          <a:prstGeom prst="rect">
            <a:avLst/>
          </a:prstGeom>
        </p:spPr>
      </p:pic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1228954" y="6100877"/>
            <a:ext cx="105156" cy="114300"/>
          </a:xfrm>
          <a:prstGeom prst="rect">
            <a:avLst/>
          </a:prstGeom>
        </p:spPr>
      </p:pic>
      <p:sp>
        <p:nvSpPr>
          <p:cNvPr id="72" name="Shape 50"/>
          <p:cNvSpPr/>
          <p:nvPr/>
        </p:nvSpPr>
        <p:spPr>
          <a:xfrm>
            <a:off x="599846" y="3752698"/>
            <a:ext cx="3286354" cy="1104595"/>
          </a:xfrm>
          <a:prstGeom prst="roundRect">
            <a:avLst>
              <a:gd name="adj" fmla="val 1712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2AC31C02-FE23-C818-E998-44AA74112BF9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568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C487518B-DC93-644F-59BB-2109D2710CB7}"/>
              </a:ext>
            </a:extLst>
          </p:cNvPr>
          <p:cNvSpPr txBox="1"/>
          <p:nvPr/>
        </p:nvSpPr>
        <p:spPr>
          <a:xfrm>
            <a:off x="1065226" y="2318171"/>
            <a:ext cx="2642667" cy="110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{"name":"</a:t>
            </a:r>
            <a:r>
              <a:rPr lang="ja-JP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田中太郎</a:t>
            </a:r>
            <a:r>
              <a:rPr lang="en-US" altLang="ja-JP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","amount":40000,</a:t>
            </a:r>
          </a:p>
          <a:p>
            <a:r>
              <a:rPr lang="en-US" altLang="ja-JP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"approved":true}</a:t>
            </a:r>
            <a:endParaRPr lang="en-US" sz="1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3" name="図 8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07B5491-6CB3-55A1-7437-96DBDC6748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544" y="3940086"/>
            <a:ext cx="2985580" cy="699062"/>
          </a:xfrm>
          <a:prstGeom prst="rect">
            <a:avLst/>
          </a:prstGeom>
          <a:ln w="47625">
            <a:solidFill>
              <a:srgbClr val="C00000"/>
            </a:solidFill>
          </a:ln>
        </p:spPr>
      </p:pic>
      <p:pic>
        <p:nvPicPr>
          <p:cNvPr id="85" name="図 8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D864EA3-0205-DBE9-A678-3EFCE51FF9A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283" y="5293643"/>
            <a:ext cx="2728464" cy="1262423"/>
          </a:xfrm>
          <a:prstGeom prst="rect">
            <a:avLst/>
          </a:prstGeom>
        </p:spPr>
      </p:pic>
      <p:pic>
        <p:nvPicPr>
          <p:cNvPr id="87" name="図 8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80471EF-F0F9-4105-A92B-1A89447534F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68414"/>
          <a:stretch>
            <a:fillRect/>
          </a:stretch>
        </p:blipFill>
        <p:spPr>
          <a:xfrm>
            <a:off x="7559437" y="1283036"/>
            <a:ext cx="3680724" cy="1811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8" name="図 8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CA36A38-183B-FB36-4F26-83CD5EDD9DF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33221" b="8879"/>
          <a:stretch>
            <a:fillRect/>
          </a:stretch>
        </p:blipFill>
        <p:spPr>
          <a:xfrm>
            <a:off x="8589410" y="1667868"/>
            <a:ext cx="3221285" cy="29067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9" name="Image 13" descr="preencoded.png">
            <a:extLst>
              <a:ext uri="{FF2B5EF4-FFF2-40B4-BE49-F238E27FC236}">
                <a16:creationId xmlns:a16="http://schemas.microsoft.com/office/drawing/2014/main" id="{6576A76C-1CF5-66DC-DEF8-0FCB9C046DF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7" r="-27"/>
          <a:stretch/>
        </p:blipFill>
        <p:spPr>
          <a:xfrm>
            <a:off x="4141890" y="4893527"/>
            <a:ext cx="660480" cy="528102"/>
          </a:xfrm>
          <a:prstGeom prst="rect">
            <a:avLst/>
          </a:prstGeom>
        </p:spPr>
      </p:pic>
      <p:sp>
        <p:nvSpPr>
          <p:cNvPr id="90" name="矢印: 右 89">
            <a:extLst>
              <a:ext uri="{FF2B5EF4-FFF2-40B4-BE49-F238E27FC236}">
                <a16:creationId xmlns:a16="http://schemas.microsoft.com/office/drawing/2014/main" id="{E4387599-30EB-25FE-CE74-806B4DA5483E}"/>
              </a:ext>
            </a:extLst>
          </p:cNvPr>
          <p:cNvSpPr/>
          <p:nvPr/>
        </p:nvSpPr>
        <p:spPr>
          <a:xfrm>
            <a:off x="3893397" y="4067125"/>
            <a:ext cx="530228" cy="425781"/>
          </a:xfrm>
          <a:prstGeom prst="rightArrow">
            <a:avLst/>
          </a:prstGeom>
          <a:solidFill>
            <a:srgbClr val="FFFF00"/>
          </a:solidFill>
          <a:ln w="539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pic>
        <p:nvPicPr>
          <p:cNvPr id="92" name="図 91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B170BBE-D7FB-D2CE-991C-4CA3A869A7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7436" y="1489298"/>
            <a:ext cx="2370077" cy="828752"/>
          </a:xfrm>
          <a:prstGeom prst="rect">
            <a:avLst/>
          </a:prstGeom>
        </p:spPr>
      </p:pic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4153714" y="3484329"/>
            <a:ext cx="420115" cy="490693"/>
          </a:xfrm>
          <a:prstGeom prst="rect">
            <a:avLst/>
          </a:prstGeom>
        </p:spPr>
      </p:pic>
      <p:pic>
        <p:nvPicPr>
          <p:cNvPr id="94" name="図 9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29E2F79-E230-3827-668B-F626F1634ED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64898" y="5289408"/>
            <a:ext cx="2051669" cy="13739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6" name="図 9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FFF9DB2-E162-3D79-E8E5-2AA78BE3863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451" y="1039928"/>
            <a:ext cx="1149658" cy="11496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7" name="図 96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EAFAD9D-1BA3-C843-72E2-53B27F9F4C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42" y="5148141"/>
            <a:ext cx="1593067" cy="1593067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7787898" y="4905827"/>
            <a:ext cx="3833388" cy="343135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3"/>
          <p:cNvSpPr txBox="1"/>
          <p:nvPr/>
        </p:nvSpPr>
        <p:spPr>
          <a:xfrm>
            <a:off x="8060803" y="4936265"/>
            <a:ext cx="3656124" cy="31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動的コンテンツとして登場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矢印: 右 97">
            <a:extLst>
              <a:ext uri="{FF2B5EF4-FFF2-40B4-BE49-F238E27FC236}">
                <a16:creationId xmlns:a16="http://schemas.microsoft.com/office/drawing/2014/main" id="{E604966F-8E18-20CE-DF62-91FCB7EDB451}"/>
              </a:ext>
            </a:extLst>
          </p:cNvPr>
          <p:cNvSpPr/>
          <p:nvPr/>
        </p:nvSpPr>
        <p:spPr>
          <a:xfrm>
            <a:off x="3846616" y="5842808"/>
            <a:ext cx="530228" cy="425781"/>
          </a:xfrm>
          <a:prstGeom prst="rightArrow">
            <a:avLst/>
          </a:prstGeom>
          <a:solidFill>
            <a:srgbClr val="FFFF00"/>
          </a:solidFill>
          <a:ln w="539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  <p:pic>
        <p:nvPicPr>
          <p:cNvPr id="100" name="図 99" descr="The image depicts a minimalist design featuring three spherical shapes, each with a different color - one green, one blue, and one grey - arranged in a circular pattern, with a white background and a blue, square 'S' icon in the center.&#10;&#10;AI 生成コンテンツは誤りを含む可能性があります。">
            <a:extLst>
              <a:ext uri="{FF2B5EF4-FFF2-40B4-BE49-F238E27FC236}">
                <a16:creationId xmlns:a16="http://schemas.microsoft.com/office/drawing/2014/main" id="{140E1B21-F064-7885-ED8A-212D86E4385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000" b="90000" l="10000" r="90000">
                        <a14:foregroundMark x1="35352" y1="42773" x2="34570" y2="52930"/>
                        <a14:foregroundMark x1="34570" y1="52930" x2="26758" y2="57031"/>
                        <a14:foregroundMark x1="36133" y1="56836" x2="36133" y2="56836"/>
                        <a14:foregroundMark x1="28906" y1="60547" x2="27148" y2="60352"/>
                        <a14:foregroundMark x1="26367" y1="60352" x2="26367" y2="60352"/>
                        <a14:foregroundMark x1="26953" y1="60156" x2="32422" y2="60156"/>
                        <a14:foregroundMark x1="36719" y1="60547" x2="37500" y2="59570"/>
                        <a14:foregroundMark x1="38086" y1="58984" x2="37695" y2="58203"/>
                        <a14:foregroundMark x1="29297" y1="48242" x2="29297" y2="48242"/>
                        <a14:foregroundMark x1="28711" y1="47852" x2="28711" y2="46680"/>
                        <a14:foregroundMark x1="28125" y1="44336" x2="28516" y2="42969"/>
                        <a14:foregroundMark x1="29492" y1="42773" x2="32227" y2="42383"/>
                        <a14:foregroundMark x1="32617" y1="41992" x2="32617" y2="419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381" t="14057" r="11672" b="14971"/>
          <a:stretch>
            <a:fillRect/>
          </a:stretch>
        </p:blipFill>
        <p:spPr>
          <a:xfrm>
            <a:off x="265088" y="2821557"/>
            <a:ext cx="785507" cy="724524"/>
          </a:xfrm>
          <a:prstGeom prst="rect">
            <a:avLst/>
          </a:prstGeom>
        </p:spPr>
      </p:pic>
      <p:pic>
        <p:nvPicPr>
          <p:cNvPr id="102" name="図 101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A9A4BAE0-3842-728F-D906-0F34283BD75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6333" b="90000" l="9500" r="90000">
                        <a14:foregroundMark x1="41500" y1="23333" x2="32750" y2="23417"/>
                        <a14:foregroundMark x1="32750" y1="23417" x2="42583" y2="17583"/>
                        <a14:foregroundMark x1="74667" y1="30917" x2="75417" y2="23750"/>
                        <a14:foregroundMark x1="75417" y1="23750" x2="70667" y2="27833"/>
                        <a14:foregroundMark x1="41500" y1="10667" x2="33250" y2="15250"/>
                        <a14:foregroundMark x1="33250" y1="15250" x2="33167" y2="15250"/>
                        <a14:foregroundMark x1="49167" y1="16667" x2="49167" y2="16667"/>
                        <a14:foregroundMark x1="43833" y1="9167" x2="43833" y2="9167"/>
                        <a14:foregroundMark x1="43833" y1="9167" x2="43833" y2="9167"/>
                        <a14:foregroundMark x1="8917" y1="54333" x2="9500" y2="74250"/>
                        <a14:foregroundMark x1="9500" y1="74250" x2="11000" y2="74667"/>
                        <a14:foregroundMark x1="22500" y1="57167" x2="33833" y2="56500"/>
                        <a14:foregroundMark x1="24917" y1="57500" x2="25917" y2="72917"/>
                        <a14:foregroundMark x1="25917" y1="72917" x2="26667" y2="73667"/>
                        <a14:foregroundMark x1="38000" y1="6333" x2="38000" y2="6333"/>
                        <a14:foregroundMark x1="47667" y1="12750" x2="47667" y2="12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03" y="5802888"/>
            <a:ext cx="919464" cy="919464"/>
          </a:xfrm>
          <a:prstGeom prst="rect">
            <a:avLst/>
          </a:prstGeom>
        </p:spPr>
      </p:pic>
      <p:pic>
        <p:nvPicPr>
          <p:cNvPr id="103" name="図 102" descr="おもちゃ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23E1128-5D4C-9397-E5B2-27C9DBDD5D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10" y="2477450"/>
            <a:ext cx="1057951" cy="1178775"/>
          </a:xfrm>
          <a:prstGeom prst="rect">
            <a:avLst/>
          </a:prstGeom>
          <a:effectLst>
            <a:glow rad="88900">
              <a:schemeClr val="bg1">
                <a:alpha val="91000"/>
              </a:schemeClr>
            </a:glow>
          </a:effectLst>
        </p:spPr>
      </p:pic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7BBD6FA5-7872-AC5F-073A-D29125D80F03}"/>
              </a:ext>
            </a:extLst>
          </p:cNvPr>
          <p:cNvSpPr txBox="1"/>
          <p:nvPr/>
        </p:nvSpPr>
        <p:spPr>
          <a:xfrm rot="186675">
            <a:off x="2127299" y="2060787"/>
            <a:ext cx="2549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塊で読みにくい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…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9B06B94D-7DA9-5697-B595-BAFAE513ED35}"/>
              </a:ext>
            </a:extLst>
          </p:cNvPr>
          <p:cNvSpPr txBox="1"/>
          <p:nvPr/>
        </p:nvSpPr>
        <p:spPr>
          <a:xfrm rot="186675">
            <a:off x="2234597" y="4507364"/>
            <a:ext cx="2279177" cy="400110"/>
          </a:xfrm>
          <a:prstGeom prst="rect">
            <a:avLst/>
          </a:prstGeom>
          <a:noFill/>
          <a:effectLst>
            <a:glow rad="88900">
              <a:srgbClr val="0000CC"/>
            </a:glow>
          </a:effectLst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塊をほぐす！</a:t>
            </a:r>
            <a:endParaRPr lang="en-US" altLang="ja-JP" sz="20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D57C1401-5879-D9F5-6D58-8C607D5F1E58}"/>
              </a:ext>
            </a:extLst>
          </p:cNvPr>
          <p:cNvSpPr txBox="1"/>
          <p:nvPr/>
        </p:nvSpPr>
        <p:spPr>
          <a:xfrm>
            <a:off x="4552664" y="6352459"/>
            <a:ext cx="4778935" cy="400110"/>
          </a:xfrm>
          <a:prstGeom prst="rect">
            <a:avLst/>
          </a:prstGeom>
          <a:noFill/>
          <a:effectLst>
            <a:glow rad="88900">
              <a:srgbClr val="0000CC"/>
            </a:glow>
          </a:effectLst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JSON</a:t>
            </a:r>
            <a:r>
              <a:rPr lang="ja-JP" altLang="en-US" sz="2000" b="1">
                <a:solidFill>
                  <a:schemeClr val="bg1"/>
                </a:solidFill>
                <a:effectLst>
                  <a:glow rad="127000">
                    <a:srgbClr val="0000CC"/>
                  </a:glow>
                </a:effectLst>
              </a:rPr>
              <a:t>の塊がほぐれて使いやすくなる！</a:t>
            </a:r>
            <a:endParaRPr lang="en-US" altLang="ja-JP" sz="2000" b="1">
              <a:solidFill>
                <a:schemeClr val="bg1"/>
              </a:solidFill>
              <a:effectLst>
                <a:glow rad="127000">
                  <a:srgbClr val="0000CC"/>
                </a:glow>
              </a:effectLs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A48E-FA03-DA5D-E19C-AF99B94B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00A4FA0-EFBF-8E85-CBE9-2CAE086CF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73" y="3045615"/>
            <a:ext cx="3439163" cy="36323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8A399B-DB06-C563-95B7-A49328EE8FD4}"/>
              </a:ext>
            </a:extLst>
          </p:cNvPr>
          <p:cNvSpPr txBox="1"/>
          <p:nvPr/>
        </p:nvSpPr>
        <p:spPr>
          <a:xfrm>
            <a:off x="261260" y="-60623"/>
            <a:ext cx="1233569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【】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DE22FAC-6221-1575-07E3-AE6DCCB2EFEB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D45900EE-5ACB-796A-2ACE-99AE1D76A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267" y="177076"/>
            <a:ext cx="1091521" cy="109152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CEA7FF-DAED-9262-CFA7-6FDEDEE56DCC}"/>
              </a:ext>
            </a:extLst>
          </p:cNvPr>
          <p:cNvSpPr txBox="1"/>
          <p:nvPr/>
        </p:nvSpPr>
        <p:spPr>
          <a:xfrm>
            <a:off x="276973" y="1375259"/>
            <a:ext cx="3439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動的コンテンツで選ぶ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ACA0B9-C3B1-B410-0E80-D6C155AF6D4D}"/>
              </a:ext>
            </a:extLst>
          </p:cNvPr>
          <p:cNvSpPr txBox="1"/>
          <p:nvPr/>
        </p:nvSpPr>
        <p:spPr>
          <a:xfrm>
            <a:off x="215866" y="496976"/>
            <a:ext cx="1192170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動的コンテンツを使うと式を理解してなくても使えてしまう問題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812C434-21EA-6190-76A5-7AC528701070}"/>
              </a:ext>
            </a:extLst>
          </p:cNvPr>
          <p:cNvSpPr/>
          <p:nvPr/>
        </p:nvSpPr>
        <p:spPr>
          <a:xfrm>
            <a:off x="8591810" y="2501100"/>
            <a:ext cx="1018016" cy="350362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429671A-9EB3-51ED-5287-90934AF22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492" y="2265947"/>
            <a:ext cx="5336402" cy="3306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7F78099-1956-2FC1-AF37-FCD6957DFA79}"/>
              </a:ext>
            </a:extLst>
          </p:cNvPr>
          <p:cNvSpPr txBox="1"/>
          <p:nvPr/>
        </p:nvSpPr>
        <p:spPr>
          <a:xfrm>
            <a:off x="5016492" y="1305585"/>
            <a:ext cx="6559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自分で式を書いてみると、、。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式の意味が理解できるので、応用が利く！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F914BB2-8CA5-9200-F8C3-14DA9083E8DF}"/>
              </a:ext>
            </a:extLst>
          </p:cNvPr>
          <p:cNvSpPr txBox="1"/>
          <p:nvPr/>
        </p:nvSpPr>
        <p:spPr>
          <a:xfrm>
            <a:off x="205765" y="1871834"/>
            <a:ext cx="43662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選ぶだけだから、簡単！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でも、、、、。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式の中身の理解が進まない。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3BB8328-A5F5-A98B-7352-D4F654A5BCDE}"/>
              </a:ext>
            </a:extLst>
          </p:cNvPr>
          <p:cNvSpPr/>
          <p:nvPr/>
        </p:nvSpPr>
        <p:spPr>
          <a:xfrm>
            <a:off x="2665087" y="6336207"/>
            <a:ext cx="987880" cy="42312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F523A945-D626-3DE4-BC4E-D7A2AFBAC138}"/>
              </a:ext>
            </a:extLst>
          </p:cNvPr>
          <p:cNvSpPr/>
          <p:nvPr/>
        </p:nvSpPr>
        <p:spPr>
          <a:xfrm>
            <a:off x="3728107" y="1303449"/>
            <a:ext cx="843893" cy="533475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18DA992-8209-7620-FA06-07217921C4BB}"/>
              </a:ext>
            </a:extLst>
          </p:cNvPr>
          <p:cNvSpPr/>
          <p:nvPr/>
        </p:nvSpPr>
        <p:spPr>
          <a:xfrm>
            <a:off x="8384255" y="2659617"/>
            <a:ext cx="1951287" cy="42312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7480D9C-E201-CC05-5EE9-58675459D262}"/>
              </a:ext>
            </a:extLst>
          </p:cNvPr>
          <p:cNvSpPr txBox="1"/>
          <p:nvPr/>
        </p:nvSpPr>
        <p:spPr>
          <a:xfrm>
            <a:off x="6595768" y="3919357"/>
            <a:ext cx="5148123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item()?['Status’] </a:t>
            </a:r>
          </a:p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＝“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1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行分のデータ”の中から</a:t>
            </a:r>
            <a:r>
              <a:rPr lang="en-US" altLang="ja-JP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Status </a:t>
            </a: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という列の値を取り出している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74BDF15B-75E9-9B93-321B-C3280E29D5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13" y="5431467"/>
            <a:ext cx="1178815" cy="13866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7" name="図 36" descr="帽子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0BC22D4-6DC0-01CE-900A-8850CC085A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386" y="5210107"/>
            <a:ext cx="1268735" cy="1492390"/>
          </a:xfrm>
          <a:prstGeom prst="rect">
            <a:avLst/>
          </a:prstGeom>
        </p:spPr>
      </p:pic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8E5EB50D-C1F8-67D5-62E5-9A62F0F68F75}"/>
              </a:ext>
            </a:extLst>
          </p:cNvPr>
          <p:cNvCxnSpPr>
            <a:cxnSpLocks/>
          </p:cNvCxnSpPr>
          <p:nvPr/>
        </p:nvCxnSpPr>
        <p:spPr>
          <a:xfrm flipV="1">
            <a:off x="8891339" y="3134264"/>
            <a:ext cx="278490" cy="8005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0B8ACC0-5728-1E42-172D-5932F49C10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905" y="5698704"/>
            <a:ext cx="4421846" cy="875466"/>
          </a:xfrm>
          <a:prstGeom prst="rect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6" name="図 4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5BBAC0BD-721F-1745-0C9E-E498E6AF0F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5625" b="83789" l="15430" r="86719">
                        <a14:foregroundMark x1="15430" y1="35547" x2="15820" y2="64844"/>
                        <a14:foregroundMark x1="35352" y1="42383" x2="35547" y2="56250"/>
                        <a14:foregroundMark x1="35547" y1="56250" x2="27344" y2="57422"/>
                        <a14:foregroundMark x1="29297" y1="43555" x2="35156" y2="58008"/>
                        <a14:foregroundMark x1="35156" y1="58008" x2="26953" y2="57617"/>
                        <a14:foregroundMark x1="33398" y1="43750" x2="31641" y2="43750"/>
                        <a14:foregroundMark x1="27734" y1="44727" x2="26563" y2="46680"/>
                        <a14:foregroundMark x1="48047" y1="18555" x2="48047" y2="18555"/>
                        <a14:foregroundMark x1="47070" y1="15625" x2="47070" y2="15625"/>
                        <a14:foregroundMark x1="83789" y1="54492" x2="83789" y2="54492"/>
                        <a14:foregroundMark x1="86914" y1="54883" x2="86914" y2="54883"/>
                        <a14:foregroundMark x1="53906" y1="83789" x2="53906" y2="83789"/>
                        <a14:foregroundMark x1="34961" y1="42773" x2="34961" y2="42773"/>
                        <a14:foregroundMark x1="29883" y1="42969" x2="29883" y2="42969"/>
                        <a14:foregroundMark x1="31250" y1="60547" x2="31250" y2="60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16" t="13004" r="10134" b="13004"/>
          <a:stretch>
            <a:fillRect/>
          </a:stretch>
        </p:blipFill>
        <p:spPr>
          <a:xfrm>
            <a:off x="5134548" y="5825974"/>
            <a:ext cx="796297" cy="748196"/>
          </a:xfrm>
          <a:prstGeom prst="rect">
            <a:avLst/>
          </a:prstGeom>
        </p:spPr>
      </p:pic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1A782FA5-E865-60BC-5690-4D661E20AC81}"/>
              </a:ext>
            </a:extLst>
          </p:cNvPr>
          <p:cNvSpPr/>
          <p:nvPr/>
        </p:nvSpPr>
        <p:spPr>
          <a:xfrm>
            <a:off x="9599498" y="5656562"/>
            <a:ext cx="852254" cy="917607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FAD3B47F-F23F-25F2-BC5A-EA4EB279B02B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9633452" y="5161828"/>
            <a:ext cx="392173" cy="4947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116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57F566E-4837-E7FD-4F19-AD9BF1258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3" name="図 2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BAA0CE33-2CAE-EB45-B625-AD7967CFE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235"/>
            <a:ext cx="12318521" cy="702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82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l="-13" r="-13"/>
          <a:stretch/>
        </p:blipFill>
        <p:spPr>
          <a:xfrm>
            <a:off x="10439705" y="1143000"/>
            <a:ext cx="1371600" cy="12188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457200" y="990295"/>
            <a:ext cx="11277295" cy="184800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67105" y="1245413"/>
            <a:ext cx="60396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変数の初期化アクション </a:t>
            </a:r>
            <a:endParaRPr lang="en-US" sz="18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4205" y="1283818"/>
            <a:ext cx="228600" cy="2286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24205" y="1626718"/>
            <a:ext cx="6268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変数はフロー内で値を一時保存する「箱」です。使用するには、フローの最上層で必ず</a:t>
            </a:r>
            <a:r>
              <a:rPr lang="en-US" sz="13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「変数の初期化」</a:t>
            </a: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を行う必要があります。 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724205" y="2297887"/>
            <a:ext cx="3819449" cy="286207"/>
          </a:xfrm>
          <a:prstGeom prst="roundRect">
            <a:avLst>
              <a:gd name="adj" fmla="val 8519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7649" y="2373782"/>
            <a:ext cx="133502" cy="133502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057046" y="2297887"/>
            <a:ext cx="34390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ループ処理（Apply to each）の中では初期化できません</a:t>
            </a:r>
            <a:endParaRPr lang="en-US" sz="10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-3" r="-3"/>
          <a:stretch/>
        </p:blipFill>
        <p:spPr>
          <a:xfrm>
            <a:off x="7216445" y="1181405"/>
            <a:ext cx="4327855" cy="1466698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-306" r="-306"/>
          <a:stretch/>
        </p:blipFill>
        <p:spPr>
          <a:xfrm>
            <a:off x="7111289" y="1076249"/>
            <a:ext cx="514807" cy="2286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7111289" y="1076249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39889" y="1304849"/>
            <a:ext cx="228600" cy="22860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78294" y="1343254"/>
            <a:ext cx="152705" cy="15270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7645298" y="1324051"/>
            <a:ext cx="876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変数の初期化</a:t>
            </a:r>
            <a:endParaRPr lang="en-US" sz="1000" dirty="0"/>
          </a:p>
        </p:txBody>
      </p:sp>
      <p:sp>
        <p:nvSpPr>
          <p:cNvPr id="18" name="Text 7"/>
          <p:cNvSpPr txBox="1"/>
          <p:nvPr/>
        </p:nvSpPr>
        <p:spPr>
          <a:xfrm>
            <a:off x="7568489" y="1666951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</a:t>
            </a:r>
            <a:endParaRPr lang="en-US" sz="9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rcRect l="-32" r="-32"/>
          <a:stretch/>
        </p:blipFill>
        <p:spPr>
          <a:xfrm>
            <a:off x="8025689" y="1609344"/>
            <a:ext cx="3400654" cy="267005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8025689" y="1609344"/>
            <a:ext cx="3477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MyVariable</a:t>
            </a:r>
            <a:endParaRPr lang="en-US" sz="900" dirty="0"/>
          </a:p>
        </p:txBody>
      </p:sp>
      <p:sp>
        <p:nvSpPr>
          <p:cNvPr id="21" name="Text 9"/>
          <p:cNvSpPr txBox="1"/>
          <p:nvPr/>
        </p:nvSpPr>
        <p:spPr>
          <a:xfrm>
            <a:off x="7568489" y="1990649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種類</a:t>
            </a:r>
            <a:endParaRPr lang="en-US" sz="9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/>
          <a:srcRect t="-63" b="-63"/>
          <a:stretch/>
        </p:blipFill>
        <p:spPr>
          <a:xfrm>
            <a:off x="8025689" y="1933956"/>
            <a:ext cx="3394253" cy="267005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8111642" y="1933956"/>
            <a:ext cx="409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文字列</a:t>
            </a:r>
            <a:endParaRPr lang="en-US" sz="9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220602" y="2009851"/>
            <a:ext cx="114300" cy="114300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7568489" y="231434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</a:t>
            </a:r>
            <a:endParaRPr lang="en-US" sz="90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2"/>
          <a:srcRect l="-32" r="-32"/>
          <a:stretch/>
        </p:blipFill>
        <p:spPr>
          <a:xfrm>
            <a:off x="8025689" y="2257654"/>
            <a:ext cx="3400654" cy="267005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8025689" y="2257654"/>
            <a:ext cx="3477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初期値（省略可）</a:t>
            </a:r>
            <a:endParaRPr lang="en-US" sz="900" dirty="0"/>
          </a:p>
        </p:txBody>
      </p:sp>
      <p:sp>
        <p:nvSpPr>
          <p:cNvPr id="28" name="Text 13"/>
          <p:cNvSpPr txBox="1"/>
          <p:nvPr/>
        </p:nvSpPr>
        <p:spPr>
          <a:xfrm>
            <a:off x="457200" y="3029407"/>
            <a:ext cx="114684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変数の種類（データ型） </a:t>
            </a:r>
            <a:endParaRPr lang="en-US" sz="1300" dirty="0"/>
          </a:p>
        </p:txBody>
      </p:sp>
      <p:sp>
        <p:nvSpPr>
          <p:cNvPr id="29" name="Shape 14"/>
          <p:cNvSpPr/>
          <p:nvPr/>
        </p:nvSpPr>
        <p:spPr>
          <a:xfrm>
            <a:off x="457200" y="3409798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4"/>
          <a:srcRect t="-530" b="-530"/>
          <a:stretch/>
        </p:blipFill>
        <p:spPr>
          <a:xfrm>
            <a:off x="3806647" y="3540557"/>
            <a:ext cx="247802" cy="286207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580644" y="3719779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文字列 (String)</a:t>
            </a:r>
            <a:endParaRPr lang="en-US" sz="1200" dirty="0"/>
          </a:p>
        </p:txBody>
      </p:sp>
      <p:sp>
        <p:nvSpPr>
          <p:cNvPr id="32" name="Text 16"/>
          <p:cNvSpPr txBox="1"/>
          <p:nvPr/>
        </p:nvSpPr>
        <p:spPr>
          <a:xfrm>
            <a:off x="580644" y="3985870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最も一般的なテキストデータ</a:t>
            </a:r>
            <a:endParaRPr lang="en-US" sz="900" dirty="0"/>
          </a:p>
        </p:txBody>
      </p:sp>
      <p:sp>
        <p:nvSpPr>
          <p:cNvPr id="33" name="Shape 17"/>
          <p:cNvSpPr/>
          <p:nvPr/>
        </p:nvSpPr>
        <p:spPr>
          <a:xfrm>
            <a:off x="580644" y="4214470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18"/>
          <p:cNvSpPr txBox="1"/>
          <p:nvPr/>
        </p:nvSpPr>
        <p:spPr>
          <a:xfrm>
            <a:off x="580644" y="4214470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"あいうえお", "abc"</a:t>
            </a:r>
            <a:endParaRPr lang="en-US" sz="900" dirty="0"/>
          </a:p>
        </p:txBody>
      </p:sp>
      <p:sp>
        <p:nvSpPr>
          <p:cNvPr id="35" name="Shape 19"/>
          <p:cNvSpPr/>
          <p:nvPr/>
        </p:nvSpPr>
        <p:spPr>
          <a:xfrm>
            <a:off x="4254703" y="3409798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5"/>
          <a:srcRect t="-530" b="-530"/>
          <a:stretch/>
        </p:blipFill>
        <p:spPr>
          <a:xfrm>
            <a:off x="7604150" y="3540557"/>
            <a:ext cx="247802" cy="286207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4378147" y="3719779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整数 (Integer)</a:t>
            </a:r>
            <a:endParaRPr lang="en-US" sz="1200" dirty="0"/>
          </a:p>
        </p:txBody>
      </p:sp>
      <p:sp>
        <p:nvSpPr>
          <p:cNvPr id="38" name="Text 21"/>
          <p:cNvSpPr txBox="1"/>
          <p:nvPr/>
        </p:nvSpPr>
        <p:spPr>
          <a:xfrm>
            <a:off x="4378147" y="3985870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計算可能な数値（小数なし）</a:t>
            </a:r>
            <a:endParaRPr lang="en-US" sz="900" dirty="0"/>
          </a:p>
        </p:txBody>
      </p:sp>
      <p:sp>
        <p:nvSpPr>
          <p:cNvPr id="39" name="Shape 22"/>
          <p:cNvSpPr/>
          <p:nvPr/>
        </p:nvSpPr>
        <p:spPr>
          <a:xfrm>
            <a:off x="4378147" y="4214470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23"/>
          <p:cNvSpPr txBox="1"/>
          <p:nvPr/>
        </p:nvSpPr>
        <p:spPr>
          <a:xfrm>
            <a:off x="4378147" y="4214470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10, -100, 0</a:t>
            </a:r>
            <a:endParaRPr lang="en-US" sz="900" dirty="0"/>
          </a:p>
        </p:txBody>
      </p:sp>
      <p:sp>
        <p:nvSpPr>
          <p:cNvPr id="41" name="Shape 24"/>
          <p:cNvSpPr/>
          <p:nvPr/>
        </p:nvSpPr>
        <p:spPr>
          <a:xfrm>
            <a:off x="8052206" y="3409798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6"/>
          <a:srcRect t="-530" b="-530"/>
          <a:stretch/>
        </p:blipFill>
        <p:spPr>
          <a:xfrm>
            <a:off x="11401654" y="3540557"/>
            <a:ext cx="247802" cy="286207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8175650" y="3719779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ブール値 (Boolean)</a:t>
            </a:r>
            <a:endParaRPr lang="en-US" sz="1200" dirty="0"/>
          </a:p>
        </p:txBody>
      </p:sp>
      <p:sp>
        <p:nvSpPr>
          <p:cNvPr id="44" name="Text 26"/>
          <p:cNvSpPr txBox="1"/>
          <p:nvPr/>
        </p:nvSpPr>
        <p:spPr>
          <a:xfrm>
            <a:off x="8175650" y="3985870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はい/いいえ、真/偽</a:t>
            </a:r>
            <a:endParaRPr lang="en-US" sz="900" dirty="0"/>
          </a:p>
        </p:txBody>
      </p:sp>
      <p:sp>
        <p:nvSpPr>
          <p:cNvPr id="45" name="Shape 27"/>
          <p:cNvSpPr/>
          <p:nvPr/>
        </p:nvSpPr>
        <p:spPr>
          <a:xfrm>
            <a:off x="8175650" y="4214470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28"/>
          <p:cNvSpPr txBox="1"/>
          <p:nvPr/>
        </p:nvSpPr>
        <p:spPr>
          <a:xfrm>
            <a:off x="8175650" y="4214470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true, false</a:t>
            </a:r>
            <a:endParaRPr lang="en-US" sz="900" dirty="0"/>
          </a:p>
        </p:txBody>
      </p:sp>
      <p:sp>
        <p:nvSpPr>
          <p:cNvPr id="47" name="Shape 29"/>
          <p:cNvSpPr/>
          <p:nvPr/>
        </p:nvSpPr>
        <p:spPr>
          <a:xfrm>
            <a:off x="457200" y="4886554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7"/>
          <a:srcRect l="-1118" r="-1118"/>
          <a:stretch/>
        </p:blipFill>
        <p:spPr>
          <a:xfrm>
            <a:off x="3834994" y="5017313"/>
            <a:ext cx="219456" cy="286207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580644" y="5195621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Float (浮動小数点)</a:t>
            </a:r>
            <a:endParaRPr lang="en-US" sz="1200" dirty="0"/>
          </a:p>
        </p:txBody>
      </p:sp>
      <p:sp>
        <p:nvSpPr>
          <p:cNvPr id="50" name="Text 31"/>
          <p:cNvSpPr txBox="1"/>
          <p:nvPr/>
        </p:nvSpPr>
        <p:spPr>
          <a:xfrm>
            <a:off x="580644" y="5462626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小数点を含む数値</a:t>
            </a:r>
            <a:endParaRPr lang="en-US" sz="900" dirty="0"/>
          </a:p>
        </p:txBody>
      </p:sp>
      <p:sp>
        <p:nvSpPr>
          <p:cNvPr id="51" name="Shape 32"/>
          <p:cNvSpPr/>
          <p:nvPr/>
        </p:nvSpPr>
        <p:spPr>
          <a:xfrm>
            <a:off x="580644" y="5691226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33"/>
          <p:cNvSpPr txBox="1"/>
          <p:nvPr/>
        </p:nvSpPr>
        <p:spPr>
          <a:xfrm>
            <a:off x="580644" y="5691226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3.14, -0.01</a:t>
            </a:r>
            <a:endParaRPr lang="en-US" sz="900" dirty="0"/>
          </a:p>
        </p:txBody>
      </p:sp>
      <p:sp>
        <p:nvSpPr>
          <p:cNvPr id="53" name="Shape 34"/>
          <p:cNvSpPr/>
          <p:nvPr/>
        </p:nvSpPr>
        <p:spPr>
          <a:xfrm>
            <a:off x="4254703" y="4886554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565746" y="5017313"/>
            <a:ext cx="286207" cy="286207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4378147" y="5195621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D174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アレイ (Array)</a:t>
            </a:r>
            <a:endParaRPr lang="en-US" sz="1200" dirty="0"/>
          </a:p>
        </p:txBody>
      </p:sp>
      <p:sp>
        <p:nvSpPr>
          <p:cNvPr id="56" name="Text 36"/>
          <p:cNvSpPr txBox="1"/>
          <p:nvPr/>
        </p:nvSpPr>
        <p:spPr>
          <a:xfrm>
            <a:off x="4378147" y="5462626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データのリスト（配列）</a:t>
            </a:r>
            <a:endParaRPr lang="en-US" sz="900" dirty="0"/>
          </a:p>
        </p:txBody>
      </p:sp>
      <p:sp>
        <p:nvSpPr>
          <p:cNvPr id="57" name="Shape 37"/>
          <p:cNvSpPr/>
          <p:nvPr/>
        </p:nvSpPr>
        <p:spPr>
          <a:xfrm>
            <a:off x="4378147" y="5691226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38"/>
          <p:cNvSpPr txBox="1"/>
          <p:nvPr/>
        </p:nvSpPr>
        <p:spPr>
          <a:xfrm>
            <a:off x="4378147" y="5691226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[1, 2, 3], ["A", "B"]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8052206" y="4886554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9"/>
          <a:srcRect l="-266" r="-266"/>
          <a:stretch/>
        </p:blipFill>
        <p:spPr>
          <a:xfrm>
            <a:off x="11324844" y="5017313"/>
            <a:ext cx="323698" cy="286207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8175650" y="5195621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30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オブジェクト (Object)</a:t>
            </a:r>
            <a:endParaRPr lang="en-US" sz="1200" dirty="0"/>
          </a:p>
        </p:txBody>
      </p:sp>
      <p:sp>
        <p:nvSpPr>
          <p:cNvPr id="62" name="Text 41"/>
          <p:cNvSpPr txBox="1"/>
          <p:nvPr/>
        </p:nvSpPr>
        <p:spPr>
          <a:xfrm>
            <a:off x="8175650" y="5462626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複雑な構造データ (JSON)</a:t>
            </a:r>
            <a:endParaRPr lang="en-US" sz="900" dirty="0"/>
          </a:p>
        </p:txBody>
      </p:sp>
      <p:sp>
        <p:nvSpPr>
          <p:cNvPr id="63" name="Shape 42"/>
          <p:cNvSpPr/>
          <p:nvPr/>
        </p:nvSpPr>
        <p:spPr>
          <a:xfrm>
            <a:off x="8175650" y="5691226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43"/>
          <p:cNvSpPr txBox="1"/>
          <p:nvPr/>
        </p:nvSpPr>
        <p:spPr>
          <a:xfrm>
            <a:off x="8175650" y="5691226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{"id": 1, "name": "Tanaka"}</a:t>
            </a:r>
            <a:endParaRPr lang="en-US" sz="900" dirty="0"/>
          </a:p>
        </p:txBody>
      </p:sp>
      <p:sp>
        <p:nvSpPr>
          <p:cNvPr id="65" name="Shape 4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45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46"/>
          <p:cNvSpPr txBox="1"/>
          <p:nvPr/>
        </p:nvSpPr>
        <p:spPr>
          <a:xfrm>
            <a:off x="457200" y="6577279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Basic Training</a:t>
            </a:r>
            <a:endParaRPr lang="en-US" sz="1000" dirty="0"/>
          </a:p>
        </p:txBody>
      </p:sp>
      <p:sp>
        <p:nvSpPr>
          <p:cNvPr id="68" name="Text 47"/>
          <p:cNvSpPr txBox="1"/>
          <p:nvPr/>
        </p:nvSpPr>
        <p:spPr>
          <a:xfrm>
            <a:off x="10629900" y="6577279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2026</a:t>
            </a:r>
            <a:endParaRPr lang="en-US" sz="1000" dirty="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20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70" name="Shape 48"/>
          <p:cNvSpPr/>
          <p:nvPr/>
        </p:nvSpPr>
        <p:spPr>
          <a:xfrm>
            <a:off x="10134295" y="0"/>
            <a:ext cx="2438705" cy="7616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49"/>
          <p:cNvSpPr/>
          <p:nvPr/>
        </p:nvSpPr>
        <p:spPr>
          <a:xfrm>
            <a:off x="11277295" y="0"/>
            <a:ext cx="152705" cy="761695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21"/>
          <a:srcRect l="-42" r="-42"/>
          <a:stretch/>
        </p:blipFill>
        <p:spPr>
          <a:xfrm>
            <a:off x="457200" y="209398"/>
            <a:ext cx="724205" cy="342900"/>
          </a:xfrm>
          <a:prstGeom prst="rect">
            <a:avLst/>
          </a:prstGeom>
        </p:spPr>
      </p:pic>
      <p:sp>
        <p:nvSpPr>
          <p:cNvPr id="73" name="Text 50"/>
          <p:cNvSpPr txBox="1"/>
          <p:nvPr/>
        </p:nvSpPr>
        <p:spPr>
          <a:xfrm>
            <a:off x="457200" y="209398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Basic</a:t>
            </a:r>
            <a:endParaRPr lang="en-US" sz="1500" dirty="0"/>
          </a:p>
        </p:txBody>
      </p:sp>
      <p:sp>
        <p:nvSpPr>
          <p:cNvPr id="74" name="Text 51"/>
          <p:cNvSpPr txBox="1"/>
          <p:nvPr/>
        </p:nvSpPr>
        <p:spPr>
          <a:xfrm>
            <a:off x="1333195" y="209398"/>
            <a:ext cx="54873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変数の初期化と種類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81305" y="952805"/>
            <a:ext cx="11430000" cy="1920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228600"/>
            <a:ext cx="11544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の JSON 文字列を Parse JSON で“ほぐす”</a:t>
            </a:r>
            <a:endParaRPr lang="en-US" sz="2200"/>
          </a:p>
        </p:txBody>
      </p:sp>
      <p:sp>
        <p:nvSpPr>
          <p:cNvPr id="6" name="Text 4"/>
          <p:cNvSpPr txBox="1"/>
          <p:nvPr/>
        </p:nvSpPr>
        <p:spPr>
          <a:xfrm>
            <a:off x="381305" y="609905"/>
            <a:ext cx="11621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の解析アクションは“説明書（スキーマ）”を渡して、動的コンテンツに変える</a:t>
            </a:r>
            <a:endParaRPr lang="en-US" sz="15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6" b="-6"/>
          <a:stretch/>
        </p:blipFill>
        <p:spPr>
          <a:xfrm>
            <a:off x="381305" y="1123798"/>
            <a:ext cx="3716122" cy="43434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0913" r="-10913"/>
          <a:stretch/>
        </p:blipFill>
        <p:spPr>
          <a:xfrm>
            <a:off x="562356" y="1019556"/>
            <a:ext cx="1695298" cy="2670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 rot="21480000">
            <a:off x="562356" y="1019556"/>
            <a:ext cx="18315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フロー全体像 &amp; 役割</a:t>
            </a:r>
            <a:endParaRPr lang="en-US" sz="1200"/>
          </a:p>
        </p:txBody>
      </p:sp>
      <p:sp>
        <p:nvSpPr>
          <p:cNvPr id="10" name="Shape 6"/>
          <p:cNvSpPr/>
          <p:nvPr/>
        </p:nvSpPr>
        <p:spPr>
          <a:xfrm>
            <a:off x="599846" y="1457554"/>
            <a:ext cx="3286354" cy="1971446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2139696" y="1638605"/>
            <a:ext cx="200254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7454" y="1971446"/>
            <a:ext cx="31720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</a:t>
            </a:r>
            <a:endParaRPr lang="en-US" sz="1000"/>
          </a:p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(Get item)</a:t>
            </a:r>
            <a:endParaRPr lang="en-US" sz="1000"/>
          </a:p>
        </p:txBody>
      </p:sp>
      <p:sp>
        <p:nvSpPr>
          <p:cNvPr id="13" name="Shape 8"/>
          <p:cNvSpPr/>
          <p:nvPr/>
        </p:nvSpPr>
        <p:spPr>
          <a:xfrm>
            <a:off x="694944" y="2381098"/>
            <a:ext cx="3095244" cy="91440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 txBox="1"/>
          <p:nvPr/>
        </p:nvSpPr>
        <p:spPr>
          <a:xfrm>
            <a:off x="780898" y="2467051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Before: ただの文字列</a:t>
            </a:r>
            <a:endParaRPr lang="en-US" sz="1200"/>
          </a:p>
        </p:txBody>
      </p:sp>
      <p:sp>
        <p:nvSpPr>
          <p:cNvPr id="15" name="Text 10"/>
          <p:cNvSpPr txBox="1"/>
          <p:nvPr/>
        </p:nvSpPr>
        <p:spPr>
          <a:xfrm>
            <a:off x="828446" y="2790749"/>
            <a:ext cx="26773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{"name":"田中", "amount":15000...}</a:t>
            </a:r>
            <a:endParaRPr lang="en-US" sz="12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3491179"/>
            <a:ext cx="142646" cy="19019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4919472"/>
            <a:ext cx="142646" cy="19019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99846" y="5181905"/>
            <a:ext cx="3286354" cy="1485900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25066" y="5362956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38251" y="5695798"/>
            <a:ext cx="3210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Teams / メール投稿</a:t>
            </a:r>
            <a:endParaRPr lang="en-US" sz="1000"/>
          </a:p>
        </p:txBody>
      </p:sp>
      <p:sp>
        <p:nvSpPr>
          <p:cNvPr id="21" name="Shape 13"/>
          <p:cNvSpPr/>
          <p:nvPr/>
        </p:nvSpPr>
        <p:spPr>
          <a:xfrm>
            <a:off x="694944" y="5939028"/>
            <a:ext cx="3095244" cy="5998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4"/>
          <p:cNvSpPr txBox="1"/>
          <p:nvPr/>
        </p:nvSpPr>
        <p:spPr>
          <a:xfrm>
            <a:off x="733349" y="5976518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After: 個別に選べる！</a:t>
            </a:r>
            <a:endParaRPr lang="en-US" sz="1200"/>
          </a:p>
        </p:txBody>
      </p:sp>
      <p:sp>
        <p:nvSpPr>
          <p:cNvPr id="23" name="Shape 15"/>
          <p:cNvSpPr/>
          <p:nvPr/>
        </p:nvSpPr>
        <p:spPr>
          <a:xfrm>
            <a:off x="1665122" y="6262726"/>
            <a:ext cx="485546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6"/>
          <p:cNvSpPr txBox="1"/>
          <p:nvPr/>
        </p:nvSpPr>
        <p:spPr>
          <a:xfrm>
            <a:off x="1665122" y="6262726"/>
            <a:ext cx="5431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name</a:t>
            </a:r>
            <a:endParaRPr lang="en-US" sz="800"/>
          </a:p>
        </p:txBody>
      </p:sp>
      <p:sp>
        <p:nvSpPr>
          <p:cNvPr id="25" name="Shape 17"/>
          <p:cNvSpPr/>
          <p:nvPr/>
        </p:nvSpPr>
        <p:spPr>
          <a:xfrm>
            <a:off x="2224735" y="6262726"/>
            <a:ext cx="590702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8"/>
          <p:cNvSpPr txBox="1"/>
          <p:nvPr/>
        </p:nvSpPr>
        <p:spPr>
          <a:xfrm>
            <a:off x="2224735" y="6262726"/>
            <a:ext cx="648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amount</a:t>
            </a:r>
            <a:endParaRPr lang="en-US" sz="80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l="-5" r="-5"/>
          <a:stretch/>
        </p:blipFill>
        <p:spPr>
          <a:xfrm>
            <a:off x="4401922" y="1123798"/>
            <a:ext cx="7408469" cy="22475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573829" y="1295705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en-US" sz="13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設定画面 </a:t>
            </a:r>
            <a:endParaRPr lang="en-US" sz="1300"/>
          </a:p>
        </p:txBody>
      </p:sp>
      <p:sp>
        <p:nvSpPr>
          <p:cNvPr id="29" name="Shape 20"/>
          <p:cNvSpPr/>
          <p:nvPr/>
        </p:nvSpPr>
        <p:spPr>
          <a:xfrm>
            <a:off x="4573829" y="1676095"/>
            <a:ext cx="2800807" cy="705002"/>
          </a:xfrm>
          <a:prstGeom prst="roundRect">
            <a:avLst>
              <a:gd name="adj" fmla="val 2804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1"/>
          <p:cNvSpPr txBox="1"/>
          <p:nvPr/>
        </p:nvSpPr>
        <p:spPr>
          <a:xfrm>
            <a:off x="4831690" y="1762049"/>
            <a:ext cx="25621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</a:t>
            </a:r>
            <a:endParaRPr lang="en-US" sz="100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59782" y="1788566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659782" y="1990649"/>
            <a:ext cx="27057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の JsonData 列（JSON文字列）を入れる</a:t>
            </a:r>
            <a:endParaRPr lang="en-US" sz="900"/>
          </a:p>
        </p:txBody>
      </p:sp>
      <p:sp>
        <p:nvSpPr>
          <p:cNvPr id="33" name="Shape 23"/>
          <p:cNvSpPr/>
          <p:nvPr/>
        </p:nvSpPr>
        <p:spPr>
          <a:xfrm>
            <a:off x="4573829" y="2495398"/>
            <a:ext cx="2800807" cy="705002"/>
          </a:xfrm>
          <a:prstGeom prst="roundRect">
            <a:avLst>
              <a:gd name="adj" fmla="val 2804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4"/>
          <p:cNvSpPr txBox="1"/>
          <p:nvPr/>
        </p:nvSpPr>
        <p:spPr>
          <a:xfrm>
            <a:off x="4812487" y="2581351"/>
            <a:ext cx="2581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</a:t>
            </a:r>
            <a:endParaRPr lang="en-US" sz="100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4659782" y="2607869"/>
            <a:ext cx="114300" cy="13350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4659782" y="2809951"/>
            <a:ext cx="27057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“サンプルから生成”で作る。</a:t>
            </a:r>
            <a:endParaRPr lang="en-US" sz="900"/>
          </a:p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（自分で書かなくてOK）</a:t>
            </a:r>
            <a:endParaRPr lang="en-US" sz="900"/>
          </a:p>
        </p:txBody>
      </p:sp>
      <p:sp>
        <p:nvSpPr>
          <p:cNvPr id="37" name="Shape 26"/>
          <p:cNvSpPr/>
          <p:nvPr/>
        </p:nvSpPr>
        <p:spPr>
          <a:xfrm>
            <a:off x="7518197" y="1295705"/>
            <a:ext cx="4123944" cy="1904695"/>
          </a:xfrm>
          <a:prstGeom prst="roundRect">
            <a:avLst>
              <a:gd name="adj" fmla="val 3841"/>
            </a:avLst>
          </a:prstGeom>
          <a:solidFill>
            <a:srgbClr val="F1F5F9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27"/>
          <p:cNvSpPr/>
          <p:nvPr/>
        </p:nvSpPr>
        <p:spPr>
          <a:xfrm>
            <a:off x="7546543" y="1324051"/>
            <a:ext cx="4067251" cy="1848002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407347" y="1752905"/>
            <a:ext cx="342900" cy="3429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507578" y="2171700"/>
            <a:ext cx="21433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 Parse JSON アクションの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スクリーンショットを入れる</a:t>
            </a:r>
            <a:endParaRPr lang="en-US" sz="1000"/>
          </a:p>
        </p:txBody>
      </p:sp>
      <p:sp>
        <p:nvSpPr>
          <p:cNvPr id="41" name="Text 29"/>
          <p:cNvSpPr txBox="1"/>
          <p:nvPr/>
        </p:nvSpPr>
        <p:spPr>
          <a:xfrm>
            <a:off x="8545068" y="2590495"/>
            <a:ext cx="20756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(Content と Schema が見える状態)</a:t>
            </a:r>
            <a:endParaRPr lang="en-US" sz="90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2"/>
          <a:srcRect t="-1" b="-1"/>
          <a:stretch/>
        </p:blipFill>
        <p:spPr>
          <a:xfrm>
            <a:off x="4401922" y="3524098"/>
            <a:ext cx="7408469" cy="19431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4573829" y="3724351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r>
              <a:rPr lang="en-US" sz="1300" b="1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“ほぐれた”結果 </a:t>
            </a:r>
            <a:endParaRPr lang="en-US" sz="1300"/>
          </a:p>
        </p:txBody>
      </p:sp>
      <p:sp>
        <p:nvSpPr>
          <p:cNvPr id="44" name="Text 31"/>
          <p:cNvSpPr txBox="1"/>
          <p:nvPr/>
        </p:nvSpPr>
        <p:spPr>
          <a:xfrm>
            <a:off x="4573829" y="4105656"/>
            <a:ext cx="28767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Parse JSON のおかげで、</a:t>
            </a:r>
            <a:endParaRPr lang="en-US" sz="1000"/>
          </a:p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内の各項目が“選べる”</a:t>
            </a:r>
            <a:r>
              <a:rPr lang="en-US" sz="100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ようになる </a:t>
            </a:r>
            <a:endParaRPr lang="en-US" sz="1000"/>
          </a:p>
        </p:txBody>
      </p:sp>
      <p:sp>
        <p:nvSpPr>
          <p:cNvPr id="45" name="Shape 32"/>
          <p:cNvSpPr/>
          <p:nvPr/>
        </p:nvSpPr>
        <p:spPr>
          <a:xfrm>
            <a:off x="4573829" y="4653382"/>
            <a:ext cx="2800807" cy="619049"/>
          </a:xfrm>
          <a:prstGeom prst="roundRect">
            <a:avLst>
              <a:gd name="adj" fmla="val 18180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3"/>
          <p:cNvSpPr txBox="1"/>
          <p:nvPr/>
        </p:nvSpPr>
        <p:spPr>
          <a:xfrm>
            <a:off x="4659782" y="4738421"/>
            <a:ext cx="2820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65F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動的コンテンツとして登場：</a:t>
            </a:r>
            <a:endParaRPr lang="en-US" sz="900"/>
          </a:p>
        </p:txBody>
      </p:sp>
      <p:sp>
        <p:nvSpPr>
          <p:cNvPr id="47" name="Shape 34"/>
          <p:cNvSpPr/>
          <p:nvPr/>
        </p:nvSpPr>
        <p:spPr>
          <a:xfrm>
            <a:off x="4678985" y="4947818"/>
            <a:ext cx="619049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35"/>
          <p:cNvSpPr txBox="1"/>
          <p:nvPr/>
        </p:nvSpPr>
        <p:spPr>
          <a:xfrm>
            <a:off x="4916729" y="4947818"/>
            <a:ext cx="43891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name</a:t>
            </a:r>
            <a:endParaRPr lang="en-US" sz="80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4783226" y="4999025"/>
            <a:ext cx="95098" cy="105156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5371186" y="4947818"/>
            <a:ext cx="724205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37"/>
          <p:cNvSpPr txBox="1"/>
          <p:nvPr/>
        </p:nvSpPr>
        <p:spPr>
          <a:xfrm>
            <a:off x="5608930" y="4947818"/>
            <a:ext cx="544068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amount</a:t>
            </a:r>
            <a:endParaRPr lang="en-US" sz="80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5476342" y="4999025"/>
            <a:ext cx="95098" cy="105156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7518197" y="3696005"/>
            <a:ext cx="4123944" cy="1600200"/>
          </a:xfrm>
          <a:prstGeom prst="roundRect">
            <a:avLst>
              <a:gd name="adj" fmla="val 5442"/>
            </a:avLst>
          </a:prstGeom>
          <a:solidFill>
            <a:srgbClr val="F1F5F9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4"/>
          <a:srcRect l="-27" r="-27"/>
          <a:stretch/>
        </p:blipFill>
        <p:spPr>
          <a:xfrm>
            <a:off x="9364370" y="4000500"/>
            <a:ext cx="428854" cy="34290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8600846" y="4419295"/>
            <a:ext cx="19613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 Teams か メール投稿の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スクリーンショットを入れる</a:t>
            </a:r>
            <a:endParaRPr lang="en-US" sz="1000"/>
          </a:p>
        </p:txBody>
      </p:sp>
      <p:sp>
        <p:nvSpPr>
          <p:cNvPr id="56" name="Text 40"/>
          <p:cNvSpPr txBox="1"/>
          <p:nvPr/>
        </p:nvSpPr>
        <p:spPr>
          <a:xfrm>
            <a:off x="8471916" y="4839005"/>
            <a:ext cx="22219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(動的コンテンツを差し込んでいる画面)</a:t>
            </a:r>
            <a:endParaRPr lang="en-US" sz="90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5"/>
          <a:srcRect t="-7" b="-7"/>
          <a:stretch/>
        </p:blipFill>
        <p:spPr>
          <a:xfrm>
            <a:off x="381305" y="5581498"/>
            <a:ext cx="11430000" cy="1047902"/>
          </a:xfrm>
          <a:prstGeom prst="rect">
            <a:avLst/>
          </a:prstGeom>
        </p:spPr>
      </p:pic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33095" y="5876849"/>
            <a:ext cx="457200" cy="457200"/>
          </a:xfrm>
          <a:prstGeom prst="rect">
            <a:avLst/>
          </a:prstGeom>
        </p:spPr>
      </p:pic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90372" y="6010351"/>
            <a:ext cx="142646" cy="190195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1143000" y="5734202"/>
            <a:ext cx="1070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BBF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初心者のためのポイント 3選</a:t>
            </a:r>
            <a:endParaRPr lang="en-US" sz="1200"/>
          </a:p>
        </p:txBody>
      </p:sp>
      <p:sp>
        <p:nvSpPr>
          <p:cNvPr id="61" name="Shape 42"/>
          <p:cNvSpPr/>
          <p:nvPr/>
        </p:nvSpPr>
        <p:spPr>
          <a:xfrm>
            <a:off x="1143000" y="6001207"/>
            <a:ext cx="3409798" cy="476402"/>
          </a:xfrm>
          <a:prstGeom prst="roundRect">
            <a:avLst>
              <a:gd name="adj" fmla="val 30710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43"/>
          <p:cNvSpPr txBox="1"/>
          <p:nvPr/>
        </p:nvSpPr>
        <p:spPr>
          <a:xfrm>
            <a:off x="1371600" y="6001207"/>
            <a:ext cx="3258007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に JSON を“文字列として保存”しても、後から1項目ずつ取り出せる</a:t>
            </a:r>
            <a:endParaRPr lang="en-US" sz="900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8"/>
          <a:srcRect l="-2571" r="-2571"/>
          <a:stretch/>
        </p:blipFill>
        <p:spPr>
          <a:xfrm>
            <a:off x="1228954" y="6100877"/>
            <a:ext cx="105156" cy="114300"/>
          </a:xfrm>
          <a:prstGeom prst="rect">
            <a:avLst/>
          </a:prstGeom>
        </p:spPr>
      </p:pic>
      <p:sp>
        <p:nvSpPr>
          <p:cNvPr id="64" name="Shape 44"/>
          <p:cNvSpPr/>
          <p:nvPr/>
        </p:nvSpPr>
        <p:spPr>
          <a:xfrm>
            <a:off x="4699102" y="6001207"/>
            <a:ext cx="3409798" cy="476402"/>
          </a:xfrm>
          <a:prstGeom prst="roundRect">
            <a:avLst>
              <a:gd name="adj" fmla="val 30710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45"/>
          <p:cNvSpPr txBox="1"/>
          <p:nvPr/>
        </p:nvSpPr>
        <p:spPr>
          <a:xfrm>
            <a:off x="4927702" y="6001207"/>
            <a:ext cx="3258007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 は </a:t>
            </a:r>
            <a:r>
              <a:rPr lang="en-US" sz="900" b="1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“サンプルから生成”</a:t>
            </a: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でOK。自分でゼロから書かなくていい</a:t>
            </a:r>
            <a:endParaRPr lang="en-US" sz="90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8"/>
          <a:srcRect l="-2571" r="-2571"/>
          <a:stretch/>
        </p:blipFill>
        <p:spPr>
          <a:xfrm>
            <a:off x="4785055" y="6100877"/>
            <a:ext cx="105156" cy="114300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8255203" y="6001207"/>
            <a:ext cx="3409798" cy="476402"/>
          </a:xfrm>
          <a:prstGeom prst="roundRect">
            <a:avLst>
              <a:gd name="adj" fmla="val 30710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47"/>
          <p:cNvSpPr txBox="1"/>
          <p:nvPr/>
        </p:nvSpPr>
        <p:spPr>
          <a:xfrm>
            <a:off x="8483803" y="6001207"/>
            <a:ext cx="3258007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を型付きの動的コンテンツに変えることで、後続処理が楽になる</a:t>
            </a:r>
            <a:endParaRPr lang="en-US" sz="90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18"/>
          <a:srcRect l="-2571" r="-2571"/>
          <a:stretch/>
        </p:blipFill>
        <p:spPr>
          <a:xfrm>
            <a:off x="8341157" y="6100877"/>
            <a:ext cx="105156" cy="114300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7208215" y="6362395"/>
            <a:ext cx="4801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 45（PA45）｜Parse JSON × SharePoint 編</a:t>
            </a:r>
            <a:endParaRPr lang="en-US" sz="1200"/>
          </a:p>
        </p:txBody>
      </p:sp>
      <p:sp>
        <p:nvSpPr>
          <p:cNvPr id="71" name="Text 49"/>
          <p:cNvSpPr txBox="1"/>
          <p:nvPr/>
        </p:nvSpPr>
        <p:spPr>
          <a:xfrm>
            <a:off x="7608722" y="6590995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CA3AF">
                    <a:alpha val="7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#PowerAutomate #ローコード #PA45</a:t>
            </a:r>
            <a:endParaRPr lang="en-US" sz="1200"/>
          </a:p>
        </p:txBody>
      </p:sp>
      <p:sp>
        <p:nvSpPr>
          <p:cNvPr id="72" name="Shape 50"/>
          <p:cNvSpPr/>
          <p:nvPr/>
        </p:nvSpPr>
        <p:spPr>
          <a:xfrm>
            <a:off x="599846" y="3752698"/>
            <a:ext cx="3286354" cy="1104595"/>
          </a:xfrm>
          <a:prstGeom prst="roundRect">
            <a:avLst>
              <a:gd name="adj" fmla="val 1712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51"/>
          <p:cNvSpPr txBox="1"/>
          <p:nvPr/>
        </p:nvSpPr>
        <p:spPr>
          <a:xfrm>
            <a:off x="579730" y="4265676"/>
            <a:ext cx="33247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の解析</a:t>
            </a:r>
            <a:endParaRPr lang="en-US" sz="1200"/>
          </a:p>
          <a:p>
            <a:pPr marL="0" indent="0" algn="ctr">
              <a:buNone/>
            </a:pPr>
            <a:r>
              <a:rPr lang="en-US" sz="900" b="1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(Parse JSON)</a:t>
            </a:r>
            <a:endParaRPr lang="en-US" sz="1200"/>
          </a:p>
        </p:txBody>
      </p:sp>
      <p:pic>
        <p:nvPicPr>
          <p:cNvPr id="74" name="Image 20" descr="preencoded.png"/>
          <p:cNvPicPr>
            <a:picLocks noChangeAspect="1"/>
          </p:cNvPicPr>
          <p:nvPr/>
        </p:nvPicPr>
        <p:blipFill>
          <a:blip r:embed="rId19"/>
          <a:srcRect t="-661" b="-661"/>
          <a:stretch/>
        </p:blipFill>
        <p:spPr>
          <a:xfrm>
            <a:off x="2144268" y="3905402"/>
            <a:ext cx="190195" cy="256946"/>
          </a:xfrm>
          <a:prstGeom prst="rect">
            <a:avLst/>
          </a:prstGeom>
        </p:spPr>
      </p:pic>
      <p:pic>
        <p:nvPicPr>
          <p:cNvPr id="75" name="Image 21" descr="preencoded.png"/>
          <p:cNvPicPr>
            <a:picLocks noChangeAspect="1"/>
          </p:cNvPicPr>
          <p:nvPr/>
        </p:nvPicPr>
        <p:blipFill>
          <a:blip r:embed="rId20"/>
          <a:srcRect l="-32322" r="-32322"/>
          <a:stretch/>
        </p:blipFill>
        <p:spPr>
          <a:xfrm>
            <a:off x="3528670" y="3745382"/>
            <a:ext cx="895198" cy="247802"/>
          </a:xfrm>
          <a:prstGeom prst="rect">
            <a:avLst/>
          </a:prstGeom>
        </p:spPr>
      </p:pic>
      <p:sp>
        <p:nvSpPr>
          <p:cNvPr id="76" name="Text 52"/>
          <p:cNvSpPr txBox="1"/>
          <p:nvPr/>
        </p:nvSpPr>
        <p:spPr>
          <a:xfrm rot="720000">
            <a:off x="3500323" y="3745382"/>
            <a:ext cx="952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>
                <a:solidFill>
                  <a:srgbClr val="7835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これを使う！</a:t>
            </a:r>
            <a:endParaRPr lang="en-US" sz="900"/>
          </a:p>
        </p:txBody>
      </p:sp>
      <p:pic>
        <p:nvPicPr>
          <p:cNvPr id="77" name="Image 22" descr="preencoded.png"/>
          <p:cNvPicPr>
            <a:picLocks noChangeAspect="1"/>
          </p:cNvPicPr>
          <p:nvPr/>
        </p:nvPicPr>
        <p:blipFill>
          <a:blip r:embed="rId21">
            <a:alphaModFix amt="80000"/>
          </a:blip>
          <a:srcRect/>
          <a:stretch/>
        </p:blipFill>
        <p:spPr>
          <a:xfrm>
            <a:off x="3993185" y="3057754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254204" y="964997"/>
            <a:ext cx="11684203" cy="10924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3997" y="1168603"/>
            <a:ext cx="780897" cy="685800"/>
          </a:xfrm>
          <a:prstGeom prst="roundRect">
            <a:avLst>
              <a:gd name="adj" fmla="val 88889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" name="Text 2"/>
          <p:cNvSpPr txBox="1"/>
          <p:nvPr/>
        </p:nvSpPr>
        <p:spPr>
          <a:xfrm>
            <a:off x="1568501" y="1195426"/>
            <a:ext cx="9106205" cy="337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67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データ構造を Power Automate が理解できる形に “翻訳” する</a:t>
            </a:r>
            <a:endParaRPr lang="en-US" sz="2067"/>
          </a:p>
        </p:txBody>
      </p:sp>
      <p:sp>
        <p:nvSpPr>
          <p:cNvPr id="6" name="Text 3"/>
          <p:cNvSpPr txBox="1"/>
          <p:nvPr/>
        </p:nvSpPr>
        <p:spPr>
          <a:xfrm>
            <a:off x="1568501" y="1579474"/>
            <a:ext cx="9106205" cy="2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外部から受け取った</a:t>
            </a:r>
            <a:r>
              <a:rPr lang="en-US" sz="1267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「文字の羅列（JSON）」</a:t>
            </a:r>
            <a:r>
              <a:rPr lang="en-US" sz="12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</a:t>
            </a:r>
            <a:r>
              <a:rPr lang="en-US" sz="1267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「型（スキーマ）」</a:t>
            </a:r>
            <a:r>
              <a:rPr lang="en-US" sz="12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を与えて、動的コンテンツで使えるようにします。 </a:t>
            </a:r>
            <a:endParaRPr lang="en-US" sz="1267"/>
          </a:p>
        </p:txBody>
      </p:sp>
      <p:sp>
        <p:nvSpPr>
          <p:cNvPr id="7" name="Shape 4"/>
          <p:cNvSpPr/>
          <p:nvPr/>
        </p:nvSpPr>
        <p:spPr>
          <a:xfrm>
            <a:off x="254204" y="5283404"/>
            <a:ext cx="3759403" cy="1321003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8" name="Shape 5"/>
          <p:cNvSpPr/>
          <p:nvPr/>
        </p:nvSpPr>
        <p:spPr>
          <a:xfrm>
            <a:off x="254203" y="5283404"/>
            <a:ext cx="63399" cy="1321003"/>
          </a:xfrm>
          <a:prstGeom prst="roundRect">
            <a:avLst>
              <a:gd name="adj" fmla="val 147928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9" name="Text 6"/>
          <p:cNvSpPr txBox="1"/>
          <p:nvPr/>
        </p:nvSpPr>
        <p:spPr>
          <a:xfrm>
            <a:off x="914400" y="5494325"/>
            <a:ext cx="3008985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使いどころ </a:t>
            </a:r>
            <a:endParaRPr lang="en-US" sz="1267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001" y="5494325"/>
            <a:ext cx="368199" cy="3681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001" y="5938723"/>
            <a:ext cx="34436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HTTPリクエストの結果や、Power Appsからのデータを受け取るときに必須！</a:t>
            </a:r>
            <a:endParaRPr lang="en-US" sz="1067"/>
          </a:p>
        </p:txBody>
      </p:sp>
      <p:sp>
        <p:nvSpPr>
          <p:cNvPr id="12" name="Shape 8"/>
          <p:cNvSpPr/>
          <p:nvPr/>
        </p:nvSpPr>
        <p:spPr>
          <a:xfrm>
            <a:off x="4216604" y="5283404"/>
            <a:ext cx="3759403" cy="1321003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13" name="Shape 9"/>
          <p:cNvSpPr/>
          <p:nvPr/>
        </p:nvSpPr>
        <p:spPr>
          <a:xfrm>
            <a:off x="4216603" y="5283404"/>
            <a:ext cx="63399" cy="1321003"/>
          </a:xfrm>
          <a:prstGeom prst="roundRect">
            <a:avLst>
              <a:gd name="adj" fmla="val 147928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4" name="Text 10"/>
          <p:cNvSpPr txBox="1"/>
          <p:nvPr/>
        </p:nvSpPr>
        <p:spPr>
          <a:xfrm>
            <a:off x="4876800" y="5488229"/>
            <a:ext cx="3008985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よくある失敗 </a:t>
            </a:r>
            <a:endParaRPr lang="en-US" sz="1267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2401" y="5488229"/>
            <a:ext cx="368199" cy="36819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32401" y="5932628"/>
            <a:ext cx="3443631" cy="47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値が空(null)だとエラーになる。</a:t>
            </a:r>
            <a:endParaRPr lang="en-US" sz="1067"/>
          </a:p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スキーマで </a:t>
            </a:r>
            <a:r>
              <a:rPr lang="en-US" sz="1067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"null"</a:t>
            </a:r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を許可しよう。 </a:t>
            </a:r>
            <a:endParaRPr lang="en-US" sz="1067"/>
          </a:p>
        </p:txBody>
      </p:sp>
      <p:sp>
        <p:nvSpPr>
          <p:cNvPr id="17" name="Shape 12"/>
          <p:cNvSpPr/>
          <p:nvPr/>
        </p:nvSpPr>
        <p:spPr>
          <a:xfrm>
            <a:off x="8179004" y="5283404"/>
            <a:ext cx="3759403" cy="1321003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18" name="Shape 13"/>
          <p:cNvSpPr/>
          <p:nvPr/>
        </p:nvSpPr>
        <p:spPr>
          <a:xfrm>
            <a:off x="8179003" y="5283404"/>
            <a:ext cx="63399" cy="1321003"/>
          </a:xfrm>
          <a:prstGeom prst="roundRect">
            <a:avLst>
              <a:gd name="adj" fmla="val 147928"/>
            </a:avLst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9" name="Text 14"/>
          <p:cNvSpPr txBox="1"/>
          <p:nvPr/>
        </p:nvSpPr>
        <p:spPr>
          <a:xfrm>
            <a:off x="8858097" y="5488229"/>
            <a:ext cx="29900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6A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配列の場合 </a:t>
            </a:r>
            <a:endParaRPr lang="en-US" sz="1267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3504" b="-3504"/>
          <a:stretch/>
        </p:blipFill>
        <p:spPr>
          <a:xfrm>
            <a:off x="8394801" y="5488229"/>
            <a:ext cx="387096" cy="36819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94801" y="5932628"/>
            <a:ext cx="3443631" cy="47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データが </a:t>
            </a:r>
            <a:r>
              <a:rPr lang="en-US" sz="1067" b="1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の配列なら、自動で </a:t>
            </a:r>
            <a:r>
              <a:rPr lang="en-US" sz="1067" b="1">
                <a:solidFill>
                  <a:srgbClr val="158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 to each</a:t>
            </a:r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が適用されます。 </a:t>
            </a:r>
            <a:endParaRPr lang="en-US" sz="1067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736397" y="1321003"/>
            <a:ext cx="476097" cy="3810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254203" y="2260397"/>
            <a:ext cx="3492399" cy="281940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24" name="Shape 17"/>
          <p:cNvSpPr/>
          <p:nvPr/>
        </p:nvSpPr>
        <p:spPr>
          <a:xfrm>
            <a:off x="254203" y="2260397"/>
            <a:ext cx="3492399" cy="76200"/>
          </a:xfrm>
          <a:prstGeom prst="roundRect">
            <a:avLst>
              <a:gd name="adj" fmla="val 86486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220" r="-220"/>
          <a:stretch/>
        </p:blipFill>
        <p:spPr>
          <a:xfrm>
            <a:off x="1369162" y="2133601"/>
            <a:ext cx="1263701" cy="33040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44168" y="2133601"/>
            <a:ext cx="1314297" cy="33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467"/>
          </a:p>
        </p:txBody>
      </p:sp>
      <p:sp>
        <p:nvSpPr>
          <p:cNvPr id="27" name="Text 19"/>
          <p:cNvSpPr txBox="1"/>
          <p:nvPr/>
        </p:nvSpPr>
        <p:spPr>
          <a:xfrm>
            <a:off x="393802" y="2692603"/>
            <a:ext cx="32132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ただの文字列</a:t>
            </a:r>
            <a:endParaRPr lang="en-US" sz="160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l="-5" r="-5"/>
          <a:stretch/>
        </p:blipFill>
        <p:spPr>
          <a:xfrm>
            <a:off x="457200" y="3149803"/>
            <a:ext cx="3082137" cy="6858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15696" y="3308298"/>
            <a:ext cx="2821229" cy="176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67"/>
          </a:p>
          <a:p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"body"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067"/>
          </a:p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67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67"/>
          </a:p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67"/>
          </a:p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[...]</a:t>
            </a:r>
            <a:endParaRPr lang="en-US" sz="1067"/>
          </a:p>
          <a:p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67"/>
          </a:p>
          <a:p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endParaRPr lang="en-US" sz="1067"/>
          </a:p>
        </p:txBody>
      </p:sp>
      <p:sp>
        <p:nvSpPr>
          <p:cNvPr id="30" name="Text 21"/>
          <p:cNvSpPr txBox="1"/>
          <p:nvPr/>
        </p:nvSpPr>
        <p:spPr>
          <a:xfrm>
            <a:off x="615697" y="3567380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"body"</a:t>
            </a:r>
            <a:endParaRPr lang="en-US" sz="1067"/>
          </a:p>
        </p:txBody>
      </p:sp>
      <p:sp>
        <p:nvSpPr>
          <p:cNvPr id="31" name="Text 22"/>
          <p:cNvSpPr txBox="1"/>
          <p:nvPr/>
        </p:nvSpPr>
        <p:spPr>
          <a:xfrm>
            <a:off x="615696" y="3794151"/>
            <a:ext cx="387705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endParaRPr lang="en-US" sz="1067"/>
          </a:p>
        </p:txBody>
      </p:sp>
      <p:sp>
        <p:nvSpPr>
          <p:cNvPr id="32" name="Text 23"/>
          <p:cNvSpPr txBox="1"/>
          <p:nvPr/>
        </p:nvSpPr>
        <p:spPr>
          <a:xfrm>
            <a:off x="1119225" y="3794151"/>
            <a:ext cx="304800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endParaRPr lang="en-US" sz="1067"/>
          </a:p>
        </p:txBody>
      </p:sp>
      <p:sp>
        <p:nvSpPr>
          <p:cNvPr id="33" name="Text 24"/>
          <p:cNvSpPr txBox="1"/>
          <p:nvPr/>
        </p:nvSpPr>
        <p:spPr>
          <a:xfrm>
            <a:off x="615697" y="4020922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1067"/>
          </a:p>
        </p:txBody>
      </p:sp>
      <p:sp>
        <p:nvSpPr>
          <p:cNvPr id="34" name="Text 25"/>
          <p:cNvSpPr txBox="1"/>
          <p:nvPr/>
        </p:nvSpPr>
        <p:spPr>
          <a:xfrm>
            <a:off x="1286866" y="4020922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endParaRPr lang="en-US" sz="1067"/>
          </a:p>
        </p:txBody>
      </p:sp>
      <p:sp>
        <p:nvSpPr>
          <p:cNvPr id="35" name="Text 26"/>
          <p:cNvSpPr txBox="1"/>
          <p:nvPr/>
        </p:nvSpPr>
        <p:spPr>
          <a:xfrm>
            <a:off x="615697" y="4248303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endParaRPr lang="en-US" sz="1067"/>
          </a:p>
        </p:txBody>
      </p:sp>
      <p:sp>
        <p:nvSpPr>
          <p:cNvPr id="37" name="Shape 27"/>
          <p:cNvSpPr/>
          <p:nvPr/>
        </p:nvSpPr>
        <p:spPr>
          <a:xfrm>
            <a:off x="457200" y="3988004"/>
            <a:ext cx="3086405" cy="888797"/>
          </a:xfrm>
          <a:prstGeom prst="roundRect">
            <a:avLst>
              <a:gd name="adj" fmla="val 15677"/>
            </a:avLst>
          </a:prstGeom>
          <a:solidFill>
            <a:srgbClr val="FEF2F2"/>
          </a:solidFill>
          <a:ln w="254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0"/>
          <a:srcRect t="-5600" b="-5600"/>
          <a:stretch/>
        </p:blipFill>
        <p:spPr>
          <a:xfrm>
            <a:off x="596799" y="4127602"/>
            <a:ext cx="228600" cy="254203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27201" y="4127602"/>
            <a:ext cx="1172871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項目を選べない</a:t>
            </a:r>
            <a:endParaRPr lang="en-US" sz="120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rcRect t="-5600" b="-5600"/>
          <a:stretch/>
        </p:blipFill>
        <p:spPr>
          <a:xfrm>
            <a:off x="596799" y="4482999"/>
            <a:ext cx="228600" cy="254203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27201" y="4482999"/>
            <a:ext cx="134416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全部ひとかたまり</a:t>
            </a:r>
            <a:endParaRPr lang="en-US" sz="120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>
            <a:alphaModFix amt="60000"/>
          </a:blip>
          <a:srcRect l="-27" r="-27"/>
          <a:stretch/>
        </p:blipFill>
        <p:spPr>
          <a:xfrm>
            <a:off x="3903879" y="3441801"/>
            <a:ext cx="285903" cy="457200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4351935" y="2260397"/>
            <a:ext cx="3492399" cy="281940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44" name="Shape 31"/>
          <p:cNvSpPr/>
          <p:nvPr/>
        </p:nvSpPr>
        <p:spPr>
          <a:xfrm>
            <a:off x="4351935" y="2260397"/>
            <a:ext cx="3492399" cy="76200"/>
          </a:xfrm>
          <a:prstGeom prst="roundRect">
            <a:avLst>
              <a:gd name="adj" fmla="val 8648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2"/>
          <a:srcRect l="-19" r="-19"/>
          <a:stretch/>
        </p:blipFill>
        <p:spPr>
          <a:xfrm>
            <a:off x="5280965" y="2133601"/>
            <a:ext cx="1631899" cy="33040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248047" y="2133601"/>
            <a:ext cx="1697736" cy="33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の解析</a:t>
            </a:r>
            <a:endParaRPr lang="en-US" sz="1467"/>
          </a:p>
        </p:txBody>
      </p:sp>
      <p:sp>
        <p:nvSpPr>
          <p:cNvPr id="47" name="Text 33"/>
          <p:cNvSpPr txBox="1"/>
          <p:nvPr/>
        </p:nvSpPr>
        <p:spPr>
          <a:xfrm>
            <a:off x="4491533" y="2692603"/>
            <a:ext cx="32132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007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スキーマ（設計図）</a:t>
            </a:r>
            <a:endParaRPr lang="en-US" sz="1600"/>
          </a:p>
        </p:txBody>
      </p:sp>
      <p:sp>
        <p:nvSpPr>
          <p:cNvPr id="48" name="Shape 34"/>
          <p:cNvSpPr/>
          <p:nvPr/>
        </p:nvSpPr>
        <p:spPr>
          <a:xfrm>
            <a:off x="4554932" y="3149803"/>
            <a:ext cx="3086405" cy="1365504"/>
          </a:xfrm>
          <a:prstGeom prst="roundRect">
            <a:avLst>
              <a:gd name="adj" fmla="val 4983"/>
            </a:avLst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3">
            <a:alphaModFix amt="20000"/>
          </a:blip>
          <a:srcRect l="-27" r="-27"/>
          <a:stretch/>
        </p:blipFill>
        <p:spPr>
          <a:xfrm>
            <a:off x="7237171" y="3213201"/>
            <a:ext cx="285903" cy="381000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4720133" y="3315005"/>
            <a:ext cx="2807208" cy="103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</a:t>
            </a:r>
            <a:r>
              <a:rPr lang="en-US" sz="1000" b="1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00"/>
          </a:p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"properties"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000"/>
          </a:p>
          <a:p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"id": { "type": "</a:t>
            </a:r>
            <a:r>
              <a:rPr lang="en-US" sz="1000" b="1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},</a:t>
            </a:r>
            <a:endParaRPr lang="en-US" sz="1000"/>
          </a:p>
          <a:p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"name": { "type": "</a:t>
            </a:r>
            <a:r>
              <a:rPr lang="en-US" sz="1000" b="1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1000"/>
          </a:p>
          <a:p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endParaRPr lang="en-US" sz="1000"/>
          </a:p>
        </p:txBody>
      </p:sp>
      <p:sp>
        <p:nvSpPr>
          <p:cNvPr id="51" name="Text 36"/>
          <p:cNvSpPr txBox="1"/>
          <p:nvPr/>
        </p:nvSpPr>
        <p:spPr>
          <a:xfrm>
            <a:off x="4720133" y="3339999"/>
            <a:ext cx="514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endParaRPr lang="en-US" sz="1000"/>
          </a:p>
        </p:txBody>
      </p:sp>
      <p:sp>
        <p:nvSpPr>
          <p:cNvPr id="52" name="Shape 37"/>
          <p:cNvSpPr/>
          <p:nvPr/>
        </p:nvSpPr>
        <p:spPr>
          <a:xfrm>
            <a:off x="5405933" y="3339999"/>
            <a:ext cx="565099" cy="146304"/>
          </a:xfrm>
          <a:prstGeom prst="roundRect">
            <a:avLst>
              <a:gd name="adj" fmla="val 144928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3" name="Text 38"/>
          <p:cNvSpPr txBox="1"/>
          <p:nvPr/>
        </p:nvSpPr>
        <p:spPr>
          <a:xfrm>
            <a:off x="5405933" y="3339999"/>
            <a:ext cx="616305" cy="1463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0" rtlCol="0" anchor="ctr"/>
          <a:lstStyle/>
          <a:p>
            <a:r>
              <a:rPr lang="en-US" sz="1000" b="1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000"/>
          </a:p>
        </p:txBody>
      </p:sp>
      <p:sp>
        <p:nvSpPr>
          <p:cNvPr id="54" name="Text 39"/>
          <p:cNvSpPr txBox="1"/>
          <p:nvPr/>
        </p:nvSpPr>
        <p:spPr>
          <a:xfrm>
            <a:off x="4720133" y="3546653"/>
            <a:ext cx="9717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"properties"</a:t>
            </a:r>
            <a:endParaRPr lang="en-US" sz="1000"/>
          </a:p>
        </p:txBody>
      </p:sp>
      <p:sp>
        <p:nvSpPr>
          <p:cNvPr id="55" name="Shape 40"/>
          <p:cNvSpPr/>
          <p:nvPr/>
        </p:nvSpPr>
        <p:spPr>
          <a:xfrm>
            <a:off x="6015533" y="3752697"/>
            <a:ext cx="641299" cy="146304"/>
          </a:xfrm>
          <a:prstGeom prst="roundRect">
            <a:avLst>
              <a:gd name="adj" fmla="val 14492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6" name="Text 41"/>
          <p:cNvSpPr txBox="1"/>
          <p:nvPr/>
        </p:nvSpPr>
        <p:spPr>
          <a:xfrm>
            <a:off x="6015533" y="3752697"/>
            <a:ext cx="692505" cy="1463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0" rtlCol="0" anchor="ctr"/>
          <a:lstStyle/>
          <a:p>
            <a:r>
              <a:rPr lang="en-US" sz="1000" b="1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000"/>
          </a:p>
        </p:txBody>
      </p:sp>
      <p:sp>
        <p:nvSpPr>
          <p:cNvPr id="57" name="Shape 42"/>
          <p:cNvSpPr/>
          <p:nvPr/>
        </p:nvSpPr>
        <p:spPr>
          <a:xfrm>
            <a:off x="6167933" y="3959352"/>
            <a:ext cx="565099" cy="146304"/>
          </a:xfrm>
          <a:prstGeom prst="roundRect">
            <a:avLst>
              <a:gd name="adj" fmla="val 144928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8" name="Text 43"/>
          <p:cNvSpPr txBox="1"/>
          <p:nvPr/>
        </p:nvSpPr>
        <p:spPr>
          <a:xfrm>
            <a:off x="6167933" y="3959352"/>
            <a:ext cx="616305" cy="1463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0" rtlCol="0" anchor="ctr"/>
          <a:lstStyle/>
          <a:p>
            <a:r>
              <a:rPr lang="en-US" sz="1000" b="1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rcRect t="-9" b="-9"/>
          <a:stretch/>
        </p:blipFill>
        <p:spPr>
          <a:xfrm>
            <a:off x="4554932" y="4664050"/>
            <a:ext cx="3082137" cy="1257605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4625035" y="4797552"/>
            <a:ext cx="2946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07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ここがポイント！</a:t>
            </a:r>
            <a:endParaRPr lang="en-US" sz="1200"/>
          </a:p>
        </p:txBody>
      </p:sp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15"/>
          <a:srcRect l="-61" r="-61"/>
          <a:stretch/>
        </p:blipFill>
        <p:spPr>
          <a:xfrm>
            <a:off x="5207813" y="5076749"/>
            <a:ext cx="1778203" cy="425501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5177333" y="5076749"/>
            <a:ext cx="1840383" cy="42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7" b="1">
                <a:solidFill>
                  <a:srgbClr val="007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サンプルから生成</a:t>
            </a:r>
            <a:endParaRPr lang="en-US" sz="1267"/>
          </a:p>
        </p:txBody>
      </p:sp>
      <p:sp>
        <p:nvSpPr>
          <p:cNvPr id="63" name="Text 46"/>
          <p:cNvSpPr txBox="1"/>
          <p:nvPr/>
        </p:nvSpPr>
        <p:spPr>
          <a:xfrm>
            <a:off x="4625035" y="5578449"/>
            <a:ext cx="2946807" cy="20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実際のデータ例を貼るだけ！</a:t>
            </a:r>
            <a:endParaRPr lang="en-US" sz="1067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1">
            <a:alphaModFix amt="60000"/>
          </a:blip>
          <a:srcRect l="-27" r="-27"/>
          <a:stretch/>
        </p:blipFill>
        <p:spPr>
          <a:xfrm>
            <a:off x="8002219" y="3441801"/>
            <a:ext cx="285903" cy="457200"/>
          </a:xfrm>
          <a:prstGeom prst="rect">
            <a:avLst/>
          </a:prstGeom>
        </p:spPr>
      </p:pic>
      <p:sp>
        <p:nvSpPr>
          <p:cNvPr id="65" name="Shape 47"/>
          <p:cNvSpPr/>
          <p:nvPr/>
        </p:nvSpPr>
        <p:spPr>
          <a:xfrm>
            <a:off x="8449665" y="2260397"/>
            <a:ext cx="3492399" cy="281940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66" name="Shape 48"/>
          <p:cNvSpPr/>
          <p:nvPr/>
        </p:nvSpPr>
        <p:spPr>
          <a:xfrm>
            <a:off x="8449665" y="2260397"/>
            <a:ext cx="3492399" cy="76200"/>
          </a:xfrm>
          <a:prstGeom prst="roundRect">
            <a:avLst>
              <a:gd name="adj" fmla="val 86486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6"/>
          <a:srcRect l="-124" r="-124"/>
          <a:stretch/>
        </p:blipFill>
        <p:spPr>
          <a:xfrm>
            <a:off x="9649359" y="2133601"/>
            <a:ext cx="1092403" cy="330403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9627413" y="2133601"/>
            <a:ext cx="1136295" cy="33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1467"/>
          </a:p>
        </p:txBody>
      </p:sp>
      <p:sp>
        <p:nvSpPr>
          <p:cNvPr id="69" name="Text 50"/>
          <p:cNvSpPr txBox="1"/>
          <p:nvPr/>
        </p:nvSpPr>
        <p:spPr>
          <a:xfrm>
            <a:off x="8589264" y="2692603"/>
            <a:ext cx="32132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158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使いやすいデータに！</a:t>
            </a:r>
            <a:endParaRPr lang="en-US" sz="1600"/>
          </a:p>
        </p:txBody>
      </p:sp>
      <p:pic>
        <p:nvPicPr>
          <p:cNvPr id="70" name="Image 17" descr="preencoded.png"/>
          <p:cNvPicPr>
            <a:picLocks noChangeAspect="1"/>
          </p:cNvPicPr>
          <p:nvPr/>
        </p:nvPicPr>
        <p:blipFill>
          <a:blip r:embed="rId17"/>
          <a:srcRect t="-3" b="-3"/>
          <a:stretch/>
        </p:blipFill>
        <p:spPr>
          <a:xfrm>
            <a:off x="8652663" y="3149804"/>
            <a:ext cx="3082137" cy="1943405"/>
          </a:xfrm>
          <a:prstGeom prst="rect">
            <a:avLst/>
          </a:prstGeom>
        </p:spPr>
      </p:pic>
      <p:sp>
        <p:nvSpPr>
          <p:cNvPr id="71" name="Shape 51"/>
          <p:cNvSpPr/>
          <p:nvPr/>
        </p:nvSpPr>
        <p:spPr>
          <a:xfrm>
            <a:off x="8811769" y="3594201"/>
            <a:ext cx="2768803" cy="609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18"/>
          <a:srcRect t="-16524" b="-16524"/>
          <a:stretch/>
        </p:blipFill>
        <p:spPr>
          <a:xfrm>
            <a:off x="8811768" y="3311348"/>
            <a:ext cx="133503" cy="202997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9021471" y="3308299"/>
            <a:ext cx="10369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動的コンテンツ</a:t>
            </a:r>
            <a:endParaRPr lang="en-US" sz="1067"/>
          </a:p>
        </p:txBody>
      </p:sp>
      <p:pic>
        <p:nvPicPr>
          <p:cNvPr id="74" name="Image 19" descr="preencoded.png"/>
          <p:cNvPicPr>
            <a:picLocks noChangeAspect="1"/>
          </p:cNvPicPr>
          <p:nvPr/>
        </p:nvPicPr>
        <p:blipFill>
          <a:blip r:embed="rId19"/>
          <a:srcRect l="-8" r="-8"/>
          <a:stretch/>
        </p:blipFill>
        <p:spPr>
          <a:xfrm>
            <a:off x="8811768" y="3702101"/>
            <a:ext cx="2764536" cy="565099"/>
          </a:xfrm>
          <a:prstGeom prst="rect">
            <a:avLst/>
          </a:prstGeom>
        </p:spPr>
      </p:pic>
      <p:sp>
        <p:nvSpPr>
          <p:cNvPr id="75" name="Shape 53"/>
          <p:cNvSpPr/>
          <p:nvPr/>
        </p:nvSpPr>
        <p:spPr>
          <a:xfrm>
            <a:off x="8919668" y="3819754"/>
            <a:ext cx="254203" cy="330403"/>
          </a:xfrm>
          <a:prstGeom prst="roundRect">
            <a:avLst>
              <a:gd name="adj" fmla="val 71942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20"/>
          <a:srcRect t="-16600" b="-16600"/>
          <a:stretch/>
        </p:blipFill>
        <p:spPr>
          <a:xfrm>
            <a:off x="8970264" y="3870351"/>
            <a:ext cx="152400" cy="202997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9275064" y="3810000"/>
            <a:ext cx="260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</a:t>
            </a:r>
            <a:endParaRPr lang="en-US" sz="1200"/>
          </a:p>
        </p:txBody>
      </p:sp>
      <p:sp>
        <p:nvSpPr>
          <p:cNvPr id="78" name="Text 55"/>
          <p:cNvSpPr txBox="1"/>
          <p:nvPr/>
        </p:nvSpPr>
        <p:spPr>
          <a:xfrm>
            <a:off x="9275064" y="3988004"/>
            <a:ext cx="26090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endParaRPr lang="en-US" sz="867"/>
          </a:p>
        </p:txBody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19"/>
          <a:srcRect l="-8" r="-8"/>
          <a:stretch/>
        </p:blipFill>
        <p:spPr>
          <a:xfrm>
            <a:off x="8811768" y="4369004"/>
            <a:ext cx="2764536" cy="565099"/>
          </a:xfrm>
          <a:prstGeom prst="rect">
            <a:avLst/>
          </a:prstGeom>
        </p:spPr>
      </p:pic>
      <p:sp>
        <p:nvSpPr>
          <p:cNvPr id="80" name="Shape 56"/>
          <p:cNvSpPr/>
          <p:nvPr/>
        </p:nvSpPr>
        <p:spPr>
          <a:xfrm>
            <a:off x="8919667" y="4486047"/>
            <a:ext cx="234696" cy="330403"/>
          </a:xfrm>
          <a:prstGeom prst="roundRect">
            <a:avLst>
              <a:gd name="adj" fmla="val 8424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21"/>
          <a:srcRect t="-16524" b="-16524"/>
          <a:stretch/>
        </p:blipFill>
        <p:spPr>
          <a:xfrm>
            <a:off x="8970264" y="4537253"/>
            <a:ext cx="133503" cy="202997"/>
          </a:xfrm>
          <a:prstGeom prst="rect">
            <a:avLst/>
          </a:prstGeom>
        </p:spPr>
      </p:pic>
      <p:sp>
        <p:nvSpPr>
          <p:cNvPr id="82" name="Text 57"/>
          <p:cNvSpPr txBox="1"/>
          <p:nvPr/>
        </p:nvSpPr>
        <p:spPr>
          <a:xfrm>
            <a:off x="9256167" y="4476903"/>
            <a:ext cx="463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name</a:t>
            </a:r>
            <a:endParaRPr lang="en-US" sz="1200"/>
          </a:p>
        </p:txBody>
      </p:sp>
      <p:sp>
        <p:nvSpPr>
          <p:cNvPr id="83" name="Text 58"/>
          <p:cNvSpPr txBox="1"/>
          <p:nvPr/>
        </p:nvSpPr>
        <p:spPr>
          <a:xfrm>
            <a:off x="9256167" y="4654297"/>
            <a:ext cx="463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endParaRPr lang="en-US" sz="867"/>
          </a:p>
        </p:txBody>
      </p:sp>
      <p:sp>
        <p:nvSpPr>
          <p:cNvPr id="84" name="Shape 59"/>
          <p:cNvSpPr/>
          <p:nvPr/>
        </p:nvSpPr>
        <p:spPr>
          <a:xfrm>
            <a:off x="8652663" y="5244999"/>
            <a:ext cx="3086405" cy="888797"/>
          </a:xfrm>
          <a:prstGeom prst="roundRect">
            <a:avLst>
              <a:gd name="adj" fmla="val 15677"/>
            </a:avLst>
          </a:prstGeom>
          <a:solidFill>
            <a:srgbClr val="F0FDF4"/>
          </a:solidFill>
          <a:ln w="254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85" name="Image 23" descr="preencoded.png"/>
          <p:cNvPicPr>
            <a:picLocks noChangeAspect="1"/>
          </p:cNvPicPr>
          <p:nvPr/>
        </p:nvPicPr>
        <p:blipFill>
          <a:blip r:embed="rId22"/>
          <a:srcRect t="-5600" b="-5600"/>
          <a:stretch/>
        </p:blipFill>
        <p:spPr>
          <a:xfrm>
            <a:off x="8792871" y="5384597"/>
            <a:ext cx="228600" cy="254203"/>
          </a:xfrm>
          <a:prstGeom prst="rect">
            <a:avLst/>
          </a:prstGeom>
        </p:spPr>
      </p:pic>
      <p:sp>
        <p:nvSpPr>
          <p:cNvPr id="86" name="Text 60"/>
          <p:cNvSpPr txBox="1"/>
          <p:nvPr/>
        </p:nvSpPr>
        <p:spPr>
          <a:xfrm>
            <a:off x="9122664" y="5384597"/>
            <a:ext cx="116616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項目を選べる！</a:t>
            </a:r>
            <a:endParaRPr lang="en-US" sz="1200"/>
          </a:p>
        </p:txBody>
      </p:sp>
      <p:pic>
        <p:nvPicPr>
          <p:cNvPr id="87" name="Image 24" descr="preencoded.png"/>
          <p:cNvPicPr>
            <a:picLocks noChangeAspect="1"/>
          </p:cNvPicPr>
          <p:nvPr/>
        </p:nvPicPr>
        <p:blipFill>
          <a:blip r:embed="rId22"/>
          <a:srcRect t="-5600" b="-5600"/>
          <a:stretch/>
        </p:blipFill>
        <p:spPr>
          <a:xfrm>
            <a:off x="8792871" y="5740604"/>
            <a:ext cx="228600" cy="254203"/>
          </a:xfrm>
          <a:prstGeom prst="rect">
            <a:avLst/>
          </a:prstGeom>
        </p:spPr>
      </p:pic>
      <p:sp>
        <p:nvSpPr>
          <p:cNvPr id="88" name="Text 61"/>
          <p:cNvSpPr txBox="1"/>
          <p:nvPr/>
        </p:nvSpPr>
        <p:spPr>
          <a:xfrm>
            <a:off x="9122664" y="5740604"/>
            <a:ext cx="1172871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後の処理がラク</a:t>
            </a:r>
            <a:endParaRPr lang="en-US" sz="1200"/>
          </a:p>
        </p:txBody>
      </p:sp>
      <p:pic>
        <p:nvPicPr>
          <p:cNvPr id="89" name="Image 25" descr="preencoded.png"/>
          <p:cNvPicPr>
            <a:picLocks noChangeAspect="1"/>
          </p:cNvPicPr>
          <p:nvPr/>
        </p:nvPicPr>
        <p:blipFill>
          <a:blip r:embed="rId23"/>
          <a:srcRect t="-14" b="-14"/>
          <a:stretch/>
        </p:blipFill>
        <p:spPr>
          <a:xfrm>
            <a:off x="0" y="1"/>
            <a:ext cx="12192000" cy="711403"/>
          </a:xfrm>
          <a:prstGeom prst="rect">
            <a:avLst/>
          </a:prstGeom>
        </p:spPr>
      </p:pic>
      <p:sp>
        <p:nvSpPr>
          <p:cNvPr id="90" name="Shape 62"/>
          <p:cNvSpPr/>
          <p:nvPr/>
        </p:nvSpPr>
        <p:spPr>
          <a:xfrm>
            <a:off x="304800" y="98145"/>
            <a:ext cx="470001" cy="514503"/>
          </a:xfrm>
          <a:prstGeom prst="roundRect">
            <a:avLst>
              <a:gd name="adj" fmla="val 4206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91" name="Text 63"/>
          <p:cNvSpPr txBox="1"/>
          <p:nvPr/>
        </p:nvSpPr>
        <p:spPr>
          <a:xfrm>
            <a:off x="927201" y="165201"/>
            <a:ext cx="55376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JSON の解析 </a:t>
            </a:r>
            <a:r>
              <a:rPr lang="en-US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(Parse JSON)</a:t>
            </a:r>
            <a:endParaRPr lang="en-US" sz="3000"/>
          </a:p>
        </p:txBody>
      </p:sp>
      <p:pic>
        <p:nvPicPr>
          <p:cNvPr id="92" name="Image 26" descr="preencoded.png"/>
          <p:cNvPicPr>
            <a:picLocks noChangeAspect="1"/>
          </p:cNvPicPr>
          <p:nvPr/>
        </p:nvPicPr>
        <p:blipFill>
          <a:blip r:embed="rId24"/>
          <a:srcRect l="-57" r="-57"/>
          <a:stretch/>
        </p:blipFill>
        <p:spPr>
          <a:xfrm>
            <a:off x="406604" y="199949"/>
            <a:ext cx="267005" cy="304800"/>
          </a:xfrm>
          <a:prstGeom prst="rect">
            <a:avLst/>
          </a:prstGeom>
        </p:spPr>
      </p:pic>
      <p:sp>
        <p:nvSpPr>
          <p:cNvPr id="93" name="Text 64"/>
          <p:cNvSpPr txBox="1"/>
          <p:nvPr/>
        </p:nvSpPr>
        <p:spPr>
          <a:xfrm>
            <a:off x="10739324" y="139599"/>
            <a:ext cx="150936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FFFF">
                    <a:alpha val="90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PA45 Vol.5</a:t>
            </a:r>
            <a:endParaRPr lang="en-US"/>
          </a:p>
        </p:txBody>
      </p:sp>
      <p:sp>
        <p:nvSpPr>
          <p:cNvPr id="94" name="Text 65"/>
          <p:cNvSpPr txBox="1"/>
          <p:nvPr/>
        </p:nvSpPr>
        <p:spPr>
          <a:xfrm>
            <a:off x="10558272" y="393802"/>
            <a:ext cx="1542288" cy="178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kern="0" spc="50">
                <a:solidFill>
                  <a:srgbClr val="FFFFFF">
                    <a:alpha val="80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 解説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15642</TotalTime>
  <Words>2683</Words>
  <Application>Microsoft Office PowerPoint</Application>
  <PresentationFormat>ワイド画面</PresentationFormat>
  <Paragraphs>484</Paragraphs>
  <Slides>30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8" baseType="lpstr">
      <vt:lpstr>Noto Sans JP</vt:lpstr>
      <vt:lpstr>ui-monospace</vt:lpstr>
      <vt:lpstr>游ゴシック</vt:lpstr>
      <vt:lpstr>游ゴシック</vt:lpstr>
      <vt:lpstr>游ゴシック Light</vt:lpstr>
      <vt:lpstr>Arial</vt:lpstr>
      <vt:lpstr>Consolas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Ueda Isamu</dc:creator>
  <cp:lastModifiedBy>Ueda Isamu</cp:lastModifiedBy>
  <cp:revision>1</cp:revision>
  <dcterms:created xsi:type="dcterms:W3CDTF">2026-01-27T09:45:21Z</dcterms:created>
  <dcterms:modified xsi:type="dcterms:W3CDTF">2026-03-03T11:51:19Z</dcterms:modified>
</cp:coreProperties>
</file>