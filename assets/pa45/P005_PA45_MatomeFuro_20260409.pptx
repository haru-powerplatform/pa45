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2"/>
    <p:sldId id="256" r:id="rId3"/>
    <p:sldId id="271" r:id="rId4"/>
    <p:sldId id="259" r:id="rId5"/>
    <p:sldId id="261" r:id="rId6"/>
    <p:sldId id="262" r:id="rId7"/>
    <p:sldId id="264" r:id="rId8"/>
    <p:sldId id="272" r:id="rId9"/>
    <p:sldId id="268" r:id="rId10"/>
    <p:sldId id="258" r:id="rId11"/>
    <p:sldId id="269"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E3632E-FE63-4BBD-9645-A4ADC8EE0CD7}" v="23" dt="2026-04-03T12:36:34.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83" d="100"/>
          <a:sy n="83" d="100"/>
        </p:scale>
        <p:origin x="2181"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4-03T12:39:30.685" v="588" actId="1076"/>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addSp delSp modSp mod">
        <pc:chgData name="Ueda Isamu" userId="35289799e0376f2e" providerId="LiveId" clId="{DD31E282-B62B-4911-91B6-43B1B98908F9}" dt="2026-04-03T12:39:30.685" v="588" actId="1076"/>
        <pc:sldMkLst>
          <pc:docMk/>
          <pc:sldMk cId="0" sldId="259"/>
        </pc:sldMkLst>
        <pc:spChg chg="mod">
          <ac:chgData name="Ueda Isamu" userId="35289799e0376f2e" providerId="LiveId" clId="{DD31E282-B62B-4911-91B6-43B1B98908F9}" dt="2026-04-03T12:39:23.880" v="587" actId="1076"/>
          <ac:spMkLst>
            <pc:docMk/>
            <pc:sldMk cId="0" sldId="259"/>
            <ac:spMk id="4" creationId="{00000000-0000-0000-0000-000000000000}"/>
          </ac:spMkLst>
        </pc:spChg>
        <pc:spChg chg="add del mod">
          <ac:chgData name="Ueda Isamu" userId="35289799e0376f2e" providerId="LiveId" clId="{DD31E282-B62B-4911-91B6-43B1B98908F9}" dt="2026-04-03T12:37:57.340" v="562" actId="1076"/>
          <ac:spMkLst>
            <pc:docMk/>
            <pc:sldMk cId="0" sldId="259"/>
            <ac:spMk id="5" creationId="{00000000-0000-0000-0000-000000000000}"/>
          </ac:spMkLst>
        </pc:spChg>
        <pc:spChg chg="mod">
          <ac:chgData name="Ueda Isamu" userId="35289799e0376f2e" providerId="LiveId" clId="{DD31E282-B62B-4911-91B6-43B1B98908F9}" dt="2026-04-03T12:38:07.987" v="572" actId="1036"/>
          <ac:spMkLst>
            <pc:docMk/>
            <pc:sldMk cId="0" sldId="259"/>
            <ac:spMk id="7" creationId="{00000000-0000-0000-0000-000000000000}"/>
          </ac:spMkLst>
        </pc:spChg>
        <pc:spChg chg="mod">
          <ac:chgData name="Ueda Isamu" userId="35289799e0376f2e" providerId="LiveId" clId="{DD31E282-B62B-4911-91B6-43B1B98908F9}" dt="2026-04-03T12:39:13.506" v="585" actId="14100"/>
          <ac:spMkLst>
            <pc:docMk/>
            <pc:sldMk cId="0" sldId="259"/>
            <ac:spMk id="8" creationId="{00000000-0000-0000-0000-000000000000}"/>
          </ac:spMkLst>
        </pc:spChg>
        <pc:spChg chg="mod">
          <ac:chgData name="Ueda Isamu" userId="35289799e0376f2e" providerId="LiveId" clId="{DD31E282-B62B-4911-91B6-43B1B98908F9}" dt="2026-04-03T12:39:17.956" v="586" actId="1076"/>
          <ac:spMkLst>
            <pc:docMk/>
            <pc:sldMk cId="0" sldId="259"/>
            <ac:spMk id="9" creationId="{00000000-0000-0000-0000-000000000000}"/>
          </ac:spMkLst>
        </pc:spChg>
        <pc:spChg chg="mod">
          <ac:chgData name="Ueda Isamu" userId="35289799e0376f2e" providerId="LiveId" clId="{DD31E282-B62B-4911-91B6-43B1B98908F9}" dt="2026-04-03T12:37:35.518" v="542" actId="1076"/>
          <ac:spMkLst>
            <pc:docMk/>
            <pc:sldMk cId="0" sldId="259"/>
            <ac:spMk id="10" creationId="{00000000-0000-0000-0000-000000000000}"/>
          </ac:spMkLst>
        </pc:spChg>
        <pc:spChg chg="mod">
          <ac:chgData name="Ueda Isamu" userId="35289799e0376f2e" providerId="LiveId" clId="{DD31E282-B62B-4911-91B6-43B1B98908F9}" dt="2026-04-03T12:37:40.613" v="543" actId="1076"/>
          <ac:spMkLst>
            <pc:docMk/>
            <pc:sldMk cId="0" sldId="259"/>
            <ac:spMk id="11" creationId="{00000000-0000-0000-0000-000000000000}"/>
          </ac:spMkLst>
        </pc:spChg>
        <pc:spChg chg="mod">
          <ac:chgData name="Ueda Isamu" userId="35289799e0376f2e" providerId="LiveId" clId="{DD31E282-B62B-4911-91B6-43B1B98908F9}" dt="2026-04-03T12:39:01.740" v="582" actId="1076"/>
          <ac:spMkLst>
            <pc:docMk/>
            <pc:sldMk cId="0" sldId="259"/>
            <ac:spMk id="12" creationId="{00000000-0000-0000-0000-000000000000}"/>
          </ac:spMkLst>
        </pc:spChg>
        <pc:spChg chg="mod">
          <ac:chgData name="Ueda Isamu" userId="35289799e0376f2e" providerId="LiveId" clId="{DD31E282-B62B-4911-91B6-43B1B98908F9}" dt="2026-04-03T12:39:30.685" v="588" actId="1076"/>
          <ac:spMkLst>
            <pc:docMk/>
            <pc:sldMk cId="0" sldId="259"/>
            <ac:spMk id="13" creationId="{00000000-0000-0000-0000-000000000000}"/>
          </ac:spMkLst>
        </pc:spChg>
        <pc:spChg chg="mod">
          <ac:chgData name="Ueda Isamu" userId="35289799e0376f2e" providerId="LiveId" clId="{DD31E282-B62B-4911-91B6-43B1B98908F9}" dt="2026-04-03T12:36:46.314" v="517" actId="1076"/>
          <ac:spMkLst>
            <pc:docMk/>
            <pc:sldMk cId="0" sldId="259"/>
            <ac:spMk id="14" creationId="{00000000-0000-0000-0000-000000000000}"/>
          </ac:spMkLst>
        </pc:spChg>
        <pc:spChg chg="mod">
          <ac:chgData name="Ueda Isamu" userId="35289799e0376f2e" providerId="LiveId" clId="{DD31E282-B62B-4911-91B6-43B1B98908F9}" dt="2026-04-03T12:34:36.249" v="462" actId="1076"/>
          <ac:spMkLst>
            <pc:docMk/>
            <pc:sldMk cId="0" sldId="259"/>
            <ac:spMk id="15" creationId="{00000000-0000-0000-0000-000000000000}"/>
          </ac:spMkLst>
        </pc:spChg>
        <pc:spChg chg="mod">
          <ac:chgData name="Ueda Isamu" userId="35289799e0376f2e" providerId="LiveId" clId="{DD31E282-B62B-4911-91B6-43B1B98908F9}" dt="2026-04-03T12:34:36.249" v="462" actId="1076"/>
          <ac:spMkLst>
            <pc:docMk/>
            <pc:sldMk cId="0" sldId="259"/>
            <ac:spMk id="16" creationId="{00000000-0000-0000-0000-000000000000}"/>
          </ac:spMkLst>
        </pc:spChg>
        <pc:spChg chg="mod">
          <ac:chgData name="Ueda Isamu" userId="35289799e0376f2e" providerId="LiveId" clId="{DD31E282-B62B-4911-91B6-43B1B98908F9}" dt="2026-04-03T12:34:36.249" v="462" actId="1076"/>
          <ac:spMkLst>
            <pc:docMk/>
            <pc:sldMk cId="0" sldId="259"/>
            <ac:spMk id="17" creationId="{00000000-0000-0000-0000-000000000000}"/>
          </ac:spMkLst>
        </pc:spChg>
        <pc:spChg chg="mod">
          <ac:chgData name="Ueda Isamu" userId="35289799e0376f2e" providerId="LiveId" clId="{DD31E282-B62B-4911-91B6-43B1B98908F9}" dt="2026-04-03T12:34:36.249" v="462" actId="1076"/>
          <ac:spMkLst>
            <pc:docMk/>
            <pc:sldMk cId="0" sldId="259"/>
            <ac:spMk id="18" creationId="{00000000-0000-0000-0000-000000000000}"/>
          </ac:spMkLst>
        </pc:spChg>
        <pc:spChg chg="del">
          <ac:chgData name="Ueda Isamu" userId="35289799e0376f2e" providerId="LiveId" clId="{DD31E282-B62B-4911-91B6-43B1B98908F9}" dt="2026-04-03T12:34:39.442" v="463" actId="478"/>
          <ac:spMkLst>
            <pc:docMk/>
            <pc:sldMk cId="0" sldId="259"/>
            <ac:spMk id="21" creationId="{00000000-0000-0000-0000-000000000000}"/>
          </ac:spMkLst>
        </pc:spChg>
        <pc:spChg chg="del">
          <ac:chgData name="Ueda Isamu" userId="35289799e0376f2e" providerId="LiveId" clId="{DD31E282-B62B-4911-91B6-43B1B98908F9}" dt="2026-04-03T12:34:11.269" v="435" actId="478"/>
          <ac:spMkLst>
            <pc:docMk/>
            <pc:sldMk cId="0" sldId="259"/>
            <ac:spMk id="23" creationId="{00000000-0000-0000-0000-000000000000}"/>
          </ac:spMkLst>
        </pc:spChg>
        <pc:spChg chg="add mod">
          <ac:chgData name="Ueda Isamu" userId="35289799e0376f2e" providerId="LiveId" clId="{DD31E282-B62B-4911-91B6-43B1B98908F9}" dt="2026-04-03T12:36:34.309" v="509" actId="571"/>
          <ac:spMkLst>
            <pc:docMk/>
            <pc:sldMk cId="0" sldId="259"/>
            <ac:spMk id="30" creationId="{47D4B9ED-4605-400D-36E8-7FF543493D42}"/>
          </ac:spMkLst>
        </pc:spChg>
        <pc:picChg chg="del">
          <ac:chgData name="Ueda Isamu" userId="35289799e0376f2e" providerId="LiveId" clId="{DD31E282-B62B-4911-91B6-43B1B98908F9}" dt="2026-04-03T12:33:52.257" v="432" actId="478"/>
          <ac:picMkLst>
            <pc:docMk/>
            <pc:sldMk cId="0" sldId="259"/>
            <ac:picMk id="20" creationId="{00000000-0000-0000-0000-000000000000}"/>
          </ac:picMkLst>
        </pc:picChg>
        <pc:picChg chg="del">
          <ac:chgData name="Ueda Isamu" userId="35289799e0376f2e" providerId="LiveId" clId="{DD31E282-B62B-4911-91B6-43B1B98908F9}" dt="2026-04-03T12:33:47.258" v="429" actId="478"/>
          <ac:picMkLst>
            <pc:docMk/>
            <pc:sldMk cId="0" sldId="259"/>
            <ac:picMk id="22" creationId="{00000000-0000-0000-0000-000000000000}"/>
          </ac:picMkLst>
        </pc:picChg>
        <pc:picChg chg="del">
          <ac:chgData name="Ueda Isamu" userId="35289799e0376f2e" providerId="LiveId" clId="{DD31E282-B62B-4911-91B6-43B1B98908F9}" dt="2026-04-03T12:33:45.890" v="428" actId="478"/>
          <ac:picMkLst>
            <pc:docMk/>
            <pc:sldMk cId="0" sldId="259"/>
            <ac:picMk id="24" creationId="{00000000-0000-0000-0000-000000000000}"/>
          </ac:picMkLst>
        </pc:picChg>
        <pc:picChg chg="mod">
          <ac:chgData name="Ueda Isamu" userId="35289799e0376f2e" providerId="LiveId" clId="{DD31E282-B62B-4911-91B6-43B1B98908F9}" dt="2026-04-03T12:34:45.699" v="464" actId="1076"/>
          <ac:picMkLst>
            <pc:docMk/>
            <pc:sldMk cId="0" sldId="259"/>
            <ac:picMk id="27" creationId="{00000000-0000-0000-0000-000000000000}"/>
          </ac:picMkLst>
        </pc:picChg>
        <pc:picChg chg="mod">
          <ac:chgData name="Ueda Isamu" userId="35289799e0376f2e" providerId="LiveId" clId="{DD31E282-B62B-4911-91B6-43B1B98908F9}" dt="2026-04-03T12:34:45.699" v="464" actId="1076"/>
          <ac:picMkLst>
            <pc:docMk/>
            <pc:sldMk cId="0" sldId="259"/>
            <ac:picMk id="28" creationId="{00000000-0000-0000-0000-000000000000}"/>
          </ac:picMkLst>
        </pc:picChg>
        <pc:picChg chg="add mod">
          <ac:chgData name="Ueda Isamu" userId="35289799e0376f2e" providerId="LiveId" clId="{DD31E282-B62B-4911-91B6-43B1B98908F9}" dt="2026-04-03T12:36:11.874" v="492" actId="1076"/>
          <ac:picMkLst>
            <pc:docMk/>
            <pc:sldMk cId="0" sldId="259"/>
            <ac:picMk id="29" creationId="{0A5D2121-E3AD-8CFB-9A1D-21A7BE0B1923}"/>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addSp delSp modSp mod">
        <pc:chgData name="Ueda Isamu" userId="35289799e0376f2e" providerId="LiveId" clId="{DD31E282-B62B-4911-91B6-43B1B98908F9}" dt="2026-04-03T12:36:34.349" v="51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4-03T12:36:34.349" v="515"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mod">
          <ac:chgData name="Ueda Isamu" userId="35289799e0376f2e" providerId="LiveId" clId="{DD31E282-B62B-4911-91B6-43B1B98908F9}" dt="2026-04-03T12:36:34.349" v="514" actId="27636"/>
          <ac:spMkLst>
            <pc:docMk/>
            <pc:sldMk cId="0" sldId="264"/>
            <ac:spMk id="25"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4-03T12:36:34.344" v="511"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4-03T12:36:34.349" v="512" actId="27636"/>
          <ac:spMkLst>
            <pc:docMk/>
            <pc:sldMk cId="0" sldId="264"/>
            <ac:spMk id="47" creationId="{00000000-0000-0000-0000-000000000000}"/>
          </ac:spMkLst>
        </pc:spChg>
        <pc:spChg chg="mod">
          <ac:chgData name="Ueda Isamu" userId="35289799e0376f2e" providerId="LiveId" clId="{DD31E282-B62B-4911-91B6-43B1B98908F9}" dt="2026-04-03T12:36:34.349" v="513"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4-03T12:36:34.344" v="510" actId="27636"/>
          <ac:spMkLst>
            <pc:docMk/>
            <pc:sldMk cId="0" sldId="264"/>
            <ac:spMk id="53"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26" Type="http://schemas.openxmlformats.org/officeDocument/2006/relationships/image" Target="../media/image34.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2" Type="http://schemas.openxmlformats.org/officeDocument/2006/relationships/notesSlide" Target="../notesSlides/notesSlide2.xml"/><Relationship Id="rId16" Type="http://schemas.openxmlformats.org/officeDocument/2006/relationships/image" Target="../media/image24.png"/><Relationship Id="rId20" Type="http://schemas.openxmlformats.org/officeDocument/2006/relationships/image" Target="../media/image28.png"/><Relationship Id="rId29"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24" Type="http://schemas.openxmlformats.org/officeDocument/2006/relationships/image" Target="../media/image32.png"/><Relationship Id="rId5" Type="http://schemas.openxmlformats.org/officeDocument/2006/relationships/image" Target="../media/image13.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10" Type="http://schemas.openxmlformats.org/officeDocument/2006/relationships/image" Target="../media/image18.png"/><Relationship Id="rId19" Type="http://schemas.openxmlformats.org/officeDocument/2006/relationships/image" Target="../media/image27.png"/><Relationship Id="rId31" Type="http://schemas.openxmlformats.org/officeDocument/2006/relationships/image" Target="../media/image10.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s>
</file>

<file path=ppt/slides/_rels/slide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21" Type="http://schemas.microsoft.com/office/2007/relationships/hdphoto" Target="../media/hdphoto1.wdp"/><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notesSlide" Target="../notesSlides/notesSlide3.xml"/><Relationship Id="rId16" Type="http://schemas.openxmlformats.org/officeDocument/2006/relationships/image" Target="../media/image52.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4.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0.png"/><Relationship Id="rId11" Type="http://schemas.microsoft.com/office/2007/relationships/hdphoto" Target="../media/hdphoto1.wdp"/><Relationship Id="rId5" Type="http://schemas.openxmlformats.org/officeDocument/2006/relationships/image" Target="../media/image59.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69.png"/><Relationship Id="rId13" Type="http://schemas.openxmlformats.org/officeDocument/2006/relationships/image" Target="../media/image10.png"/><Relationship Id="rId3" Type="http://schemas.openxmlformats.org/officeDocument/2006/relationships/image" Target="../media/image64.png"/><Relationship Id="rId7" Type="http://schemas.openxmlformats.org/officeDocument/2006/relationships/image" Target="../media/image68.png"/><Relationship Id="rId12" Type="http://schemas.openxmlformats.org/officeDocument/2006/relationships/image" Target="../media/image7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7.png"/><Relationship Id="rId11" Type="http://schemas.openxmlformats.org/officeDocument/2006/relationships/image" Target="../media/image72.png"/><Relationship Id="rId5" Type="http://schemas.openxmlformats.org/officeDocument/2006/relationships/image" Target="../media/image66.png"/><Relationship Id="rId10" Type="http://schemas.openxmlformats.org/officeDocument/2006/relationships/image" Target="../media/image71.png"/><Relationship Id="rId4" Type="http://schemas.openxmlformats.org/officeDocument/2006/relationships/image" Target="../media/image65.png"/><Relationship Id="rId9" Type="http://schemas.openxmlformats.org/officeDocument/2006/relationships/image" Target="../media/image70.png"/></Relationships>
</file>

<file path=ppt/slides/_rels/slide6.xml.rels><?xml version="1.0" encoding="UTF-8" standalone="yes"?>
<Relationships xmlns="http://schemas.openxmlformats.org/package/2006/relationships"><Relationship Id="rId8" Type="http://schemas.openxmlformats.org/officeDocument/2006/relationships/image" Target="../media/image79.png"/><Relationship Id="rId13" Type="http://schemas.openxmlformats.org/officeDocument/2006/relationships/image" Target="../media/image84.png"/><Relationship Id="rId18" Type="http://schemas.openxmlformats.org/officeDocument/2006/relationships/image" Target="../media/image38.png"/><Relationship Id="rId3" Type="http://schemas.openxmlformats.org/officeDocument/2006/relationships/image" Target="../media/image74.png"/><Relationship Id="rId7" Type="http://schemas.openxmlformats.org/officeDocument/2006/relationships/image" Target="../media/image78.png"/><Relationship Id="rId12" Type="http://schemas.openxmlformats.org/officeDocument/2006/relationships/image" Target="../media/image83.png"/><Relationship Id="rId17" Type="http://schemas.openxmlformats.org/officeDocument/2006/relationships/image" Target="../media/image88.png"/><Relationship Id="rId2" Type="http://schemas.openxmlformats.org/officeDocument/2006/relationships/notesSlide" Target="../notesSlides/notesSlide6.xml"/><Relationship Id="rId16" Type="http://schemas.openxmlformats.org/officeDocument/2006/relationships/image" Target="../media/image87.png"/><Relationship Id="rId1" Type="http://schemas.openxmlformats.org/officeDocument/2006/relationships/slideLayout" Target="../slideLayouts/slideLayout1.xml"/><Relationship Id="rId6" Type="http://schemas.openxmlformats.org/officeDocument/2006/relationships/image" Target="../media/image77.png"/><Relationship Id="rId11" Type="http://schemas.openxmlformats.org/officeDocument/2006/relationships/image" Target="../media/image82.png"/><Relationship Id="rId5" Type="http://schemas.openxmlformats.org/officeDocument/2006/relationships/image" Target="../media/image76.png"/><Relationship Id="rId15" Type="http://schemas.openxmlformats.org/officeDocument/2006/relationships/image" Target="../media/image86.png"/><Relationship Id="rId10" Type="http://schemas.openxmlformats.org/officeDocument/2006/relationships/image" Target="../media/image81.png"/><Relationship Id="rId4" Type="http://schemas.openxmlformats.org/officeDocument/2006/relationships/image" Target="../media/image75.png"/><Relationship Id="rId9" Type="http://schemas.openxmlformats.org/officeDocument/2006/relationships/image" Target="../media/image80.png"/><Relationship Id="rId14" Type="http://schemas.openxmlformats.org/officeDocument/2006/relationships/image" Target="../media/image85.png"/></Relationships>
</file>

<file path=ppt/slides/_rels/slide7.xml.rels><?xml version="1.0" encoding="UTF-8" standalone="yes"?>
<Relationships xmlns="http://schemas.openxmlformats.org/package/2006/relationships"><Relationship Id="rId8" Type="http://schemas.openxmlformats.org/officeDocument/2006/relationships/image" Target="../media/image94.png"/><Relationship Id="rId13" Type="http://schemas.openxmlformats.org/officeDocument/2006/relationships/image" Target="../media/image99.png"/><Relationship Id="rId3" Type="http://schemas.openxmlformats.org/officeDocument/2006/relationships/image" Target="../media/image89.png"/><Relationship Id="rId7" Type="http://schemas.openxmlformats.org/officeDocument/2006/relationships/image" Target="../media/image93.png"/><Relationship Id="rId12" Type="http://schemas.openxmlformats.org/officeDocument/2006/relationships/image" Target="../media/image98.png"/><Relationship Id="rId17" Type="http://schemas.openxmlformats.org/officeDocument/2006/relationships/image" Target="../media/image102.png"/><Relationship Id="rId2" Type="http://schemas.openxmlformats.org/officeDocument/2006/relationships/notesSlide" Target="../notesSlides/notesSlide7.xml"/><Relationship Id="rId16"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92.png"/><Relationship Id="rId11" Type="http://schemas.openxmlformats.org/officeDocument/2006/relationships/image" Target="../media/image97.png"/><Relationship Id="rId5" Type="http://schemas.openxmlformats.org/officeDocument/2006/relationships/image" Target="../media/image91.png"/><Relationship Id="rId15" Type="http://schemas.openxmlformats.org/officeDocument/2006/relationships/image" Target="../media/image101.png"/><Relationship Id="rId10" Type="http://schemas.openxmlformats.org/officeDocument/2006/relationships/image" Target="../media/image96.png"/><Relationship Id="rId4" Type="http://schemas.openxmlformats.org/officeDocument/2006/relationships/image" Target="../media/image90.png"/><Relationship Id="rId9" Type="http://schemas.openxmlformats.org/officeDocument/2006/relationships/image" Target="../media/image95.png"/><Relationship Id="rId14" Type="http://schemas.openxmlformats.org/officeDocument/2006/relationships/image" Target="../media/image100.png"/></Relationships>
</file>

<file path=ppt/slides/_rels/slide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104.png"/></Relationships>
</file>

<file path=ppt/slides/_rels/slide9.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6.png"/><Relationship Id="rId7" Type="http://schemas.openxmlformats.org/officeDocument/2006/relationships/image" Target="../media/image11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10" Type="http://schemas.openxmlformats.org/officeDocument/2006/relationships/image" Target="../media/image10.png"/><Relationship Id="rId4" Type="http://schemas.openxmlformats.org/officeDocument/2006/relationships/image" Target="../media/image107.png"/><Relationship Id="rId9" Type="http://schemas.openxmlformats.org/officeDocument/2006/relationships/image" Target="../media/image38.png"/></Relationships>
</file>

<file path=ppt/slides/_rels/slide10.xml.rels><?xml version="1.0" encoding="UTF-8" standalone="yes"?>
<Relationships xmlns="http://schemas.openxmlformats.org/package/2006/relationships"><Relationship Id="rId8" Type="http://schemas.openxmlformats.org/officeDocument/2006/relationships/image" Target="../media/image117.png"/><Relationship Id="rId13" Type="http://schemas.openxmlformats.org/officeDocument/2006/relationships/image" Target="../media/image122.png"/><Relationship Id="rId3" Type="http://schemas.openxmlformats.org/officeDocument/2006/relationships/image" Target="../media/image112.png"/><Relationship Id="rId7" Type="http://schemas.openxmlformats.org/officeDocument/2006/relationships/image" Target="../media/image116.png"/><Relationship Id="rId12" Type="http://schemas.openxmlformats.org/officeDocument/2006/relationships/image" Target="../media/image12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5.png"/><Relationship Id="rId11" Type="http://schemas.openxmlformats.org/officeDocument/2006/relationships/image" Target="../media/image120.png"/><Relationship Id="rId5" Type="http://schemas.openxmlformats.org/officeDocument/2006/relationships/image" Target="../media/image114.png"/><Relationship Id="rId15" Type="http://schemas.openxmlformats.org/officeDocument/2006/relationships/image" Target="../media/image10.png"/><Relationship Id="rId10" Type="http://schemas.openxmlformats.org/officeDocument/2006/relationships/image" Target="../media/image119.png"/><Relationship Id="rId4" Type="http://schemas.openxmlformats.org/officeDocument/2006/relationships/image" Target="../media/image113.png"/><Relationship Id="rId9" Type="http://schemas.openxmlformats.org/officeDocument/2006/relationships/image" Target="../media/image118.png"/><Relationship Id="rId14" Type="http://schemas.openxmlformats.org/officeDocument/2006/relationships/image" Target="../media/image9.png"/></Relationships>
</file>

<file path=ppt/slides/_rels/slide11.xml.rels><?xml version="1.0" encoding="UTF-8" standalone="yes"?>
<Relationships xmlns="http://schemas.openxmlformats.org/package/2006/relationships"><Relationship Id="rId8" Type="http://schemas.openxmlformats.org/officeDocument/2006/relationships/image" Target="../media/image126.png"/><Relationship Id="rId3" Type="http://schemas.openxmlformats.org/officeDocument/2006/relationships/image" Target="../media/image57.png"/><Relationship Id="rId7" Type="http://schemas.openxmlformats.org/officeDocument/2006/relationships/image" Target="../media/image1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4.png"/><Relationship Id="rId5" Type="http://schemas.openxmlformats.org/officeDocument/2006/relationships/image" Target="../media/image10.png"/><Relationship Id="rId10" Type="http://schemas.openxmlformats.org/officeDocument/2006/relationships/hyperlink" Target="https://forms.office.com/r/mVzhNWH6JE" TargetMode="External"/><Relationship Id="rId4" Type="http://schemas.openxmlformats.org/officeDocument/2006/relationships/image" Target="../media/image123.png"/><Relationship Id="rId9" Type="http://schemas.openxmlformats.org/officeDocument/2006/relationships/image" Target="../media/image127.png"/></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表示名が映る場合があります</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匿名参加で非表示にできます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915" y="-5028"/>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5986150" y="-33783"/>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6280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436031" y="217298"/>
            <a:ext cx="7869289" cy="604873"/>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308848" y="427340"/>
            <a:ext cx="7996472" cy="223334"/>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4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4400" dirty="0"/>
          </a:p>
        </p:txBody>
      </p:sp>
      <p:sp>
        <p:nvSpPr>
          <p:cNvPr id="10" name="Shape 6"/>
          <p:cNvSpPr/>
          <p:nvPr/>
        </p:nvSpPr>
        <p:spPr>
          <a:xfrm>
            <a:off x="8978012" y="217298"/>
            <a:ext cx="2285093" cy="774651"/>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8996224" y="230202"/>
            <a:ext cx="2360005" cy="7772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800" b="1" kern="0" spc="30" dirty="0">
                <a:solidFill>
                  <a:srgbClr val="4B5563"/>
                </a:solidFill>
                <a:latin typeface="Noto Sans JP" pitchFamily="34" charset="0"/>
                <a:ea typeface="Noto Sans JP" pitchFamily="34" charset="-122"/>
                <a:cs typeface="Noto Sans JP" pitchFamily="34" charset="-120"/>
              </a:rPr>
              <a:t>Vol.5</a:t>
            </a:r>
            <a:endParaRPr lang="en-US" sz="4800" dirty="0"/>
          </a:p>
        </p:txBody>
      </p:sp>
      <p:sp>
        <p:nvSpPr>
          <p:cNvPr id="12" name="Text 8"/>
          <p:cNvSpPr txBox="1"/>
          <p:nvPr/>
        </p:nvSpPr>
        <p:spPr>
          <a:xfrm>
            <a:off x="684391" y="1363842"/>
            <a:ext cx="8209734" cy="715061"/>
          </a:xfrm>
          <a:prstGeom prst="rect">
            <a:avLst/>
          </a:prstGeom>
          <a:noFill/>
          <a:ln/>
        </p:spPr>
        <p:txBody>
          <a:bodyPr wrap="square" lIns="0" tIns="0" rIns="0" bIns="0" rtlCol="0" anchor="ctr"/>
          <a:lstStyle/>
          <a:p>
            <a:pPr marL="0" indent="0" algn="l">
              <a:buNone/>
            </a:pPr>
            <a:r>
              <a:rPr lang="en-US" sz="6600" b="1" kern="0" spc="-112">
                <a:solidFill>
                  <a:srgbClr val="0078D4"/>
                </a:solidFill>
                <a:latin typeface="Noto Sans JP" pitchFamily="34" charset="0"/>
                <a:ea typeface="Noto Sans JP" pitchFamily="34" charset="-122"/>
                <a:cs typeface="Noto Sans JP" pitchFamily="34" charset="-120"/>
              </a:rPr>
              <a:t>PA45</a:t>
            </a:r>
            <a:r>
              <a:rPr lang="ja-JP" altLang="en-US" sz="4500" b="1" kern="0" spc="-112">
                <a:solidFill>
                  <a:srgbClr val="0078D4"/>
                </a:solidFill>
                <a:latin typeface="Noto Sans JP" pitchFamily="34" charset="0"/>
                <a:ea typeface="Noto Sans JP" pitchFamily="34" charset="-122"/>
                <a:cs typeface="Noto Sans JP" pitchFamily="34" charset="-120"/>
              </a:rPr>
              <a:t>　　</a:t>
            </a:r>
            <a:r>
              <a:rPr lang="en-US" altLang="ja-JP" sz="6000" b="1" kern="0" spc="-112">
                <a:solidFill>
                  <a:srgbClr val="0078D4"/>
                </a:solidFill>
                <a:latin typeface="Noto Sans JP" pitchFamily="34" charset="0"/>
                <a:ea typeface="Noto Sans JP" pitchFamily="34" charset="-122"/>
                <a:cs typeface="Noto Sans JP" pitchFamily="34" charset="-120"/>
              </a:rPr>
              <a:t>【</a:t>
            </a:r>
            <a:r>
              <a:rPr lang="ja-JP" altLang="en-US" sz="6000" b="1" kern="0" spc="-112">
                <a:solidFill>
                  <a:srgbClr val="0078D4"/>
                </a:solidFill>
                <a:latin typeface="Noto Sans JP" pitchFamily="34" charset="0"/>
                <a:ea typeface="Noto Sans JP" pitchFamily="34" charset="-122"/>
                <a:cs typeface="Noto Sans JP" pitchFamily="34" charset="-120"/>
              </a:rPr>
              <a:t>総復習回</a:t>
            </a:r>
            <a:r>
              <a:rPr lang="en-US" altLang="ja-JP" sz="6000" b="1" kern="0" spc="-112">
                <a:solidFill>
                  <a:srgbClr val="0078D4"/>
                </a:solidFill>
                <a:latin typeface="Noto Sans JP" pitchFamily="34" charset="0"/>
                <a:ea typeface="Noto Sans JP" pitchFamily="34" charset="-122"/>
                <a:cs typeface="Noto Sans JP" pitchFamily="34" charset="-120"/>
              </a:rPr>
              <a:t>】</a:t>
            </a:r>
            <a:endParaRPr lang="en-US" sz="4500" dirty="0"/>
          </a:p>
        </p:txBody>
      </p:sp>
      <p:sp>
        <p:nvSpPr>
          <p:cNvPr id="13" name="Text 9"/>
          <p:cNvSpPr txBox="1"/>
          <p:nvPr/>
        </p:nvSpPr>
        <p:spPr>
          <a:xfrm>
            <a:off x="761695" y="2416115"/>
            <a:ext cx="11581790"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第5回： 4つのアクションを組み合わせよう</a:t>
            </a:r>
            <a:endParaRPr lang="en-US" sz="4500" dirty="0"/>
          </a:p>
        </p:txBody>
      </p:sp>
      <p:sp>
        <p:nvSpPr>
          <p:cNvPr id="14" name="Text 10"/>
          <p:cNvSpPr txBox="1"/>
          <p:nvPr/>
        </p:nvSpPr>
        <p:spPr>
          <a:xfrm>
            <a:off x="600479" y="3658916"/>
            <a:ext cx="11344328" cy="488906"/>
          </a:xfrm>
          <a:prstGeom prst="rect">
            <a:avLst/>
          </a:prstGeom>
          <a:noFill/>
          <a:ln/>
        </p:spPr>
        <p:txBody>
          <a:bodyPr wrap="square" lIns="0" tIns="0" rIns="0" bIns="0" rtlCol="0" anchor="ctr"/>
          <a:lstStyle/>
          <a:p>
            <a:pPr marL="0" indent="0" algn="l">
              <a:buNone/>
            </a:pPr>
            <a:r>
              <a:rPr lang="en-US" sz="3200">
                <a:solidFill>
                  <a:srgbClr val="6B7280"/>
                </a:solidFill>
                <a:latin typeface="Noto Sans JP" pitchFamily="34" charset="0"/>
                <a:ea typeface="Noto Sans JP" pitchFamily="34" charset="-122"/>
                <a:cs typeface="Noto Sans JP" pitchFamily="34" charset="-120"/>
              </a:rPr>
              <a:t>まとめ総合フロー</a:t>
            </a:r>
          </a:p>
          <a:p>
            <a:pPr marL="0" indent="0" algn="l">
              <a:buNone/>
            </a:pPr>
            <a:r>
              <a:rPr lang="en-US" sz="3200">
                <a:solidFill>
                  <a:srgbClr val="6B7280"/>
                </a:solidFill>
                <a:latin typeface="Noto Sans JP" pitchFamily="34" charset="0"/>
                <a:ea typeface="Noto Sans JP" pitchFamily="34" charset="-122"/>
                <a:cs typeface="Noto Sans JP" pitchFamily="34" charset="-120"/>
              </a:rPr>
              <a:t>（</a:t>
            </a:r>
            <a:r>
              <a:rPr lang="en-US" sz="3200" dirty="0">
                <a:solidFill>
                  <a:srgbClr val="6B7280"/>
                </a:solidFill>
                <a:latin typeface="Noto Sans JP" pitchFamily="34" charset="0"/>
                <a:ea typeface="Noto Sans JP" pitchFamily="34" charset="-122"/>
                <a:cs typeface="Noto Sans JP" pitchFamily="34" charset="-120"/>
              </a:rPr>
              <a:t>Initialize / Set / Condition / Apply to Each）</a:t>
            </a:r>
            <a:endParaRPr lang="en-US" sz="3200" dirty="0"/>
          </a:p>
        </p:txBody>
      </p:sp>
      <p:sp>
        <p:nvSpPr>
          <p:cNvPr id="15" name="Shape 11"/>
          <p:cNvSpPr/>
          <p:nvPr/>
        </p:nvSpPr>
        <p:spPr>
          <a:xfrm>
            <a:off x="685800" y="4682893"/>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143000" y="4834684"/>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4つのアクションを組み合わせたフローを作る</a:t>
            </a:r>
            <a:endParaRPr lang="en-US" dirty="0"/>
          </a:p>
        </p:txBody>
      </p:sp>
      <p:sp>
        <p:nvSpPr>
          <p:cNvPr id="17" name="Text 13"/>
          <p:cNvSpPr txBox="1"/>
          <p:nvPr/>
        </p:nvSpPr>
        <p:spPr>
          <a:xfrm>
            <a:off x="1143000" y="5273596"/>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143000" y="5711593"/>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5" name="Image 6" descr="preencoded.png"/>
          <p:cNvPicPr>
            <a:picLocks noChangeAspect="1"/>
          </p:cNvPicPr>
          <p:nvPr/>
        </p:nvPicPr>
        <p:blipFill>
          <a:blip r:embed="rId5"/>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6"/>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7"/>
          <a:srcRect t="-7" b="-7"/>
          <a:stretch/>
        </p:blipFill>
        <p:spPr>
          <a:xfrm>
            <a:off x="7314742" y="5273997"/>
            <a:ext cx="609905" cy="652882"/>
          </a:xfrm>
          <a:prstGeom prst="rect">
            <a:avLst/>
          </a:prstGeom>
        </p:spPr>
      </p:pic>
      <p:pic>
        <p:nvPicPr>
          <p:cNvPr id="28" name="Image 9" descr="preencoded.png"/>
          <p:cNvPicPr>
            <a:picLocks noChangeAspect="1"/>
          </p:cNvPicPr>
          <p:nvPr/>
        </p:nvPicPr>
        <p:blipFill>
          <a:blip r:embed="rId8"/>
          <a:srcRect l="-743" r="-743"/>
          <a:stretch/>
        </p:blipFill>
        <p:spPr>
          <a:xfrm>
            <a:off x="7467446" y="5425787"/>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9"/>
            <a:srcRect/>
            <a:stretch/>
          </p:blipFill>
          <p:spPr>
            <a:xfrm>
              <a:off x="5861349" y="619679"/>
              <a:ext cx="263236" cy="389576"/>
            </a:xfrm>
            <a:prstGeom prst="rect">
              <a:avLst/>
            </a:prstGeom>
          </p:spPr>
        </p:pic>
      </p:grpSp>
      <p:pic>
        <p:nvPicPr>
          <p:cNvPr id="29" name="図 28"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0A5D2121-E3AD-8CFB-9A1D-21A7BE0B1923}"/>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2734" b="96973" l="4590" r="98047">
                        <a14:foregroundMark x1="51758" y1="13281" x2="24121" y2="14941"/>
                        <a14:foregroundMark x1="24121" y1="14941" x2="13965" y2="53516"/>
                        <a14:foregroundMark x1="13965" y1="53516" x2="41309" y2="76953"/>
                        <a14:foregroundMark x1="41309" y1="76953" x2="69727" y2="85059"/>
                        <a14:foregroundMark x1="69727" y1="85059" x2="92188" y2="74902"/>
                        <a14:foregroundMark x1="92188" y1="74902" x2="89648" y2="30664"/>
                        <a14:foregroundMark x1="56738" y1="12402" x2="17773" y2="38574"/>
                        <a14:foregroundMark x1="17773" y1="38574" x2="26758" y2="73926"/>
                        <a14:foregroundMark x1="26758" y1="73926" x2="31445" y2="33105"/>
                        <a14:foregroundMark x1="31445" y1="33105" x2="28027" y2="61230"/>
                        <a14:foregroundMark x1="28027" y1="61230" x2="15820" y2="30371"/>
                        <a14:foregroundMark x1="15820" y1="30371" x2="9277" y2="52734"/>
                        <a14:foregroundMark x1="9277" y1="52734" x2="18066" y2="77344"/>
                        <a14:foregroundMark x1="18066" y1="77344" x2="57129" y2="85059"/>
                        <a14:foregroundMark x1="57129" y1="85059" x2="78125" y2="82715"/>
                        <a14:foregroundMark x1="53809" y1="98926" x2="13379" y2="66309"/>
                        <a14:foregroundMark x1="13379" y1="66309" x2="10840" y2="25391"/>
                        <a14:foregroundMark x1="10840" y1="25391" x2="24414" y2="8789"/>
                        <a14:foregroundMark x1="24414" y1="8789" x2="30664" y2="8594"/>
                        <a14:foregroundMark x1="60742" y1="7715" x2="61914" y2="13867"/>
                        <a14:foregroundMark x1="61914" y1="15039" x2="65332" y2="16113"/>
                        <a14:foregroundMark x1="59277" y1="23633" x2="38867" y2="72266"/>
                        <a14:foregroundMark x1="38867" y1="72266" x2="63477" y2="90625"/>
                        <a14:foregroundMark x1="63477" y1="90625" x2="72363" y2="85645"/>
                        <a14:foregroundMark x1="31934" y1="92383" x2="31934" y2="92383"/>
                        <a14:foregroundMark x1="28516" y1="91309" x2="25488" y2="89063"/>
                        <a14:foregroundMark x1="22363" y1="86914" x2="22070" y2="86230"/>
                        <a14:foregroundMark x1="20898" y1="83789" x2="18652" y2="82227"/>
                        <a14:foregroundMark x1="16406" y1="79980" x2="15625" y2="78613"/>
                        <a14:foregroundMark x1="6152" y1="33984" x2="17676" y2="74023"/>
                        <a14:foregroundMark x1="17676" y1="74023" x2="20703" y2="77246"/>
                        <a14:foregroundMark x1="92676" y1="35547" x2="56934" y2="11133"/>
                        <a14:foregroundMark x1="56934" y1="11133" x2="76953" y2="16113"/>
                        <a14:foregroundMark x1="80273" y1="23340" x2="68848" y2="43555"/>
                        <a14:foregroundMark x1="68848" y1="43555" x2="69629" y2="43750"/>
                        <a14:foregroundMark x1="76270" y1="14844" x2="97168" y2="38965"/>
                        <a14:foregroundMark x1="97168" y1="38965" x2="93750" y2="67969"/>
                        <a14:foregroundMark x1="93750" y1="67969" x2="92383" y2="69629"/>
                        <a14:foregroundMark x1="87891" y1="61035" x2="84570" y2="81152"/>
                        <a14:foregroundMark x1="65527" y1="95605" x2="40820" y2="96973"/>
                        <a14:foregroundMark x1="40820" y1="96973" x2="40039" y2="96289"/>
                        <a14:foregroundMark x1="98047" y1="42871" x2="96094" y2="60352"/>
                        <a14:foregroundMark x1="44141" y1="2832" x2="54980" y2="22949"/>
                        <a14:foregroundMark x1="4590" y1="44043" x2="11621" y2="70410"/>
                        <a14:foregroundMark x1="11621" y1="70410" x2="16699" y2="71582"/>
                      </a14:backgroundRemoval>
                    </a14:imgEffect>
                  </a14:imgLayer>
                </a14:imgProps>
              </a:ext>
            </a:extLst>
          </a:blip>
          <a:stretch>
            <a:fillRect/>
          </a:stretch>
        </p:blipFill>
        <p:spPr>
          <a:xfrm>
            <a:off x="9210094" y="3534536"/>
            <a:ext cx="2600296" cy="26002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4つのアクションの役割を整理する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Initialize variable・Set variable・Condition・Apply to eachの役割を復習します。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フローの全体像を組み立てる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4つのアクションをつなぐフロー構成をステップで理解します。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組み合わせフローを実際に動かす</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スコアリストを処理して合格者数をカウントするフローを完成させます。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今日使うアクション（4つ）</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Initialize variable</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スコアカウンターを0で初期化</a:t>
            </a:r>
          </a:p>
          <a:p>
            <a:pPr marL="0" indent="0" algn="l">
              <a:buNone/>
            </a:pPr>
            <a:r>
              <a:rPr lang="en-US" sz="1600">
                <a:solidFill>
                  <a:srgbClr val="6B7280"/>
                </a:solidFill>
                <a:latin typeface="Noto Sans JP" pitchFamily="34" charset="0"/>
                <a:ea typeface="Noto Sans JP" pitchFamily="34" charset="-122"/>
                <a:cs typeface="Noto Sans JP" pitchFamily="34" charset="-120"/>
              </a:rPr>
              <a:t>変数を作る</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繰り返す</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スコアリストを1件ずつループ</a:t>
            </a:r>
          </a:p>
          <a:p>
            <a:pPr marL="0" indent="0" algn="l">
              <a:buNone/>
            </a:pPr>
            <a:endParaRPr lang="en-US" sz="16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Condition</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分岐する</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スコアが70以上かどうか判定</a:t>
            </a:r>
            <a:endParaRPr lang="en-US" sz="16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4つをつなぐと"自動集計フロー"が完成する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今日作るフロー：スコアリストを処理して合格者数をカウントする</a:t>
            </a:r>
          </a:p>
          <a:p>
            <a:pPr marL="0" indent="0" algn="l">
              <a:buNone/>
            </a:pPr>
            <a:endParaRPr lang="en-US" sz="16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Set variable</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書き換える</a:t>
            </a:r>
            <a:endParaRPr lang="en-US" sz="16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合格ならカウンターを+1</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Array（配列）</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emailList</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Current item</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（各アイテム）</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処理内容</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（各行）</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新しいフローを作成｜トリガー「手動」を選択。Initialize variableでcounterを0（整数）で作成。</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a:bodyPr>
          <a:lstStyle/>
          <a:p>
            <a:pPr marL="0" indent="0" algn="l">
              <a:buNone/>
            </a:pP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Apply to eachを追加｜「コントロール」→「Apply to each」を追加。入力にscoreList変数を設定。</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Condition でスコア判定</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 でスコア判定｜ループ内にConditionを追加。Current item ≥ 70 の条件を設定。</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a:bodyPr>
          <a:lstStyle/>
          <a:p>
            <a:pPr marL="0" indent="0" algn="l">
              <a:buNone/>
            </a:pP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実行してみよう｜保存して「テスト」→「手動」→「実行」。scoreListに数値配列を入力。counterの値が合格者数になれば成功！</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endParaRP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Vol.5</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アクションは組み合わせて初めて"本当の自動化"になる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変数・繰り返し・条件分岐がそろうと、複雑な業務も1本のフローで自動化できます。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「これ自動化できる」の判断基準が身につく瞬間です。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変数はフロー全体で使えるメモ帳</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Initialize variableで作った変数は、Apply to eachのループの中でも外でも使えます。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Set variableで値を足し続けることで、カウンターとして機能します。</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Apply to eachの中にConditionを入れると"条件付き繰り返し"が実現できる</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ループしながら条件を判定することで、全件処理＋場合分けが同時に実現できます。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今日覚えた組み合わせが、あなたの自動化の幅を一気に広げます。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勤怠集計</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出勤リストから遅刻者を自動カウント</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出勤リストをループ→Condition で遅刻判定→Set variable でカウント</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申請振り分け</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種類別に件数を集計</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申請リストをループ→Condition でカテゴリ判定→変数に件数を加算</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テスト結果集計</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点数リストから合格者数を算出</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点数リストをループ→Condition で合否判定→合格者数をカウント</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今日作るフローそのもの！</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PA45｜第5回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4つのアクション組み合わせ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Apply to eachの中にConditionが入っているか？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Conditionがループの外にあると全件に対して1回しか判定されません。ループ内にドラッグして入れましょう。</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動的コンテンツ: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テキスト入力: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Set variableで正しい変数を選んでいるか？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Initialize variableで作った変数名と、Set variableで選ぶ変数名が一致しているか確認しましょう。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Conditionの左辺にCurrent itemが設定されているか？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固定の数値を入れてしまうと全アイテムで同じ判定になります。動的コンテンツから「Current item」を選択してください。</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PA45｜第5回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1675</TotalTime>
  <Words>2534</Words>
  <Application>Microsoft Office PowerPoint</Application>
  <PresentationFormat>ワイド画面</PresentationFormat>
  <Paragraphs>333</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BIZ UDGothic</vt:lpstr>
      <vt:lpstr>Noto Sans JP</vt:lpstr>
      <vt:lpstr>ui-monospace</vt:lpstr>
      <vt:lpstr>Arial</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2026-04-03T12:39:40Z</dcterms:modified>
</cp:coreProperties>
</file>