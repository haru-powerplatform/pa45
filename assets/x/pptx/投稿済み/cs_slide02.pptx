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6E51F21-E202-78C2-9001-1A764E263E35}"/>
              </a:ext>
            </a:extLst>
          </p:cNvPr>
          <p:cNvSpPr txBox="1"/>
          <p:nvPr/>
        </p:nvSpPr>
        <p:spPr>
          <a:xfrm>
            <a:off x="45134" y="1682276"/>
            <a:ext cx="577399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①　</a:t>
            </a:r>
            <a:r>
              <a:rPr lang="en-US" altLang="ja-JP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Power Automate </a:t>
            </a: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で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　　フローを事前作成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②　</a:t>
            </a:r>
            <a:r>
              <a:rPr lang="en-US" altLang="ja-JP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Copilot Studio </a:t>
            </a: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の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　 「＋」からアクション追加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③　既存の </a:t>
            </a:r>
            <a:r>
              <a:rPr lang="en-US" altLang="ja-JP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PA</a:t>
            </a: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フローを選択し、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　　変数をマッピング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④　テスト → 公開で連携完了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38359A0-9539-2139-88EF-853FF011F9A2}"/>
              </a:ext>
            </a:extLst>
          </p:cNvPr>
          <p:cNvSpPr txBox="1"/>
          <p:nvPr/>
        </p:nvSpPr>
        <p:spPr>
          <a:xfrm>
            <a:off x="201884" y="141018"/>
            <a:ext cx="107752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✅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Copilot Studio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　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Tips</a:t>
            </a:r>
            <a:endParaRPr lang="ja-JP" altLang="en-US" sz="32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702705C2-00A1-8A4A-D9CE-9AAE466B371C}"/>
              </a:ext>
            </a:extLst>
          </p:cNvPr>
          <p:cNvSpPr/>
          <p:nvPr/>
        </p:nvSpPr>
        <p:spPr>
          <a:xfrm>
            <a:off x="16883" y="0"/>
            <a:ext cx="12175117" cy="6858000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9471092E-F9B1-37CA-8B0A-1E3D7A4B89DB}"/>
              </a:ext>
            </a:extLst>
          </p:cNvPr>
          <p:cNvSpPr/>
          <p:nvPr/>
        </p:nvSpPr>
        <p:spPr>
          <a:xfrm>
            <a:off x="9178204" y="3003636"/>
            <a:ext cx="2486927" cy="555993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E678DE0-634C-5BA4-1EE1-A97412886D30}"/>
              </a:ext>
            </a:extLst>
          </p:cNvPr>
          <p:cNvSpPr txBox="1"/>
          <p:nvPr/>
        </p:nvSpPr>
        <p:spPr>
          <a:xfrm>
            <a:off x="263493" y="866811"/>
            <a:ext cx="81881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Power Automate</a:t>
            </a:r>
            <a:r>
              <a:rPr lang="ja-JP" altLang="en-US" sz="28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フローとの連携手順</a:t>
            </a:r>
          </a:p>
        </p:txBody>
      </p:sp>
      <p:pic>
        <p:nvPicPr>
          <p:cNvPr id="27" name="図 26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09B47A65-6943-D8AF-9A75-389213BE8C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48" b="95370" l="7588" r="95331">
                        <a14:foregroundMark x1="29377" y1="38148" x2="29377" y2="38148"/>
                        <a14:foregroundMark x1="17315" y1="33519" x2="21012" y2="68704"/>
                        <a14:foregroundMark x1="13619" y1="37593" x2="14397" y2="59444"/>
                        <a14:foregroundMark x1="14397" y1="59444" x2="14786" y2="59444"/>
                        <a14:foregroundMark x1="11673" y1="44074" x2="11284" y2="62407"/>
                        <a14:foregroundMark x1="9144" y1="43333" x2="9144" y2="43333"/>
                        <a14:foregroundMark x1="9339" y1="49259" x2="7782" y2="41667"/>
                        <a14:foregroundMark x1="90467" y1="31481" x2="81907" y2="67037"/>
                        <a14:foregroundMark x1="81907" y1="67037" x2="53307" y2="91667"/>
                        <a14:foregroundMark x1="52529" y1="7407" x2="52529" y2="7407"/>
                        <a14:foregroundMark x1="95525" y1="23148" x2="95525" y2="23148"/>
                        <a14:foregroundMark x1="51556" y1="3333" x2="51556" y2="3333"/>
                        <a14:foregroundMark x1="50778" y1="95370" x2="50778" y2="9537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38347" y="206164"/>
            <a:ext cx="1124846" cy="1181745"/>
          </a:xfrm>
          <a:prstGeom prst="rect">
            <a:avLst/>
          </a:prstGeom>
          <a:effectLst>
            <a:glow rad="101600">
              <a:schemeClr val="accent2">
                <a:alpha val="76000"/>
              </a:schemeClr>
            </a:glow>
          </a:effectLst>
        </p:spPr>
      </p:pic>
      <p:pic>
        <p:nvPicPr>
          <p:cNvPr id="29" name="図 28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58A5D225-A532-55A8-5966-3647207F17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7" t="14837" r="5317" b="13305"/>
          <a:stretch>
            <a:fillRect/>
          </a:stretch>
        </p:blipFill>
        <p:spPr>
          <a:xfrm>
            <a:off x="10634322" y="5334855"/>
            <a:ext cx="981752" cy="772030"/>
          </a:xfrm>
          <a:prstGeom prst="rect">
            <a:avLst/>
          </a:prstGeom>
          <a:effectLst>
            <a:glow rad="101600">
              <a:schemeClr val="accent2">
                <a:alpha val="76000"/>
              </a:schemeClr>
            </a:glow>
          </a:effectLst>
        </p:spPr>
      </p:pic>
      <p:pic>
        <p:nvPicPr>
          <p:cNvPr id="3" name="図 2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7D1EB0AE-7E2D-9721-36BA-878602529A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7919" y="1701621"/>
            <a:ext cx="6628627" cy="488167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D7454871-7E93-ACF6-3F2A-F32DD9438D11}"/>
              </a:ext>
            </a:extLst>
          </p:cNvPr>
          <p:cNvSpPr/>
          <p:nvPr/>
        </p:nvSpPr>
        <p:spPr>
          <a:xfrm>
            <a:off x="7992451" y="5445649"/>
            <a:ext cx="2984658" cy="518749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2" name="コネクタ: カギ線 21">
            <a:extLst>
              <a:ext uri="{FF2B5EF4-FFF2-40B4-BE49-F238E27FC236}">
                <a16:creationId xmlns:a16="http://schemas.microsoft.com/office/drawing/2014/main" id="{82748E1A-FB89-DA05-455E-12E67D3107C2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7674429" y="5705024"/>
            <a:ext cx="318022" cy="15846"/>
          </a:xfrm>
          <a:prstGeom prst="bentConnector3">
            <a:avLst>
              <a:gd name="adj1" fmla="val 50000"/>
            </a:avLst>
          </a:prstGeom>
          <a:ln w="476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A2EC3D5C-0E1F-F426-70A1-CA3FD4315976}"/>
              </a:ext>
            </a:extLst>
          </p:cNvPr>
          <p:cNvSpPr/>
          <p:nvPr/>
        </p:nvSpPr>
        <p:spPr>
          <a:xfrm>
            <a:off x="5704897" y="5530655"/>
            <a:ext cx="1969532" cy="354164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8BBD6BC3-D69A-65FF-43B5-7E0DF09A0B5F}"/>
              </a:ext>
            </a:extLst>
          </p:cNvPr>
          <p:cNvSpPr/>
          <p:nvPr/>
        </p:nvSpPr>
        <p:spPr>
          <a:xfrm>
            <a:off x="6366351" y="3182593"/>
            <a:ext cx="765969" cy="442350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