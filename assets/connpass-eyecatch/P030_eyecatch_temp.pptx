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× </a:t>
            </a:r>
            <a:r>
              <a:rPr lang="en-US" sz="4400" b="1" kern="0" spc="3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Vol.30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【Teams×</a:t>
            </a:r>
            <a:r>
              <a:rPr lang="en-US" sz="4000" b="1" kern="0" spc="-112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第30回：チャットの頼まれごとを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1クリックでTo Doへ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期限の式は</a:t>
            </a:r>
            <a:r>
              <a:rPr lang="en-US" sz="4500" b="1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Teamsのメッセージの「…」から、期限つきのタスクをTo Doに入れる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非IT・チャットの依頼を忘れがちな方・初参加の方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（プログラミング知識ゼロでOK・見るだけの参加も歓迎）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