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Vol.12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【日付の式 × +3日 × Teams通知】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第12回： 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「式」アレルギー卒業の45分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申請から3営業日後にリマインド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日付の式入門｜addDaysとformatDateTimeだけ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式に挑戦したい方／「式って何書けばいいの？」と思った方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約10分ハンズオン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