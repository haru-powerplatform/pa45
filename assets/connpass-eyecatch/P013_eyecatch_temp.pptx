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Vol.13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【Try-Catch × 失敗検知 × 通知】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第13回： 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もう、フローが止まっても焦らない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Try-Catch 入門ハンズオン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Try-Catch 入門｜スコープ × 実行条件で安心運用へ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Vol.6〜12のフローを実務で運用したい方／エラーで止まった経験のある方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（プログラミング知識ゼロでOK）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約10分ハンズオン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