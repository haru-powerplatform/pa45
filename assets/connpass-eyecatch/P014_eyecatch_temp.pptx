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【JSON × {} × []】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第14回： 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あの "謎の英語" がスラスラ読める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JSON入門ハンズオン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JSON入門｜{} と [] を読み解く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動的コンテンツに出てこない値を取り出したい方／JSONを見ると拒否反応が出る方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（プログラミング知識ゼロでOK）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約10分ハンズオン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