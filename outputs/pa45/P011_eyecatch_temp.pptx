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8"/>
    <p:sldId id="282" r:id="rId9"/>
    <p:sldId id="281" r:id="rId10"/>
    <p:sldId id="283" r:id="rId11"/>
    <p:sldId id="284" r:id="rId12"/>
    <p:sldId id="272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31A18-F8DF-4B0F-95F3-441F5794CAA8}" v="11" dt="2026-04-17T02:48:5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8" d="100"/>
          <a:sy n="118" d="100"/>
        </p:scale>
        <p:origin x="561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17T11:58:09.756" v="646" actId="20577"/>
      <pc:docMkLst>
        <pc:docMk/>
      </pc:docMkLst>
      <pc:sldChg chg="modSp mod">
        <pc:chgData name="Ueda Isamu" userId="35289799e0376f2e" providerId="LiveId" clId="{DD31E282-B62B-4911-91B6-43B1B98908F9}" dt="2026-04-17T02:13:28.377" v="23" actId="20577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58:09.756" v="646" actId="20577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05:56.530" v="641" actId="20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17T11:05:56.530" v="641" actId="20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add mod">
        <pc:chgData name="Ueda Isamu" userId="35289799e0376f2e" providerId="LiveId" clId="{DD31E282-B62B-4911-91B6-43B1B98908F9}" dt="2026-04-17T02:47:36.616" v="459" actId="1076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spChg chg="del">
          <ac:chgData name="Ueda Isamu" userId="35289799e0376f2e" providerId="LiveId" clId="{DD31E282-B62B-4911-91B6-43B1B98908F9}" dt="2026-04-17T02:14:56.587" v="133" actId="478"/>
          <ac:spMkLst>
            <pc:docMk/>
            <pc:sldMk cId="2459475835" sldId="281"/>
            <ac:spMk id="44" creationId="{F9B91B76-7920-EE96-CB51-D8B32827C982}"/>
          </ac:spMkLst>
        </pc:spChg>
        <pc:spChg chg="del">
          <ac:chgData name="Ueda Isamu" userId="35289799e0376f2e" providerId="LiveId" clId="{DD31E282-B62B-4911-91B6-43B1B98908F9}" dt="2026-04-17T02:14:51.542" v="131" actId="478"/>
          <ac:spMkLst>
            <pc:docMk/>
            <pc:sldMk cId="2459475835" sldId="281"/>
            <ac:spMk id="51" creationId="{F34FF253-528E-97DF-BF89-4A55B2E7EBC4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del mod">
          <ac:chgData name="Ueda Isamu" userId="35289799e0376f2e" providerId="LiveId" clId="{DD31E282-B62B-4911-91B6-43B1B98908F9}" dt="2026-04-17T02:21:19.453" v="195" actId="478"/>
          <ac:picMkLst>
            <pc:docMk/>
            <pc:sldMk cId="2459475835" sldId="281"/>
            <ac:picMk id="14" creationId="{A872EEC3-0079-B857-A352-13B0525469F2}"/>
          </ac:picMkLst>
        </pc:picChg>
        <pc:picChg chg="add del mod">
          <ac:chgData name="Ueda Isamu" userId="35289799e0376f2e" providerId="LiveId" clId="{DD31E282-B62B-4911-91B6-43B1B98908F9}" dt="2026-04-17T02:21:14.537" v="192" actId="478"/>
          <ac:picMkLst>
            <pc:docMk/>
            <pc:sldMk cId="2459475835" sldId="281"/>
            <ac:picMk id="16" creationId="{7B3B07E8-D558-44C5-F536-149592DC9066}"/>
          </ac:picMkLst>
        </pc:picChg>
        <pc:picChg chg="add del mod">
          <ac:chgData name="Ueda Isamu" userId="35289799e0376f2e" providerId="LiveId" clId="{DD31E282-B62B-4911-91B6-43B1B98908F9}" dt="2026-04-17T02:21:15.842" v="193" actId="478"/>
          <ac:picMkLst>
            <pc:docMk/>
            <pc:sldMk cId="2459475835" sldId="281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  <pc:picChg chg="del">
          <ac:chgData name="Ueda Isamu" userId="35289799e0376f2e" providerId="LiveId" clId="{DD31E282-B62B-4911-91B6-43B1B98908F9}" dt="2026-04-17T02:14:57.340" v="134" actId="478"/>
          <ac:picMkLst>
            <pc:docMk/>
            <pc:sldMk cId="2459475835" sldId="281"/>
            <ac:picMk id="43" creationId="{C2A29B6F-3C93-A1C3-76A2-A2F9DE2BAF70}"/>
          </ac:picMkLst>
        </pc:picChg>
      </pc:sldChg>
      <pc:sldChg chg="del">
        <pc:chgData name="Ueda Isamu" userId="35289799e0376f2e" providerId="LiveId" clId="{DD31E282-B62B-4911-91B6-43B1B98908F9}" dt="2026-04-17T01:08:17.011" v="0" actId="47"/>
        <pc:sldMkLst>
          <pc:docMk/>
          <pc:sldMk cId="0" sldId="282"/>
        </pc:sldMkLst>
      </pc:sldChg>
      <pc:sldChg chg="addSp modSp add mod ord">
        <pc:chgData name="Ueda Isamu" userId="35289799e0376f2e" providerId="LiveId" clId="{DD31E282-B62B-4911-91B6-43B1B98908F9}" dt="2026-04-17T02:21:10.454" v="191" actId="1076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17T02:21:10.454" v="191" actId="1076"/>
          <ac:spMkLst>
            <pc:docMk/>
            <pc:sldMk cId="3861659691" sldId="282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20:50.359" v="185" actId="1076"/>
          <ac:spMkLst>
            <pc:docMk/>
            <pc:sldMk cId="3861659691" sldId="282"/>
            <ac:spMk id="12" creationId="{B61745D9-8D46-A514-CF17-682EE8BDCFC1}"/>
          </ac:spMkLst>
        </pc:spChg>
        <pc:picChg chg="mod">
          <ac:chgData name="Ueda Isamu" userId="35289799e0376f2e" providerId="LiveId" clId="{DD31E282-B62B-4911-91B6-43B1B98908F9}" dt="2026-04-17T02:20:51.531" v="186" actId="1076"/>
          <ac:picMkLst>
            <pc:docMk/>
            <pc:sldMk cId="3861659691" sldId="282"/>
            <ac:picMk id="16" creationId="{7B3B07E8-D558-44C5-F536-149592DC9066}"/>
          </ac:picMkLst>
        </pc:picChg>
        <pc:picChg chg="mod">
          <ac:chgData name="Ueda Isamu" userId="35289799e0376f2e" providerId="LiveId" clId="{DD31E282-B62B-4911-91B6-43B1B98908F9}" dt="2026-04-17T02:20:53.535" v="187" actId="1076"/>
          <ac:picMkLst>
            <pc:docMk/>
            <pc:sldMk cId="3861659691" sldId="282"/>
            <ac:picMk id="18" creationId="{97FD49C7-206D-6C4B-3177-E4037E3C63D6}"/>
          </ac:picMkLst>
        </pc:picChg>
      </pc:sldChg>
      <pc:sldChg chg="addSp delSp modSp add mod">
        <pc:chgData name="Ueda Isamu" userId="35289799e0376f2e" providerId="LiveId" clId="{DD31E282-B62B-4911-91B6-43B1B98908F9}" dt="2026-04-17T02:48:27.942" v="511" actId="13926"/>
        <pc:sldMkLst>
          <pc:docMk/>
          <pc:sldMk cId="2686875315" sldId="283"/>
        </pc:sldMkLst>
        <pc:spChg chg="del">
          <ac:chgData name="Ueda Isamu" userId="35289799e0376f2e" providerId="LiveId" clId="{DD31E282-B62B-4911-91B6-43B1B98908F9}" dt="2026-04-17T02:42:39.360" v="251" actId="478"/>
          <ac:spMkLst>
            <pc:docMk/>
            <pc:sldMk cId="2686875315" sldId="283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  <pc:picChg chg="del">
          <ac:chgData name="Ueda Isamu" userId="35289799e0376f2e" providerId="LiveId" clId="{DD31E282-B62B-4911-91B6-43B1B98908F9}" dt="2026-04-17T02:42:36.546" v="248" actId="478"/>
          <ac:picMkLst>
            <pc:docMk/>
            <pc:sldMk cId="2686875315" sldId="283"/>
            <ac:picMk id="20" creationId="{73095EBC-5E6E-5317-87A5-17E37B58CC5E}"/>
          </ac:picMkLst>
        </pc:picChg>
        <pc:picChg chg="del">
          <ac:chgData name="Ueda Isamu" userId="35289799e0376f2e" providerId="LiveId" clId="{DD31E282-B62B-4911-91B6-43B1B98908F9}" dt="2026-04-17T02:42:37.963" v="250" actId="478"/>
          <ac:picMkLst>
            <pc:docMk/>
            <pc:sldMk cId="2686875315" sldId="283"/>
            <ac:picMk id="22" creationId="{79F3BB5C-856E-FA0C-3333-92328AEDB18C}"/>
          </ac:picMkLst>
        </pc:picChg>
        <pc:picChg chg="del">
          <ac:chgData name="Ueda Isamu" userId="35289799e0376f2e" providerId="LiveId" clId="{DD31E282-B62B-4911-91B6-43B1B98908F9}" dt="2026-04-17T02:42:52.661" v="253" actId="478"/>
          <ac:picMkLst>
            <pc:docMk/>
            <pc:sldMk cId="2686875315" sldId="283"/>
            <ac:picMk id="25" creationId="{24B8273A-79BB-524B-B355-12D0488F8274}"/>
          </ac:picMkLst>
        </pc:picChg>
        <pc:picChg chg="del">
          <ac:chgData name="Ueda Isamu" userId="35289799e0376f2e" providerId="LiveId" clId="{DD31E282-B62B-4911-91B6-43B1B98908F9}" dt="2026-04-17T02:42:37.130" v="249" actId="478"/>
          <ac:picMkLst>
            <pc:docMk/>
            <pc:sldMk cId="2686875315" sldId="283"/>
            <ac:picMk id="26" creationId="{90BB8993-B660-880F-C455-A312D2B2E10C}"/>
          </ac:picMkLst>
        </pc:picChg>
        <pc:picChg chg="del">
          <ac:chgData name="Ueda Isamu" userId="35289799e0376f2e" providerId="LiveId" clId="{DD31E282-B62B-4911-91B6-43B1B98908F9}" dt="2026-04-17T02:42:40.098" v="252" actId="478"/>
          <ac:picMkLst>
            <pc:docMk/>
            <pc:sldMk cId="2686875315" sldId="283"/>
            <ac:picMk id="27" creationId="{1540BB72-A70B-4993-9B89-22A2C53B10B1}"/>
          </ac:picMkLst>
        </pc:picChg>
      </pc:sldChg>
      <pc:sldChg chg="addSp delSp modSp add mod">
        <pc:chgData name="Ueda Isamu" userId="35289799e0376f2e" providerId="LiveId" clId="{DD31E282-B62B-4911-91B6-43B1B98908F9}" dt="2026-04-17T02:49:36.811" v="596" actId="478"/>
        <pc:sldMkLst>
          <pc:docMk/>
          <pc:sldMk cId="1541831861" sldId="284"/>
        </pc:sldMkLst>
        <pc:spChg chg="del mod">
          <ac:chgData name="Ueda Isamu" userId="35289799e0376f2e" providerId="LiveId" clId="{DD31E282-B62B-4911-91B6-43B1B98908F9}" dt="2026-04-17T02:48:54.791" v="522" actId="478"/>
          <ac:spMkLst>
            <pc:docMk/>
            <pc:sldMk cId="1541831861" sldId="284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17T02:48:43.215" v="514" actId="478"/>
          <ac:spMkLst>
            <pc:docMk/>
            <pc:sldMk cId="1541831861" sldId="284"/>
            <ac:spMk id="15" creationId="{B5DBE15C-3F0E-995C-C955-5A890D5C4AD0}"/>
          </ac:spMkLst>
        </pc:spChg>
        <pc:spChg chg="del">
          <ac:chgData name="Ueda Isamu" userId="35289799e0376f2e" providerId="LiveId" clId="{DD31E282-B62B-4911-91B6-43B1B98908F9}" dt="2026-04-17T02:48:49.830" v="519" actId="478"/>
          <ac:spMkLst>
            <pc:docMk/>
            <pc:sldMk cId="1541831861" sldId="284"/>
            <ac:spMk id="18" creationId="{7CBEC746-521C-9E2B-7D90-711E9905A4D7}"/>
          </ac:spMkLst>
        </pc:spChg>
        <pc:spChg chg="del">
          <ac:chgData name="Ueda Isamu" userId="35289799e0376f2e" providerId="LiveId" clId="{DD31E282-B62B-4911-91B6-43B1B98908F9}" dt="2026-04-17T02:49:36.811" v="596" actId="478"/>
          <ac:spMkLst>
            <pc:docMk/>
            <pc:sldMk cId="1541831861" sldId="284"/>
            <ac:spMk id="19" creationId="{B5110F6F-46C1-8584-E321-1DE91CADF579}"/>
          </ac:spMkLst>
        </pc:spChg>
        <pc:picChg chg="del">
          <ac:chgData name="Ueda Isamu" userId="35289799e0376f2e" providerId="LiveId" clId="{DD31E282-B62B-4911-91B6-43B1B98908F9}" dt="2026-04-17T02:48:41.561" v="513" actId="478"/>
          <ac:picMkLst>
            <pc:docMk/>
            <pc:sldMk cId="1541831861" sldId="284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17T02:48:47.863" v="518" actId="478"/>
          <ac:picMkLst>
            <pc:docMk/>
            <pc:sldMk cId="1541831861" sldId="284"/>
            <ac:picMk id="14" creationId="{25F6D668-986E-7313-5F03-1BEC504E4B18}"/>
          </ac:picMkLst>
        </pc:picChg>
        <pc:picChg chg="del">
          <ac:chgData name="Ueda Isamu" userId="35289799e0376f2e" providerId="LiveId" clId="{DD31E282-B62B-4911-91B6-43B1B98908F9}" dt="2026-04-17T02:48:44.024" v="515" actId="478"/>
          <ac:picMkLst>
            <pc:docMk/>
            <pc:sldMk cId="1541831861" sldId="284"/>
            <ac:picMk id="17" creationId="{F566F71E-C914-B0FA-ED5D-DC027EE1184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microsoft.com/office/2007/relationships/hdphoto" Target="../media/hdphoto1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7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SharePoint・Teams</a:t>
            </a:r>
            <a:r>
              <a:rPr kumimoji="1" lang="ja-JP" altLang="en-US" sz="4000"/>
              <a:t xml:space="preserve"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入門講座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Vol.11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　　【実行履歴 × エラー通知 × リトライ】</a:t>
            </a:r>
            <a:r>
              <a:rPr lang="ja-JP" altLang="en-US" sz="32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第11回： </a:t>
            </a: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実行履歴を味方にする45分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失敗しないフロー設計</a:t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　実行履歴の読み方｜失敗時通知＆リトライの基本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　Vol.1〜10で作ったフローがある方／エラーで止まった経験のある方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　（プログラミング知識ゼロでOK）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 　約10分ハンズオン 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Formsトリガーで申請を受け取る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「新しい応答が送信されたとき」を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SharePointリストへ自動登録する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「アイテムを作成」アクションで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回答内容をリストの列にマッピングします。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Teamsで担当者に通知する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SharePoint → Teamsで申請フローが完成！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912" y="146180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3" name="図 42" descr="The image shows a diagram with a question prompting whether something occurred before 12 PM, with options to select 'True' or 'False', and includes an action to post a message in chat or channel.  AI 生成コンテンツは誤りを含む可能性があります。">
            <a:extLst>
              <a:ext uri="{FF2B5EF4-FFF2-40B4-BE49-F238E27FC236}">
                <a16:creationId xmlns:a16="http://schemas.microsoft.com/office/drawing/2014/main" id="{C2A29B6F-3C93-A1C3-76A2-A2F9DE2B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9" y="2558206"/>
            <a:ext cx="3895055" cy="2669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F9B91B76-7920-EE96-CB51-D8B32827C982}"/>
              </a:ext>
            </a:extLst>
          </p:cNvPr>
          <p:cNvSpPr/>
          <p:nvPr/>
        </p:nvSpPr>
        <p:spPr>
          <a:xfrm>
            <a:off x="6002970" y="1626078"/>
            <a:ext cx="3973286" cy="4996543"/>
          </a:xfrm>
          <a:custGeom>
            <a:avLst/>
            <a:gdLst>
              <a:gd name="csX0" fmla="*/ 0 w 3973286"/>
              <a:gd name="csY0" fmla="*/ 4675414 h 4996543"/>
              <a:gd name="csX1" fmla="*/ 0 w 3973286"/>
              <a:gd name="csY1" fmla="*/ 4996543 h 4996543"/>
              <a:gd name="csX2" fmla="*/ 1665515 w 3973286"/>
              <a:gd name="csY2" fmla="*/ 4996543 h 4996543"/>
              <a:gd name="csX3" fmla="*/ 1670957 w 3973286"/>
              <a:gd name="csY3" fmla="*/ 4713514 h 4996543"/>
              <a:gd name="csX4" fmla="*/ 1670957 w 3973286"/>
              <a:gd name="csY4" fmla="*/ 0 h 4996543"/>
              <a:gd name="csX5" fmla="*/ 3973286 w 3973286"/>
              <a:gd name="csY5" fmla="*/ 0 h 4996543"/>
              <a:gd name="csX6" fmla="*/ 3973286 w 3973286"/>
              <a:gd name="csY6" fmla="*/ 854529 h 499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73286" h="4996543">
                <a:moveTo>
                  <a:pt x="0" y="4675414"/>
                </a:moveTo>
                <a:lnTo>
                  <a:pt x="0" y="4996543"/>
                </a:lnTo>
                <a:lnTo>
                  <a:pt x="1665515" y="4996543"/>
                </a:lnTo>
                <a:lnTo>
                  <a:pt x="1670957" y="4713514"/>
                </a:lnTo>
                <a:lnTo>
                  <a:pt x="1670957" y="0"/>
                </a:lnTo>
                <a:lnTo>
                  <a:pt x="3973286" y="0"/>
                </a:lnTo>
                <a:lnTo>
                  <a:pt x="3973286" y="854529"/>
                </a:lnTo>
              </a:path>
            </a:pathLst>
          </a:custGeom>
          <a:noFill/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433" y="1890979"/>
            <a:ext cx="4780479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Microsoft Forms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に申請が送信されたタイミングでフローを起動し、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②「応答の詳細を取得」で回答データを取り出す。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③SharePointリストの「アイテムを作成」で申請内容を自動登録し、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④Teamsにメッセージを投稿して、担当者にリアルタイムで知らせるフロー。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275778" y="3813714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is a screenshot from a software interface displaying a time zone conversion setting, with input fields for base time, submission time, source time zone (UTC), and destination time zone (Japan Standard Time), and a sorting feature for date and time patterns.  AI 生成コンテンツは誤りを含む可能性があります。">
            <a:extLst>
              <a:ext uri="{FF2B5EF4-FFF2-40B4-BE49-F238E27FC236}">
                <a16:creationId xmlns:a16="http://schemas.microsoft.com/office/drawing/2014/main" id="{A872EEC3-0079-B857-A352-13B05254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65" y="1574708"/>
            <a:ext cx="7176146" cy="45371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The image depicts a stylized, blue silhouette of the iconic Big Ben clock tower with a small clock face and a blue sky background.  AI 生成コンテンツは誤りを含む可能性があります。">
            <a:extLst>
              <a:ext uri="{FF2B5EF4-FFF2-40B4-BE49-F238E27FC236}">
                <a16:creationId xmlns:a16="http://schemas.microsoft.com/office/drawing/2014/main" id="{7B3B07E8-D558-44C5-F536-149592DC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878" y="3015855"/>
            <a:ext cx="807220" cy="1544918"/>
          </a:xfrm>
          <a:prstGeom prst="rect">
            <a:avLst/>
          </a:prstGeom>
        </p:spPr>
      </p:pic>
      <p:pic>
        <p:nvPicPr>
          <p:cNvPr id="18" name="図 17" descr="The image depicts a green map highlighting Japan, with its various regions and cities distinctly marked.  AI 生成コンテンツは誤りを含む可能性があります。">
            <a:extLst>
              <a:ext uri="{FF2B5EF4-FFF2-40B4-BE49-F238E27FC236}">
                <a16:creationId xmlns:a16="http://schemas.microsoft.com/office/drawing/2014/main" id="{97FD49C7-206D-6C4B-3177-E4037E3C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7943" y="4627001"/>
            <a:ext cx="1151709" cy="1151709"/>
          </a:xfrm>
          <a:prstGeom prst="rect">
            <a:avLst/>
          </a:prstGeom>
        </p:spPr>
      </p:pic>
      <p:sp>
        <p:nvSpPr>
          <p:cNvPr id="12" name="矢印: U ターン 11">
            <a:extLst>
              <a:ext uri="{FF2B5EF4-FFF2-40B4-BE49-F238E27FC236}">
                <a16:creationId xmlns:a16="http://schemas.microsoft.com/office/drawing/2014/main" id="{B61745D9-8D46-A514-CF17-682EE8BDCFC1}"/>
              </a:ext>
            </a:extLst>
          </p:cNvPr>
          <p:cNvSpPr/>
          <p:nvPr/>
        </p:nvSpPr>
        <p:spPr>
          <a:xfrm rot="5400000">
            <a:off x="9871502" y="4213256"/>
            <a:ext cx="807220" cy="975532"/>
          </a:xfrm>
          <a:prstGeom prst="uturnArrow">
            <a:avLst>
              <a:gd name="adj1" fmla="val 19336"/>
              <a:gd name="adj2" fmla="val 25000"/>
              <a:gd name="adj3" fmla="val 37137"/>
              <a:gd name="adj4" fmla="val 43750"/>
              <a:gd name="adj5" fmla="val 8772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図 19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73095EBC-5E6E-5317-87A5-17E37B58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00" y="3836834"/>
            <a:ext cx="8105004" cy="2256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79F3BB5C-856E-FA0C-3333-92328AED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64" y="1380548"/>
            <a:ext cx="6181272" cy="120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￣ﾁﾄ  AI 生成コンテンツは誤りを含む可能性があります。">
            <a:extLst>
              <a:ext uri="{FF2B5EF4-FFF2-40B4-BE49-F238E27FC236}">
                <a16:creationId xmlns:a16="http://schemas.microsoft.com/office/drawing/2014/main" id="{24B8273A-79BB-524B-B355-12D0488F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265" y="149396"/>
            <a:ext cx="3025224" cy="3399128"/>
          </a:xfrm>
          <a:prstGeom prst="rect">
            <a:avLst/>
          </a:prstGeom>
        </p:spPr>
      </p:pic>
      <p:pic>
        <p:nvPicPr>
          <p:cNvPr id="26" name="図 25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90BB8993-B660-880F-C455-A312D2B2E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689" t="35383" b="18386"/>
          <a:stretch>
            <a:fillRect/>
          </a:stretch>
        </p:blipFill>
        <p:spPr>
          <a:xfrm>
            <a:off x="6504442" y="2551604"/>
            <a:ext cx="2909480" cy="10758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6758141" y="2898486"/>
            <a:ext cx="452555" cy="530514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1540BB72-A70B-4993-9B89-22A2C53B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62" t="10272" b="65939"/>
          <a:stretch>
            <a:fillRect/>
          </a:stretch>
        </p:blipFill>
        <p:spPr>
          <a:xfrm>
            <a:off x="3790940" y="5776265"/>
            <a:ext cx="8108134" cy="1024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16EA426-E783-A598-7EF5-C60F79944EA6}"/>
              </a:ext>
            </a:extLst>
          </p:cNvPr>
          <p:cNvSpPr/>
          <p:nvPr/>
        </p:nvSpPr>
        <p:spPr>
          <a:xfrm>
            <a:off x="334607" y="4741177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4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blue-clad figure with a stern expression, hands clenched into fists, and a backward bowed head.  AI 生成コンテンツは誤りを含む可能性があります。">
            <a:extLst>
              <a:ext uri="{FF2B5EF4-FFF2-40B4-BE49-F238E27FC236}">
                <a16:creationId xmlns:a16="http://schemas.microsoft.com/office/drawing/2014/main" id="{25F6D668-986E-7313-5F03-1BEC504E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335" y="1587308"/>
            <a:ext cx="1915069" cy="2293496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B5DBE15C-3F0E-995C-C955-5A890D5C4AD0}"/>
              </a:ext>
            </a:extLst>
          </p:cNvPr>
          <p:cNvSpPr txBox="1"/>
          <p:nvPr/>
        </p:nvSpPr>
        <p:spPr>
          <a:xfrm>
            <a:off x="3257550" y="1555509"/>
            <a:ext cx="6416866" cy="28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SharePointリストの「アイテムを作成」で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Formsの回答（申請者名・申請内容）を</a:t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リストの各列にマッピングします。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7" name="図 16" descr="The image shows a text snippet from a software interface, displaying a Japanese prompt to convert a string into an integer and a parameter input field with a placeholder for code.  AI 生成コンテンツは誤りを含む可能性があります。">
            <a:extLst>
              <a:ext uri="{FF2B5EF4-FFF2-40B4-BE49-F238E27FC236}">
                <a16:creationId xmlns:a16="http://schemas.microsoft.com/office/drawing/2014/main" id="{F566F71E-C914-B0FA-ED5D-DC027EE11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6" y="4417074"/>
            <a:ext cx="7342663" cy="2371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CBEC746-521C-9E2B-7D90-711E9905A4D7}"/>
              </a:ext>
            </a:extLst>
          </p:cNvPr>
          <p:cNvSpPr/>
          <p:nvPr/>
        </p:nvSpPr>
        <p:spPr>
          <a:xfrm>
            <a:off x="325486" y="5641708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5110F6F-46C1-8584-E321-1DE91CADF579}"/>
              </a:ext>
            </a:extLst>
          </p:cNvPr>
          <p:cNvSpPr txBox="1"/>
          <p:nvPr/>
        </p:nvSpPr>
        <p:spPr>
          <a:xfrm>
            <a:off x="8092296" y="5918786"/>
            <a:ext cx="3774218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Title列 → </a:t>
            </a:r>
            <a:r>
              <a:rPr lang="ja-JP" altLang="en-US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申請者名の回答</a:t>
            </a:r>
            <a:endParaRPr lang="en-US" altLang="ja-JP" sz="2800" b="1">
              <a:solidFill>
                <a:srgbClr val="1F2937"/>
              </a:solidFill>
              <a:highlight>
                <a:srgbClr val="FFFF00"/>
              </a:highlight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87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SharePointリストは「自動で書き込めるデータベース」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Formsの回答は動的コンテンツとしてSPの列にそのままマッピングできます。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一度登録すれば検索・集計・管理がしやすくなります。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SharePoint → Teamsは申請自動化の基本パターン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申請データはSPに蓄積され、Teams通知で「誰かが気づける」仕組みが完成します。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今日作ったフローが、あなたの最初の「申請自動化」です。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520089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備品発注申請の自動化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→SPリストに自動登録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→アイテムを作成（SP）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→Teamsで発注通知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0"/>
            <a:ext cx="1940655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稟議・申請フローの自動化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申請フォーム受信</a:t>
            </a:r>
            <a:endParaRPr lang="en-US" sz="40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→承認者にTeams通知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→Teamsで承認者通知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94852" y="176668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1851053"/>
            <a:ext cx="2215199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外部問い合わせ管理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→担当者にリアルタイム通知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57087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→Teamsで担当者通知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申請自動化の第一歩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1423</Words>
  <Application>Microsoft Office PowerPoint</Application>
  <PresentationFormat>ワイド画面</PresentationFormat>
  <Paragraphs>343</Paragraphs>
  <Slides>14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16</cp:revision>
  <dcterms:created xsi:type="dcterms:W3CDTF">2026-03-02T01:22:39Z</dcterms:created>
  <dcterms:modified xsi:type="dcterms:W3CDTF">2026-04-17T11:58:17Z</dcterms:modified>
</cp:coreProperties>
</file>