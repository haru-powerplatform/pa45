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Vol.25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【メール添付編】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第25回：メール添付の自動保存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添付を月フォルダへ自動保存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元メールに「保存済み」の印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届いたメールの添付を、SharePointの月フォルダへ自動で保存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非IT・請求書や報告書をメールで受け取る方・初参加の方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（元メールに「保存済み」の印もつけます・初参加歓迎）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