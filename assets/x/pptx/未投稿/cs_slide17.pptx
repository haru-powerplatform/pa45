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95F710F-A699-57E9-E041-898517874E73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４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】Power Automate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作成アクション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(Compose)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466C9AE-9ED5-F47B-46C8-6BE9C4B52C2A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5FB9E9B-4466-66F2-5A64-EA12AF234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778"/>
          <a:stretch>
            <a:fillRect/>
          </a:stretch>
        </p:blipFill>
        <p:spPr>
          <a:xfrm>
            <a:off x="166259" y="750881"/>
            <a:ext cx="1912714" cy="861803"/>
          </a:xfrm>
          <a:prstGeom prst="rect">
            <a:avLst/>
          </a:prstGeom>
          <a:ln w="41275">
            <a:solidFill>
              <a:schemeClr val="tx1">
                <a:lumMod val="65000"/>
                <a:lumOff val="3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B22ECBF-47EC-40F7-A845-A12433F383BA}"/>
              </a:ext>
            </a:extLst>
          </p:cNvPr>
          <p:cNvSpPr txBox="1"/>
          <p:nvPr/>
        </p:nvSpPr>
        <p:spPr>
          <a:xfrm>
            <a:off x="2277092" y="695414"/>
            <a:ext cx="9532059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作成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：途中の値を確認する為のチェックポイント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9" name="図 1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E465F48-81DA-D7E4-4073-24F48761D7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958"/>
          <a:stretch>
            <a:fillRect/>
          </a:stretch>
        </p:blipFill>
        <p:spPr>
          <a:xfrm>
            <a:off x="711603" y="3226073"/>
            <a:ext cx="3568094" cy="32912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グラフィカル ユーザー インターフェイス, アプリケーション, テーブル, Excel&#10;&#10;AI 生成コンテンツは誤りを含む可能性があります。">
            <a:extLst>
              <a:ext uri="{FF2B5EF4-FFF2-40B4-BE49-F238E27FC236}">
                <a16:creationId xmlns:a16="http://schemas.microsoft.com/office/drawing/2014/main" id="{F74204DE-F43B-B660-E614-F1BF59020E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577" b="29890"/>
          <a:stretch>
            <a:fillRect/>
          </a:stretch>
        </p:blipFill>
        <p:spPr>
          <a:xfrm>
            <a:off x="206598" y="2426498"/>
            <a:ext cx="2146370" cy="20535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1" name="図 20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5696760-0E7E-206D-DA81-D59C338431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767" y="4645979"/>
            <a:ext cx="1876992" cy="2091356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725AD25-ED5C-7EED-F998-91D13CF44F4D}"/>
              </a:ext>
            </a:extLst>
          </p:cNvPr>
          <p:cNvSpPr txBox="1"/>
          <p:nvPr/>
        </p:nvSpPr>
        <p:spPr>
          <a:xfrm>
            <a:off x="302127" y="1718612"/>
            <a:ext cx="25914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Before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8B76AAE-E66C-ED6A-AEFB-B875EA4F9410}"/>
              </a:ext>
            </a:extLst>
          </p:cNvPr>
          <p:cNvSpPr txBox="1"/>
          <p:nvPr/>
        </p:nvSpPr>
        <p:spPr>
          <a:xfrm>
            <a:off x="2306784" y="2019455"/>
            <a:ext cx="37892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【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出力結果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】</a:t>
            </a: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項目が多くて、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どの値をチェックすればいいか、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分かりにくい、、。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56" name="矢印: 右 55">
            <a:extLst>
              <a:ext uri="{FF2B5EF4-FFF2-40B4-BE49-F238E27FC236}">
                <a16:creationId xmlns:a16="http://schemas.microsoft.com/office/drawing/2014/main" id="{32620DEC-C437-531F-4A26-C409EAAE5C1B}"/>
              </a:ext>
            </a:extLst>
          </p:cNvPr>
          <p:cNvSpPr/>
          <p:nvPr/>
        </p:nvSpPr>
        <p:spPr>
          <a:xfrm rot="7723050" flipV="1">
            <a:off x="3154495" y="4251423"/>
            <a:ext cx="787522" cy="341018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43E4502E-9DC5-DB26-DB9B-5B7E56496638}"/>
              </a:ext>
            </a:extLst>
          </p:cNvPr>
          <p:cNvCxnSpPr>
            <a:cxnSpLocks/>
          </p:cNvCxnSpPr>
          <p:nvPr/>
        </p:nvCxnSpPr>
        <p:spPr>
          <a:xfrm>
            <a:off x="5709622" y="1718612"/>
            <a:ext cx="0" cy="4800458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図 34" descr="カレンダー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493BE88-764F-C420-FACD-B273E6A72A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0204" y="2356663"/>
            <a:ext cx="2480947" cy="33721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5964A4A-75C0-3CB8-92CA-1C3F7B54A6F5}"/>
              </a:ext>
            </a:extLst>
          </p:cNvPr>
          <p:cNvSpPr txBox="1"/>
          <p:nvPr/>
        </p:nvSpPr>
        <p:spPr>
          <a:xfrm>
            <a:off x="5982337" y="1470045"/>
            <a:ext cx="25914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54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after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A356CC7C-D9CC-44B8-F4DD-0C2AB21B54C1}"/>
              </a:ext>
            </a:extLst>
          </p:cNvPr>
          <p:cNvSpPr/>
          <p:nvPr/>
        </p:nvSpPr>
        <p:spPr>
          <a:xfrm>
            <a:off x="5839616" y="5106518"/>
            <a:ext cx="2559541" cy="714491"/>
          </a:xfrm>
          <a:prstGeom prst="roundRect">
            <a:avLst>
              <a:gd name="adj" fmla="val 6918"/>
            </a:avLst>
          </a:prstGeom>
          <a:noFill/>
          <a:ln w="60325">
            <a:solidFill>
              <a:srgbClr val="0000C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1" name="図 50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7A7031C-7E73-FD66-6323-56E54B4FE4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4485" y="4694319"/>
            <a:ext cx="2794667" cy="18827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4" name="図 53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BD31BB0-6344-C740-341F-BC34B87DCB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1313" y="1830433"/>
            <a:ext cx="2120368" cy="27220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8" name="矢印: 右 37">
            <a:extLst>
              <a:ext uri="{FF2B5EF4-FFF2-40B4-BE49-F238E27FC236}">
                <a16:creationId xmlns:a16="http://schemas.microsoft.com/office/drawing/2014/main" id="{2AF0E5F1-D333-4B85-48A7-BAE230BC330D}"/>
              </a:ext>
            </a:extLst>
          </p:cNvPr>
          <p:cNvSpPr/>
          <p:nvPr/>
        </p:nvSpPr>
        <p:spPr>
          <a:xfrm rot="19245469">
            <a:off x="7363330" y="4340207"/>
            <a:ext cx="1323020" cy="324572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88900">
              <a:srgbClr val="0000CC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矢印: 右 56">
            <a:extLst>
              <a:ext uri="{FF2B5EF4-FFF2-40B4-BE49-F238E27FC236}">
                <a16:creationId xmlns:a16="http://schemas.microsoft.com/office/drawing/2014/main" id="{53474F2F-55FB-84ED-0F80-A34CD6E3A22E}"/>
              </a:ext>
            </a:extLst>
          </p:cNvPr>
          <p:cNvSpPr/>
          <p:nvPr/>
        </p:nvSpPr>
        <p:spPr>
          <a:xfrm rot="5400000">
            <a:off x="9935543" y="4980395"/>
            <a:ext cx="1082848" cy="414017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88900">
              <a:srgbClr val="0000CC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57FDC702-6098-5865-61E8-1B6B4B5C65BF}"/>
              </a:ext>
            </a:extLst>
          </p:cNvPr>
          <p:cNvSpPr/>
          <p:nvPr/>
        </p:nvSpPr>
        <p:spPr>
          <a:xfrm>
            <a:off x="9470571" y="6021273"/>
            <a:ext cx="2338581" cy="555767"/>
          </a:xfrm>
          <a:prstGeom prst="roundRect">
            <a:avLst>
              <a:gd name="adj" fmla="val 6918"/>
            </a:avLst>
          </a:prstGeom>
          <a:noFill/>
          <a:ln w="60325">
            <a:solidFill>
              <a:srgbClr val="0000C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044FD25F-2467-B118-9764-8084A41EDA91}"/>
              </a:ext>
            </a:extLst>
          </p:cNvPr>
          <p:cNvSpPr/>
          <p:nvPr/>
        </p:nvSpPr>
        <p:spPr>
          <a:xfrm>
            <a:off x="170548" y="3558207"/>
            <a:ext cx="2224057" cy="921884"/>
          </a:xfrm>
          <a:prstGeom prst="roundRect">
            <a:avLst>
              <a:gd name="adj" fmla="val 6918"/>
            </a:avLst>
          </a:prstGeom>
          <a:noFill/>
          <a:ln w="60325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617623A-D9AF-904F-7983-7B14F52F8E6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656" y="4323666"/>
            <a:ext cx="1383891" cy="1637741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7508551C-7428-9D54-306C-D2DAD48CF44C}"/>
              </a:ext>
            </a:extLst>
          </p:cNvPr>
          <p:cNvSpPr txBox="1"/>
          <p:nvPr/>
        </p:nvSpPr>
        <p:spPr>
          <a:xfrm>
            <a:off x="5749176" y="5870616"/>
            <a:ext cx="33632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フローの途中に</a:t>
            </a:r>
            <a:endParaRPr lang="en-US" altLang="ja-JP" sz="2400" b="1">
              <a:solidFill>
                <a:schemeClr val="bg1"/>
              </a:solidFill>
              <a:effectLst>
                <a:glow rad="127000">
                  <a:srgbClr val="0000CC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作成アクションを追加</a:t>
            </a:r>
            <a:endParaRPr lang="en-US" altLang="ja-JP" sz="2400" b="1">
              <a:solidFill>
                <a:schemeClr val="bg1"/>
              </a:solidFill>
              <a:effectLst>
                <a:glow rad="127000">
                  <a:srgbClr val="0000CC"/>
                </a:glow>
              </a:effectLst>
            </a:endParaRPr>
          </a:p>
        </p:txBody>
      </p:sp>
      <p:pic>
        <p:nvPicPr>
          <p:cNvPr id="63" name="図 62">
            <a:extLst>
              <a:ext uri="{FF2B5EF4-FFF2-40B4-BE49-F238E27FC236}">
                <a16:creationId xmlns:a16="http://schemas.microsoft.com/office/drawing/2014/main" id="{85ABC315-3BDA-11F5-8264-3C0087AB56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74612" y="3185960"/>
            <a:ext cx="379962" cy="792962"/>
          </a:xfrm>
          <a:prstGeom prst="rect">
            <a:avLst/>
          </a:prstGeom>
        </p:spPr>
      </p:pic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0D5626C-6351-07F6-59BD-6597A0E285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4" y="5450114"/>
            <a:ext cx="1309151" cy="1309151"/>
          </a:xfrm>
          <a:prstGeom prst="rect">
            <a:avLst/>
          </a:prstGeom>
        </p:spPr>
      </p:pic>
      <p:sp>
        <p:nvSpPr>
          <p:cNvPr id="64" name="矢印: 右 63">
            <a:extLst>
              <a:ext uri="{FF2B5EF4-FFF2-40B4-BE49-F238E27FC236}">
                <a16:creationId xmlns:a16="http://schemas.microsoft.com/office/drawing/2014/main" id="{A0D37FB3-7B92-8AC6-1D8D-736FAA05B387}"/>
              </a:ext>
            </a:extLst>
          </p:cNvPr>
          <p:cNvSpPr/>
          <p:nvPr/>
        </p:nvSpPr>
        <p:spPr>
          <a:xfrm>
            <a:off x="4918538" y="1665512"/>
            <a:ext cx="921078" cy="643825"/>
          </a:xfrm>
          <a:prstGeom prst="rightArrow">
            <a:avLst/>
          </a:prstGeom>
          <a:solidFill>
            <a:srgbClr val="FFFF00"/>
          </a:solidFill>
          <a:ln w="6667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4E215063-25FF-E757-5A68-AD0E96658234}"/>
              </a:ext>
            </a:extLst>
          </p:cNvPr>
          <p:cNvSpPr txBox="1"/>
          <p:nvPr/>
        </p:nvSpPr>
        <p:spPr>
          <a:xfrm>
            <a:off x="9211444" y="2652440"/>
            <a:ext cx="33875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知りたい項目を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入力欄に追加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（動的コンテンツ）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48FA1BA7-1E00-8A22-A2CF-C1F4731E73F6}"/>
              </a:ext>
            </a:extLst>
          </p:cNvPr>
          <p:cNvSpPr txBox="1"/>
          <p:nvPr/>
        </p:nvSpPr>
        <p:spPr>
          <a:xfrm>
            <a:off x="9211443" y="6389933"/>
            <a:ext cx="3387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知りたい結果だけが見れる！</a:t>
            </a:r>
            <a:endParaRPr lang="en-US" altLang="ja-JP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pic>
        <p:nvPicPr>
          <p:cNvPr id="68" name="図 67" descr="黒い背景と白い文字&#10;&#10;AI 生成コンテンツは誤りを含む可能性があります。">
            <a:extLst>
              <a:ext uri="{FF2B5EF4-FFF2-40B4-BE49-F238E27FC236}">
                <a16:creationId xmlns:a16="http://schemas.microsoft.com/office/drawing/2014/main" id="{EED0806F-0CB9-F8B8-2AD5-1FA548E023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855" y="951786"/>
            <a:ext cx="955704" cy="8442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