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× </a:t>
            </a:r>
            <a:r>
              <a:rPr lang="en-US" sz="4400" b="1" kern="0" spc="30" dirty="0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Vol.33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【SharePoint×</a:t>
            </a:r>
            <a:r>
              <a:rPr lang="en-US" sz="4000" b="1" kern="0" spc="-112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</a:t>
            </a:r>
            <a:r>
              <a:rPr lang="en-US" sz="4000" b="1" kern="0" spc="-112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編】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第33回：SharePointリストから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欲しい行だけ取り出す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列の内部名をフローで一覧に</a:t>
            </a:r>
            <a:r>
              <a:rPr lang="en-US" sz="4500" b="1">
                <a:solidFill>
                  <a:srgbClr val="7C3A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リストの列の内部名をフローで一覧にし、その名前で項目を絞り込む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非IT・SharePointリストをフローで使っている方・初参加の方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（プログラミング知識ゼロでOK・見るだけの参加も歓迎）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