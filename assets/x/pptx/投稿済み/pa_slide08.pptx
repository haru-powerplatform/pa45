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" name="Shape 39">
            <a:extLst>
              <a:ext uri="{FF2B5EF4-FFF2-40B4-BE49-F238E27FC236}">
                <a16:creationId xmlns:a16="http://schemas.microsoft.com/office/drawing/2014/main" id="{E9C5A6A8-F867-0E0B-4FBB-0B62709418A1}"/>
              </a:ext>
            </a:extLst>
          </p:cNvPr>
          <p:cNvSpPr/>
          <p:nvPr/>
        </p:nvSpPr>
        <p:spPr>
          <a:xfrm>
            <a:off x="4263709" y="2109062"/>
            <a:ext cx="2959463" cy="4572636"/>
          </a:xfrm>
          <a:prstGeom prst="roundRect">
            <a:avLst>
              <a:gd name="adj" fmla="val 7653"/>
            </a:avLst>
          </a:prstGeom>
          <a:solidFill>
            <a:srgbClr val="EFF6FF"/>
          </a:solidFill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238ECC5-C21D-F1A8-8DF5-6F9E8356287D}"/>
              </a:ext>
            </a:extLst>
          </p:cNvPr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34B3DD3-2C2B-B035-201A-A3F5B15E2CE7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850C86C-D167-1860-1B2B-F9D491354627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Vol.19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1557D71-3129-C4B7-3E1F-3F682882997E}"/>
              </a:ext>
            </a:extLst>
          </p:cNvPr>
          <p:cNvSpPr txBox="1"/>
          <p:nvPr/>
        </p:nvSpPr>
        <p:spPr>
          <a:xfrm>
            <a:off x="1926963" y="15481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の解析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3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F7613C66-87A7-5970-301F-AB23C0E35F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978" y="838683"/>
            <a:ext cx="11430000" cy="914400"/>
          </a:xfrm>
          <a:prstGeom prst="rect">
            <a:avLst/>
          </a:prstGeom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B0044515-2578-41EE-D6F8-56663FC828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541578" y="1048995"/>
            <a:ext cx="342900" cy="495605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4FF56B76-B074-2767-16AB-DE6CBFC1A3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6423" b="-16423"/>
          <a:stretch/>
        </p:blipFill>
        <p:spPr>
          <a:xfrm>
            <a:off x="626617" y="1134034"/>
            <a:ext cx="171907" cy="30449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F2C36108-23ED-75FE-7A2D-982E914CD944}"/>
              </a:ext>
            </a:extLst>
          </p:cNvPr>
          <p:cNvSpPr txBox="1"/>
          <p:nvPr/>
        </p:nvSpPr>
        <p:spPr>
          <a:xfrm>
            <a:off x="1448307" y="1032286"/>
            <a:ext cx="9797806" cy="54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6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の解析</a:t>
            </a:r>
            <a:r>
              <a:rPr lang="ja-JP" altLang="en-US" sz="36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ja-JP" altLang="en-US" sz="32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箱の中身に</a:t>
            </a:r>
            <a:r>
              <a:rPr lang="ja-JP" altLang="en-US" sz="4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「名札」</a:t>
            </a:r>
            <a:r>
              <a:rPr lang="ja-JP" altLang="en-US" sz="32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を貼る魔法</a:t>
            </a:r>
            <a:endParaRPr lang="en-US" sz="3600" dirty="0"/>
          </a:p>
        </p:txBody>
      </p:sp>
      <p:pic>
        <p:nvPicPr>
          <p:cNvPr id="27" name="Image 10" descr="preencoded.png">
            <a:extLst>
              <a:ext uri="{FF2B5EF4-FFF2-40B4-BE49-F238E27FC236}">
                <a16:creationId xmlns:a16="http://schemas.microsoft.com/office/drawing/2014/main" id="{E5143B20-3734-B453-E1EB-6AB09EAA29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3568670" y="2448040"/>
            <a:ext cx="520848" cy="1040033"/>
          </a:xfrm>
          <a:prstGeom prst="rect">
            <a:avLst/>
          </a:prstGeom>
        </p:spPr>
      </p:pic>
      <p:pic>
        <p:nvPicPr>
          <p:cNvPr id="37" name="Image 15" descr="preencoded.png">
            <a:extLst>
              <a:ext uri="{FF2B5EF4-FFF2-40B4-BE49-F238E27FC236}">
                <a16:creationId xmlns:a16="http://schemas.microsoft.com/office/drawing/2014/main" id="{4823966A-60D0-EB85-E58B-D9F73C716C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3158103" y="4430229"/>
            <a:ext cx="407636" cy="362103"/>
          </a:xfrm>
          <a:prstGeom prst="rect">
            <a:avLst/>
          </a:prstGeom>
        </p:spPr>
      </p:pic>
      <p:sp>
        <p:nvSpPr>
          <p:cNvPr id="61" name="Text 33">
            <a:extLst>
              <a:ext uri="{FF2B5EF4-FFF2-40B4-BE49-F238E27FC236}">
                <a16:creationId xmlns:a16="http://schemas.microsoft.com/office/drawing/2014/main" id="{01593A98-44FE-562B-719B-06CC953EB0E5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pic>
        <p:nvPicPr>
          <p:cNvPr id="62" name="Image 26" descr="preencoded.png">
            <a:extLst>
              <a:ext uri="{FF2B5EF4-FFF2-40B4-BE49-F238E27FC236}">
                <a16:creationId xmlns:a16="http://schemas.microsoft.com/office/drawing/2014/main" id="{FCAB4125-F2D4-A6A8-FAED-57EA81DE929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47589" y="2491168"/>
            <a:ext cx="1943671" cy="1334010"/>
          </a:xfrm>
          <a:prstGeom prst="rect">
            <a:avLst/>
          </a:prstGeom>
        </p:spPr>
      </p:pic>
      <p:sp>
        <p:nvSpPr>
          <p:cNvPr id="94" name="Text 6">
            <a:extLst>
              <a:ext uri="{FF2B5EF4-FFF2-40B4-BE49-F238E27FC236}">
                <a16:creationId xmlns:a16="http://schemas.microsoft.com/office/drawing/2014/main" id="{061AAB83-571D-2C51-EB82-5ED97115FE36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F9BFFB58-BC9F-192E-76F5-5BE7F724379A}"/>
              </a:ext>
            </a:extLst>
          </p:cNvPr>
          <p:cNvSpPr/>
          <p:nvPr/>
        </p:nvSpPr>
        <p:spPr>
          <a:xfrm>
            <a:off x="58783" y="-50800"/>
            <a:ext cx="12077233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Image 12" descr="preencoded.png">
            <a:extLst>
              <a:ext uri="{FF2B5EF4-FFF2-40B4-BE49-F238E27FC236}">
                <a16:creationId xmlns:a16="http://schemas.microsoft.com/office/drawing/2014/main" id="{0A4389DD-97EE-23DC-8FEA-F3AA861AA9A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10" b="-10"/>
          <a:stretch/>
        </p:blipFill>
        <p:spPr>
          <a:xfrm>
            <a:off x="7321407" y="1990908"/>
            <a:ext cx="4734378" cy="4690790"/>
          </a:xfrm>
          <a:prstGeom prst="rect">
            <a:avLst/>
          </a:prstGeom>
        </p:spPr>
      </p:pic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45CD39AC-FAE4-8CFD-AFD6-FC287A9875C1}"/>
              </a:ext>
            </a:extLst>
          </p:cNvPr>
          <p:cNvGrpSpPr/>
          <p:nvPr/>
        </p:nvGrpSpPr>
        <p:grpSpPr>
          <a:xfrm>
            <a:off x="7631548" y="1883644"/>
            <a:ext cx="3849396" cy="917911"/>
            <a:chOff x="9244584" y="2179015"/>
            <a:chExt cx="1123798" cy="286207"/>
          </a:xfrm>
        </p:grpSpPr>
        <p:sp>
          <p:nvSpPr>
            <p:cNvPr id="30" name="Shape 15">
              <a:extLst>
                <a:ext uri="{FF2B5EF4-FFF2-40B4-BE49-F238E27FC236}">
                  <a16:creationId xmlns:a16="http://schemas.microsoft.com/office/drawing/2014/main" id="{34C4E89A-3251-290B-F5DE-43321A219727}"/>
                </a:ext>
              </a:extLst>
            </p:cNvPr>
            <p:cNvSpPr/>
            <p:nvPr/>
          </p:nvSpPr>
          <p:spPr>
            <a:xfrm>
              <a:off x="9244584" y="2179015"/>
              <a:ext cx="1123798" cy="286207"/>
            </a:xfrm>
            <a:prstGeom prst="roundRect">
              <a:avLst>
                <a:gd name="adj" fmla="val 319489"/>
              </a:avLst>
            </a:prstGeom>
            <a:solidFill>
              <a:srgbClr val="DCFCE7"/>
            </a:solidFill>
            <a:ln w="34925">
              <a:solidFill>
                <a:srgbClr val="166534"/>
              </a:solidFill>
              <a:prstDash val="solid"/>
            </a:ln>
          </p:spPr>
          <p:txBody>
            <a:bodyPr/>
            <a:lstStyle/>
            <a:p>
              <a:endParaRPr lang="ja-JP" altLang="en-US" sz="5400"/>
            </a:p>
          </p:txBody>
        </p:sp>
        <p:sp>
          <p:nvSpPr>
            <p:cNvPr id="31" name="Text 16">
              <a:extLst>
                <a:ext uri="{FF2B5EF4-FFF2-40B4-BE49-F238E27FC236}">
                  <a16:creationId xmlns:a16="http://schemas.microsoft.com/office/drawing/2014/main" id="{4D3E1C82-DB2B-74C3-70C3-EC437D5B1704}"/>
                </a:ext>
              </a:extLst>
            </p:cNvPr>
            <p:cNvSpPr txBox="1"/>
            <p:nvPr/>
          </p:nvSpPr>
          <p:spPr>
            <a:xfrm>
              <a:off x="9357411" y="2218902"/>
              <a:ext cx="952805" cy="191110"/>
            </a:xfrm>
            <a:prstGeom prst="rect">
              <a:avLst/>
            </a:prstGeom>
            <a:noFill/>
            <a:ln>
              <a:solidFill>
                <a:srgbClr val="DCFCE7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After</a:t>
              </a:r>
              <a:r>
                <a:rPr lang="en-US" sz="2400" b="1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: </a:t>
              </a:r>
              <a:r>
                <a:rPr lang="ja-JP" altLang="en-US" sz="2400" b="1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動的コンテンツから選べるようになる</a:t>
              </a:r>
              <a:endParaRPr lang="en-US" sz="2400" dirty="0"/>
            </a:p>
          </p:txBody>
        </p:sp>
      </p:grp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6F7C9B7E-B520-06F0-E2F9-DEED4F8FCEED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15F5093F-3191-0C6F-B634-0A41A4F121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131" y="657572"/>
            <a:ext cx="1241251" cy="1241251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A81C085-567A-A4FD-269B-B458CD6FE42F}"/>
              </a:ext>
            </a:extLst>
          </p:cNvPr>
          <p:cNvSpPr/>
          <p:nvPr/>
        </p:nvSpPr>
        <p:spPr>
          <a:xfrm>
            <a:off x="157824" y="2101170"/>
            <a:ext cx="3964621" cy="4572636"/>
          </a:xfrm>
          <a:prstGeom prst="roundRect">
            <a:avLst>
              <a:gd name="adj" fmla="val 6758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AE15B266-2895-2997-17D0-66C69DC10807}"/>
              </a:ext>
            </a:extLst>
          </p:cNvPr>
          <p:cNvSpPr/>
          <p:nvPr/>
        </p:nvSpPr>
        <p:spPr>
          <a:xfrm>
            <a:off x="329282" y="1869623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A7C68F8-B570-7631-AF1E-3232FD0AA6DB}"/>
              </a:ext>
            </a:extLst>
          </p:cNvPr>
          <p:cNvSpPr txBox="1"/>
          <p:nvPr/>
        </p:nvSpPr>
        <p:spPr>
          <a:xfrm>
            <a:off x="587622" y="1959689"/>
            <a:ext cx="1751900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2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2D75FB6-3742-B7E5-C537-142D4C8EA35F}"/>
              </a:ext>
            </a:extLst>
          </p:cNvPr>
          <p:cNvGrpSpPr/>
          <p:nvPr/>
        </p:nvGrpSpPr>
        <p:grpSpPr>
          <a:xfrm>
            <a:off x="450125" y="2429153"/>
            <a:ext cx="3210012" cy="2733396"/>
            <a:chOff x="1059242" y="1702226"/>
            <a:chExt cx="3210012" cy="2832845"/>
          </a:xfrm>
        </p:grpSpPr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43AE0E6E-F74A-4B6D-DEAE-E5FC353473A0}"/>
                </a:ext>
              </a:extLst>
            </p:cNvPr>
            <p:cNvSpPr txBox="1"/>
            <p:nvPr/>
          </p:nvSpPr>
          <p:spPr>
            <a:xfrm>
              <a:off x="1059242" y="1702226"/>
              <a:ext cx="3210012" cy="3351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ただの文字列 (String)</a:t>
              </a:r>
              <a:endPara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Shape 33">
              <a:extLst>
                <a:ext uri="{FF2B5EF4-FFF2-40B4-BE49-F238E27FC236}">
                  <a16:creationId xmlns:a16="http://schemas.microsoft.com/office/drawing/2014/main" id="{3EBB2E43-78D3-E33D-426C-3C9465B9926E}"/>
                </a:ext>
              </a:extLst>
            </p:cNvPr>
            <p:cNvSpPr/>
            <p:nvPr/>
          </p:nvSpPr>
          <p:spPr>
            <a:xfrm>
              <a:off x="1188720" y="2067484"/>
              <a:ext cx="3047695" cy="2467587"/>
            </a:xfrm>
            <a:prstGeom prst="roundRect">
              <a:avLst>
                <a:gd name="adj" fmla="val 5333"/>
              </a:avLst>
            </a:prstGeom>
            <a:solidFill>
              <a:srgbClr val="F9FAF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FB138ED4-D058-3719-2119-F98AB1E009AE}"/>
                </a:ext>
              </a:extLst>
            </p:cNvPr>
            <p:cNvGrpSpPr/>
            <p:nvPr/>
          </p:nvGrpSpPr>
          <p:grpSpPr>
            <a:xfrm>
              <a:off x="1321921" y="2099911"/>
              <a:ext cx="2770275" cy="2319524"/>
              <a:chOff x="1321921" y="2099911"/>
              <a:chExt cx="2770275" cy="2319524"/>
            </a:xfrm>
          </p:grpSpPr>
          <p:pic>
            <p:nvPicPr>
              <p:cNvPr id="28" name="Image 9" descr="preencoded.png">
                <a:extLst>
                  <a:ext uri="{FF2B5EF4-FFF2-40B4-BE49-F238E27FC236}">
                    <a16:creationId xmlns:a16="http://schemas.microsoft.com/office/drawing/2014/main" id="{4634A607-3A16-5AEF-672B-DC70F96932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-11" r="-11"/>
              <a:stretch/>
            </p:blipFill>
            <p:spPr>
              <a:xfrm>
                <a:off x="1321921" y="2099911"/>
                <a:ext cx="2743200" cy="2319524"/>
              </a:xfrm>
              <a:prstGeom prst="rect">
                <a:avLst/>
              </a:prstGeom>
            </p:spPr>
          </p:pic>
          <p:sp>
            <p:nvSpPr>
              <p:cNvPr id="32" name="Shape 34">
                <a:extLst>
                  <a:ext uri="{FF2B5EF4-FFF2-40B4-BE49-F238E27FC236}">
                    <a16:creationId xmlns:a16="http://schemas.microsoft.com/office/drawing/2014/main" id="{AB784534-89CB-AFC0-EF77-C31401C6A6CD}"/>
                  </a:ext>
                </a:extLst>
              </p:cNvPr>
              <p:cNvSpPr/>
              <p:nvPr/>
            </p:nvSpPr>
            <p:spPr>
              <a:xfrm>
                <a:off x="1493595" y="2722549"/>
                <a:ext cx="2495398" cy="9144"/>
              </a:xfrm>
              <a:prstGeom prst="rect">
                <a:avLst/>
              </a:prstGeom>
              <a:solidFill>
                <a:srgbClr val="E5E7EB"/>
              </a:solidFill>
              <a:ln w="12700">
                <a:solidFill>
                  <a:srgbClr val="E5E7EB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3" name="Text 35">
                <a:extLst>
                  <a:ext uri="{FF2B5EF4-FFF2-40B4-BE49-F238E27FC236}">
                    <a16:creationId xmlns:a16="http://schemas.microsoft.com/office/drawing/2014/main" id="{2980B8DC-63CB-2F57-5360-9FF636265C0C}"/>
                  </a:ext>
                </a:extLst>
              </p:cNvPr>
              <p:cNvSpPr txBox="1"/>
              <p:nvPr/>
            </p:nvSpPr>
            <p:spPr>
              <a:xfrm>
                <a:off x="1496214" y="2260844"/>
                <a:ext cx="2595982" cy="22211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body (JSON)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6" name="Text 36">
              <a:extLst>
                <a:ext uri="{FF2B5EF4-FFF2-40B4-BE49-F238E27FC236}">
                  <a16:creationId xmlns:a16="http://schemas.microsoft.com/office/drawing/2014/main" id="{20253114-47F7-3B83-0E33-3DF16679ECEB}"/>
                </a:ext>
              </a:extLst>
            </p:cNvPr>
            <p:cNvSpPr txBox="1"/>
            <p:nvPr/>
          </p:nvSpPr>
          <p:spPr>
            <a:xfrm>
              <a:off x="1373799" y="2815491"/>
              <a:ext cx="2710826" cy="14792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dirty="0">
                  <a:solidFill>
                    <a:srgbClr val="4B556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{</a:t>
              </a:r>
              <a:endParaRPr lang="en-US" sz="2000" dirty="0"/>
            </a:p>
            <a:p>
              <a:pPr marL="0" indent="0" algn="l">
                <a:buNone/>
              </a:pPr>
              <a:r>
                <a:rPr lang="en-US" sz="2000" dirty="0">
                  <a:solidFill>
                    <a:srgbClr val="4B556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"Title": "会議A",</a:t>
              </a:r>
              <a:endParaRPr lang="en-US" sz="2000" dirty="0"/>
            </a:p>
            <a:p>
              <a:pPr marL="0" indent="0" algn="l">
                <a:buNone/>
              </a:pPr>
              <a:r>
                <a:rPr lang="en-US" sz="2000" dirty="0">
                  <a:solidFill>
                    <a:srgbClr val="4B556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"User": "Yamada",</a:t>
              </a:r>
              <a:endParaRPr lang="en-US" sz="2000" dirty="0"/>
            </a:p>
            <a:p>
              <a:pPr marL="0" indent="0" algn="l">
                <a:buNone/>
              </a:pPr>
              <a:r>
                <a:rPr lang="en-US" sz="2000" dirty="0">
                  <a:solidFill>
                    <a:srgbClr val="4B556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"ID": 1001</a:t>
              </a:r>
              <a:endParaRPr lang="en-US" sz="2000" dirty="0"/>
            </a:p>
            <a:p>
              <a:pPr marL="0" indent="0" algn="l">
                <a:buNone/>
              </a:pPr>
              <a:r>
                <a:rPr lang="en-US" sz="2000" dirty="0">
                  <a:solidFill>
                    <a:srgbClr val="4B556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} </a:t>
              </a:r>
              <a:endParaRPr lang="en-US" sz="2000" dirty="0"/>
            </a:p>
          </p:txBody>
        </p:sp>
      </p:grpSp>
      <p:pic>
        <p:nvPicPr>
          <p:cNvPr id="69" name="図 68" descr="The image shows a user interface element with a blue button, featuring a Japanese text label 'JSON' and a dropdown arrow icon.&#10;&#10;AI 生成コンテンツは誤りを含む可能性があります。">
            <a:extLst>
              <a:ext uri="{FF2B5EF4-FFF2-40B4-BE49-F238E27FC236}">
                <a16:creationId xmlns:a16="http://schemas.microsoft.com/office/drawing/2014/main" id="{50D39F32-B2AE-635E-124B-0AA06594983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758" t="18775" b="-2902"/>
          <a:stretch>
            <a:fillRect/>
          </a:stretch>
        </p:blipFill>
        <p:spPr>
          <a:xfrm>
            <a:off x="4269318" y="2763610"/>
            <a:ext cx="2824803" cy="6297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8" name="Image 10" descr="preencoded.png">
            <a:extLst>
              <a:ext uri="{FF2B5EF4-FFF2-40B4-BE49-F238E27FC236}">
                <a16:creationId xmlns:a16="http://schemas.microsoft.com/office/drawing/2014/main" id="{AB847E9D-1D7F-BDA0-4A73-CAA24DFFF2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6935240" y="2570132"/>
            <a:ext cx="520848" cy="1040033"/>
          </a:xfrm>
          <a:prstGeom prst="rect">
            <a:avLst/>
          </a:prstGeom>
        </p:spPr>
      </p:pic>
      <p:sp>
        <p:nvSpPr>
          <p:cNvPr id="71" name="Text 40">
            <a:extLst>
              <a:ext uri="{FF2B5EF4-FFF2-40B4-BE49-F238E27FC236}">
                <a16:creationId xmlns:a16="http://schemas.microsoft.com/office/drawing/2014/main" id="{F5739D4C-A6F1-B4CC-2430-FF79630845BC}"/>
              </a:ext>
            </a:extLst>
          </p:cNvPr>
          <p:cNvSpPr txBox="1"/>
          <p:nvPr/>
        </p:nvSpPr>
        <p:spPr>
          <a:xfrm>
            <a:off x="5001672" y="3921465"/>
            <a:ext cx="1576790" cy="27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 </a:t>
            </a:r>
            <a:endParaRPr lang="en-US" sz="2400" dirty="0"/>
          </a:p>
        </p:txBody>
      </p:sp>
      <p:pic>
        <p:nvPicPr>
          <p:cNvPr id="72" name="Image 15" descr="preencoded.png">
            <a:extLst>
              <a:ext uri="{FF2B5EF4-FFF2-40B4-BE49-F238E27FC236}">
                <a16:creationId xmlns:a16="http://schemas.microsoft.com/office/drawing/2014/main" id="{53D27675-CF40-1462-E9DF-2DBD26DF47B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458737" y="3800260"/>
            <a:ext cx="361752" cy="361752"/>
          </a:xfrm>
          <a:prstGeom prst="rect">
            <a:avLst/>
          </a:prstGeom>
        </p:spPr>
      </p:pic>
      <p:sp>
        <p:nvSpPr>
          <p:cNvPr id="73" name="Text 41">
            <a:extLst>
              <a:ext uri="{FF2B5EF4-FFF2-40B4-BE49-F238E27FC236}">
                <a16:creationId xmlns:a16="http://schemas.microsoft.com/office/drawing/2014/main" id="{813A5714-39BE-4174-D409-E30E6A6DFF13}"/>
              </a:ext>
            </a:extLst>
          </p:cNvPr>
          <p:cNvSpPr txBox="1"/>
          <p:nvPr/>
        </p:nvSpPr>
        <p:spPr>
          <a:xfrm>
            <a:off x="4379861" y="4364286"/>
            <a:ext cx="2676491" cy="83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“設計図”を見ながら、</a:t>
            </a:r>
            <a:endParaRPr lang="en-US" altLang="ja-JP" sz="2000" b="1">
              <a:solidFill>
                <a:srgbClr val="2563EB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中身ひとつひとつに</a:t>
            </a:r>
            <a:endParaRPr lang="en-US" altLang="ja-JP" sz="2000" b="1">
              <a:solidFill>
                <a:srgbClr val="2563EB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名前シールを貼る</a:t>
            </a:r>
            <a:endParaRPr lang="en-US" sz="2000" b="1" dirty="0"/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845D6F6C-E045-BE84-9308-941C39CD36E7}"/>
              </a:ext>
            </a:extLst>
          </p:cNvPr>
          <p:cNvGrpSpPr/>
          <p:nvPr/>
        </p:nvGrpSpPr>
        <p:grpSpPr>
          <a:xfrm>
            <a:off x="4304607" y="1877528"/>
            <a:ext cx="2868708" cy="520008"/>
            <a:chOff x="3873773" y="1867841"/>
            <a:chExt cx="3246138" cy="520008"/>
          </a:xfrm>
        </p:grpSpPr>
        <p:sp>
          <p:nvSpPr>
            <p:cNvPr id="84" name="Shape 7">
              <a:extLst>
                <a:ext uri="{FF2B5EF4-FFF2-40B4-BE49-F238E27FC236}">
                  <a16:creationId xmlns:a16="http://schemas.microsoft.com/office/drawing/2014/main" id="{E0DE47C5-C1D4-BE5A-ADA0-7B1646DE1307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A0CF5F1F-2C57-85CB-B8CE-DF393A339D30}"/>
                </a:ext>
              </a:extLst>
            </p:cNvPr>
            <p:cNvSpPr txBox="1"/>
            <p:nvPr/>
          </p:nvSpPr>
          <p:spPr>
            <a:xfrm>
              <a:off x="4065751" y="1867841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JSON</a:t>
              </a:r>
              <a:r>
                <a:rPr lang="ja-JP" alt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の解析</a:t>
              </a:r>
              <a:endParaRPr lang="en-US" sz="3600" dirty="0"/>
            </a:p>
          </p:txBody>
        </p:sp>
      </p:grpSp>
      <p:pic>
        <p:nvPicPr>
          <p:cNvPr id="87" name="Image 18" descr="preencoded.png">
            <a:extLst>
              <a:ext uri="{FF2B5EF4-FFF2-40B4-BE49-F238E27FC236}">
                <a16:creationId xmlns:a16="http://schemas.microsoft.com/office/drawing/2014/main" id="{380B430F-4490-CC21-F693-5E1817C374F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11154136" y="1991114"/>
            <a:ext cx="520848" cy="608349"/>
          </a:xfrm>
          <a:prstGeom prst="rect">
            <a:avLst/>
          </a:prstGeom>
        </p:spPr>
      </p:pic>
      <p:sp>
        <p:nvSpPr>
          <p:cNvPr id="90" name="Text 6">
            <a:extLst>
              <a:ext uri="{FF2B5EF4-FFF2-40B4-BE49-F238E27FC236}">
                <a16:creationId xmlns:a16="http://schemas.microsoft.com/office/drawing/2014/main" id="{BC6A2CC3-2557-D166-4F80-70B2CEA85BBB}"/>
              </a:ext>
            </a:extLst>
          </p:cNvPr>
          <p:cNvSpPr txBox="1"/>
          <p:nvPr/>
        </p:nvSpPr>
        <p:spPr>
          <a:xfrm>
            <a:off x="204596" y="5649422"/>
            <a:ext cx="2871268" cy="629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『ID』</a:t>
            </a: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だけ</a:t>
            </a:r>
            <a:endParaRPr lang="en-US" altLang="ja-JP" sz="2400" b="1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使いたいのに</a:t>
            </a:r>
            <a:endParaRPr lang="en-US" altLang="ja-JP" sz="2400" b="1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動的コンテンツから</a:t>
            </a:r>
            <a:endParaRPr lang="en-US" altLang="ja-JP" sz="2400" b="1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選べない</a:t>
            </a:r>
            <a:endParaRPr lang="en-US" sz="2400" b="1" dirty="0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</p:txBody>
      </p:sp>
      <p:pic>
        <p:nvPicPr>
          <p:cNvPr id="91" name="Image 16" descr="preencoded.png">
            <a:extLst>
              <a:ext uri="{FF2B5EF4-FFF2-40B4-BE49-F238E27FC236}">
                <a16:creationId xmlns:a16="http://schemas.microsoft.com/office/drawing/2014/main" id="{BCF37A29-ABC3-BA26-8DFD-108214B0815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607" r="-607"/>
          <a:stretch/>
        </p:blipFill>
        <p:spPr>
          <a:xfrm>
            <a:off x="7631548" y="2905118"/>
            <a:ext cx="624870" cy="493900"/>
          </a:xfrm>
          <a:prstGeom prst="rect">
            <a:avLst/>
          </a:prstGeom>
        </p:spPr>
      </p:pic>
      <p:sp>
        <p:nvSpPr>
          <p:cNvPr id="93" name="Text 44">
            <a:extLst>
              <a:ext uri="{FF2B5EF4-FFF2-40B4-BE49-F238E27FC236}">
                <a16:creationId xmlns:a16="http://schemas.microsoft.com/office/drawing/2014/main" id="{D5144F3B-E5A3-7B4A-2195-E54524D66A09}"/>
              </a:ext>
            </a:extLst>
          </p:cNvPr>
          <p:cNvSpPr txBox="1"/>
          <p:nvPr/>
        </p:nvSpPr>
        <p:spPr>
          <a:xfrm>
            <a:off x="8405584" y="2923969"/>
            <a:ext cx="3653477" cy="410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1つずつ選べる状態に変身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3" name="Image 17" descr="preencoded.png">
            <a:extLst>
              <a:ext uri="{FF2B5EF4-FFF2-40B4-BE49-F238E27FC236}">
                <a16:creationId xmlns:a16="http://schemas.microsoft.com/office/drawing/2014/main" id="{CC552E76-D91B-F5F9-8A40-CE17A77A41B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18" r="-18"/>
          <a:stretch/>
        </p:blipFill>
        <p:spPr>
          <a:xfrm>
            <a:off x="7573095" y="3461047"/>
            <a:ext cx="4115366" cy="492509"/>
          </a:xfrm>
          <a:prstGeom prst="rect">
            <a:avLst/>
          </a:prstGeom>
        </p:spPr>
      </p:pic>
      <p:sp>
        <p:nvSpPr>
          <p:cNvPr id="106" name="Text 45">
            <a:extLst>
              <a:ext uri="{FF2B5EF4-FFF2-40B4-BE49-F238E27FC236}">
                <a16:creationId xmlns:a16="http://schemas.microsoft.com/office/drawing/2014/main" id="{E87DC478-2F8D-8122-CA16-25C60A9394AC}"/>
              </a:ext>
            </a:extLst>
          </p:cNvPr>
          <p:cNvSpPr txBox="1"/>
          <p:nvPr/>
        </p:nvSpPr>
        <p:spPr>
          <a:xfrm>
            <a:off x="8096299" y="3466339"/>
            <a:ext cx="2696204" cy="49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Title </a:t>
            </a:r>
            <a:r>
              <a:rPr lang="en-US" sz="24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"会議A"</a:t>
            </a:r>
            <a:endParaRPr lang="en-US" sz="2800" dirty="0"/>
          </a:p>
        </p:txBody>
      </p:sp>
      <p:pic>
        <p:nvPicPr>
          <p:cNvPr id="107" name="Image 18" descr="preencoded.png">
            <a:extLst>
              <a:ext uri="{FF2B5EF4-FFF2-40B4-BE49-F238E27FC236}">
                <a16:creationId xmlns:a16="http://schemas.microsoft.com/office/drawing/2014/main" id="{78978BB8-91B5-6046-7926-A8273EBCEF7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7695216" y="3536250"/>
            <a:ext cx="327393" cy="382394"/>
          </a:xfrm>
          <a:prstGeom prst="rect">
            <a:avLst/>
          </a:prstGeom>
        </p:spPr>
      </p:pic>
      <p:pic>
        <p:nvPicPr>
          <p:cNvPr id="111" name="Image 21" descr="preencoded.png">
            <a:extLst>
              <a:ext uri="{FF2B5EF4-FFF2-40B4-BE49-F238E27FC236}">
                <a16:creationId xmlns:a16="http://schemas.microsoft.com/office/drawing/2014/main" id="{2AC0462A-B537-3535-6BCB-B4D62B762EF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18" r="-18"/>
          <a:stretch/>
        </p:blipFill>
        <p:spPr>
          <a:xfrm>
            <a:off x="7578920" y="4670040"/>
            <a:ext cx="4115366" cy="492509"/>
          </a:xfrm>
          <a:prstGeom prst="rect">
            <a:avLst/>
          </a:prstGeom>
        </p:spPr>
      </p:pic>
      <p:sp>
        <p:nvSpPr>
          <p:cNvPr id="112" name="Text 49">
            <a:extLst>
              <a:ext uri="{FF2B5EF4-FFF2-40B4-BE49-F238E27FC236}">
                <a16:creationId xmlns:a16="http://schemas.microsoft.com/office/drawing/2014/main" id="{E4AE11DF-545A-F6C3-3FCB-3FC590055510}"/>
              </a:ext>
            </a:extLst>
          </p:cNvPr>
          <p:cNvSpPr txBox="1"/>
          <p:nvPr/>
        </p:nvSpPr>
        <p:spPr>
          <a:xfrm>
            <a:off x="8102667" y="4661855"/>
            <a:ext cx="2696204" cy="49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ID </a:t>
            </a:r>
            <a:r>
              <a:rPr lang="en-US" sz="2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1001</a:t>
            </a:r>
            <a:endParaRPr lang="en-US" sz="3200" dirty="0"/>
          </a:p>
        </p:txBody>
      </p:sp>
      <p:pic>
        <p:nvPicPr>
          <p:cNvPr id="113" name="Image 22" descr="preencoded.png">
            <a:extLst>
              <a:ext uri="{FF2B5EF4-FFF2-40B4-BE49-F238E27FC236}">
                <a16:creationId xmlns:a16="http://schemas.microsoft.com/office/drawing/2014/main" id="{38E10C92-9763-F807-F031-E2DEDC0C4E7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7713651" y="4718421"/>
            <a:ext cx="363465" cy="424526"/>
          </a:xfrm>
          <a:prstGeom prst="rect">
            <a:avLst/>
          </a:prstGeom>
        </p:spPr>
      </p:pic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B14E2C54-6257-AE8D-A4DA-10C19CBF1AD1}"/>
              </a:ext>
            </a:extLst>
          </p:cNvPr>
          <p:cNvGrpSpPr/>
          <p:nvPr/>
        </p:nvGrpSpPr>
        <p:grpSpPr>
          <a:xfrm>
            <a:off x="7592179" y="4080250"/>
            <a:ext cx="4115366" cy="512171"/>
            <a:chOff x="7559618" y="4481892"/>
            <a:chExt cx="4115366" cy="512171"/>
          </a:xfrm>
        </p:grpSpPr>
        <p:pic>
          <p:nvPicPr>
            <p:cNvPr id="108" name="Image 19" descr="preencoded.png">
              <a:extLst>
                <a:ext uri="{FF2B5EF4-FFF2-40B4-BE49-F238E27FC236}">
                  <a16:creationId xmlns:a16="http://schemas.microsoft.com/office/drawing/2014/main" id="{4BE5AE8D-A335-BBE3-4924-2D9576BAD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-18" r="-18"/>
            <a:stretch/>
          </p:blipFill>
          <p:spPr>
            <a:xfrm>
              <a:off x="7559618" y="4481892"/>
              <a:ext cx="4115366" cy="492509"/>
            </a:xfrm>
            <a:prstGeom prst="rect">
              <a:avLst/>
            </a:prstGeom>
          </p:spPr>
        </p:pic>
        <p:sp>
          <p:nvSpPr>
            <p:cNvPr id="109" name="Text 47">
              <a:extLst>
                <a:ext uri="{FF2B5EF4-FFF2-40B4-BE49-F238E27FC236}">
                  <a16:creationId xmlns:a16="http://schemas.microsoft.com/office/drawing/2014/main" id="{BE165BD0-FBFD-F1C7-E3C1-941B057F5C73}"/>
                </a:ext>
              </a:extLst>
            </p:cNvPr>
            <p:cNvSpPr txBox="1"/>
            <p:nvPr/>
          </p:nvSpPr>
          <p:spPr>
            <a:xfrm>
              <a:off x="8089728" y="4500163"/>
              <a:ext cx="2696204" cy="493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User </a:t>
              </a:r>
              <a:r>
                <a:rPr lang="en-US" sz="2400" b="1" dirty="0">
                  <a:solidFill>
                    <a:srgbClr val="9CA3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"Yamada"</a:t>
              </a:r>
              <a:endParaRPr lang="en-US" sz="2800" dirty="0"/>
            </a:p>
          </p:txBody>
        </p:sp>
        <p:pic>
          <p:nvPicPr>
            <p:cNvPr id="114" name="Image 18" descr="preencoded.png">
              <a:extLst>
                <a:ext uri="{FF2B5EF4-FFF2-40B4-BE49-F238E27FC236}">
                  <a16:creationId xmlns:a16="http://schemas.microsoft.com/office/drawing/2014/main" id="{24C6D7DF-A4ED-206B-28B8-D7DB0BEC4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t="-1100" b="-1100"/>
            <a:stretch/>
          </p:blipFill>
          <p:spPr>
            <a:xfrm>
              <a:off x="7700882" y="4555916"/>
              <a:ext cx="327393" cy="382394"/>
            </a:xfrm>
            <a:prstGeom prst="rect">
              <a:avLst/>
            </a:prstGeom>
          </p:spPr>
        </p:pic>
      </p:grpSp>
      <p:pic>
        <p:nvPicPr>
          <p:cNvPr id="118" name="図 117" descr="The image depicts a child sitting at a desk with a book open, a pencil in hand, and a slightly distressed facia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AF7252F9-567F-F18E-B5C6-2EEC244DD2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40770" y="5029781"/>
            <a:ext cx="1732470" cy="1732470"/>
          </a:xfrm>
          <a:prstGeom prst="rect">
            <a:avLst/>
          </a:prstGeom>
        </p:spPr>
      </p:pic>
      <p:pic>
        <p:nvPicPr>
          <p:cNvPr id="120" name="図 119" descr="A young person in a red sweater is seated at a desk, holding a small box with white chess pieces.&#10;&#10;AI 生成コンテンツは誤りを含む可能性があります。">
            <a:extLst>
              <a:ext uri="{FF2B5EF4-FFF2-40B4-BE49-F238E27FC236}">
                <a16:creationId xmlns:a16="http://schemas.microsoft.com/office/drawing/2014/main" id="{09B1CEF6-D571-45D3-3B54-5FAC68623E6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1748" y="4894582"/>
            <a:ext cx="1071550" cy="1800924"/>
          </a:xfrm>
          <a:prstGeom prst="rect">
            <a:avLst/>
          </a:prstGeom>
        </p:spPr>
      </p:pic>
      <p:sp>
        <p:nvSpPr>
          <p:cNvPr id="121" name="Text 41">
            <a:extLst>
              <a:ext uri="{FF2B5EF4-FFF2-40B4-BE49-F238E27FC236}">
                <a16:creationId xmlns:a16="http://schemas.microsoft.com/office/drawing/2014/main" id="{3C9AB264-0080-F1D6-E91E-70121D2A5146}"/>
              </a:ext>
            </a:extLst>
          </p:cNvPr>
          <p:cNvSpPr txBox="1"/>
          <p:nvPr/>
        </p:nvSpPr>
        <p:spPr>
          <a:xfrm>
            <a:off x="4594704" y="5535693"/>
            <a:ext cx="2676491" cy="83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Title</a:t>
            </a: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シール</a:t>
            </a:r>
            <a:endParaRPr lang="en-US" altLang="ja-JP" sz="2000" b="1">
              <a:solidFill>
                <a:schemeClr val="bg1"/>
              </a:solidFill>
              <a:effectLst>
                <a:glow rad="152400">
                  <a:srgbClr val="0000CC">
                    <a:alpha val="81000"/>
                  </a:srgbClr>
                </a:glow>
              </a:effectLst>
            </a:endParaRPr>
          </a:p>
          <a:p>
            <a:pPr marL="0" indent="0" algn="l">
              <a:buNone/>
            </a:pPr>
            <a:r>
              <a:rPr lang="en-US" altLang="ja-JP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User</a:t>
            </a: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シール</a:t>
            </a:r>
            <a:endParaRPr lang="en-US" altLang="ja-JP" sz="2000" b="1">
              <a:solidFill>
                <a:schemeClr val="bg1"/>
              </a:solidFill>
              <a:effectLst>
                <a:glow rad="152400">
                  <a:srgbClr val="0000CC">
                    <a:alpha val="81000"/>
                  </a:srgbClr>
                </a:glow>
              </a:effectLst>
            </a:endParaRPr>
          </a:p>
          <a:p>
            <a:pPr marL="0" indent="0" algn="l">
              <a:buNone/>
            </a:pPr>
            <a:r>
              <a:rPr lang="en-US" altLang="ja-JP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ID</a:t>
            </a: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シール　・・・</a:t>
            </a:r>
            <a:endParaRPr lang="en-US" sz="2000" b="1" dirty="0">
              <a:solidFill>
                <a:schemeClr val="bg1"/>
              </a:solidFill>
              <a:effectLst>
                <a:glow rad="152400">
                  <a:srgbClr val="0000CC">
                    <a:alpha val="81000"/>
                  </a:srgbClr>
                </a:glow>
              </a:effectLst>
            </a:endParaRPr>
          </a:p>
        </p:txBody>
      </p:sp>
      <p:pic>
        <p:nvPicPr>
          <p:cNvPr id="123" name="図 122" descr="The image depicts a person wearing an orange shirt sitting at a table with an assortment of colorful, decorated cakes and cookies.&#10;&#10;AI 生成コンテンツは誤りを含む可能性があります。">
            <a:extLst>
              <a:ext uri="{FF2B5EF4-FFF2-40B4-BE49-F238E27FC236}">
                <a16:creationId xmlns:a16="http://schemas.microsoft.com/office/drawing/2014/main" id="{338C5A99-BAF4-8890-C81C-28E5492C9B0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74447" y="4530378"/>
            <a:ext cx="1984094" cy="1984094"/>
          </a:xfrm>
          <a:prstGeom prst="rect">
            <a:avLst/>
          </a:prstGeom>
        </p:spPr>
      </p:pic>
      <p:sp>
        <p:nvSpPr>
          <p:cNvPr id="124" name="Text 41">
            <a:extLst>
              <a:ext uri="{FF2B5EF4-FFF2-40B4-BE49-F238E27FC236}">
                <a16:creationId xmlns:a16="http://schemas.microsoft.com/office/drawing/2014/main" id="{2581DE4E-A1D8-62ED-7658-1B832467FB52}"/>
              </a:ext>
            </a:extLst>
          </p:cNvPr>
          <p:cNvSpPr txBox="1"/>
          <p:nvPr/>
        </p:nvSpPr>
        <p:spPr>
          <a:xfrm rot="21183969">
            <a:off x="7984572" y="5441608"/>
            <a:ext cx="2676491" cy="83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3366"/>
                  </a:glow>
                </a:effectLst>
              </a:rPr>
              <a:t>各シールができたから</a:t>
            </a:r>
            <a:endParaRPr lang="en-US" altLang="ja-JP" sz="2000" b="1">
              <a:solidFill>
                <a:schemeClr val="bg1"/>
              </a:solidFill>
              <a:effectLst>
                <a:glow rad="152400">
                  <a:srgbClr val="003366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3366"/>
                  </a:glow>
                </a:effectLst>
              </a:rPr>
              <a:t>動的コンテンツで</a:t>
            </a:r>
            <a:endParaRPr lang="en-US" altLang="ja-JP" sz="2000" b="1">
              <a:solidFill>
                <a:schemeClr val="bg1"/>
              </a:solidFill>
              <a:effectLst>
                <a:glow rad="152400">
                  <a:srgbClr val="003366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3366"/>
                  </a:glow>
                </a:effectLst>
              </a:rPr>
              <a:t>使える！</a:t>
            </a:r>
            <a:endParaRPr lang="en-US" sz="2000" b="1" dirty="0">
              <a:solidFill>
                <a:schemeClr val="bg1"/>
              </a:solidFill>
              <a:effectLst>
                <a:glow rad="152400">
                  <a:srgbClr val="003366"/>
                </a:glow>
              </a:effectLst>
            </a:endParaRPr>
          </a:p>
        </p:txBody>
      </p:sp>
      <p:pic>
        <p:nvPicPr>
          <p:cNvPr id="126" name="図 125">
            <a:extLst>
              <a:ext uri="{FF2B5EF4-FFF2-40B4-BE49-F238E27FC236}">
                <a16:creationId xmlns:a16="http://schemas.microsoft.com/office/drawing/2014/main" id="{7AC2313C-DAF9-136B-7B32-9E89D28192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9091" b="96970" l="7895" r="89474">
                        <a14:foregroundMark x1="39474" y1="86364" x2="71053" y2="84848"/>
                        <a14:foregroundMark x1="47368" y1="96970" x2="47368" y2="96970"/>
                        <a14:backgroundMark x1="10526" y1="27273" x2="10526" y2="27273"/>
                        <a14:backgroundMark x1="10526" y1="74242" x2="10526" y2="7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15712" y="3682573"/>
            <a:ext cx="680053" cy="1181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