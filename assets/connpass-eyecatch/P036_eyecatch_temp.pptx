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Vol.36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【Power Automate×Excel編】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届いたExcelを打ち直さなくていい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ボタン1つで表の行が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SharePointリストにそろう</a:t>
            </a: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Excelの表の行を、1行ずつリストに書き写す（For each）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Excelで届く一覧をリストへ手で打ち直している方・初参加の方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