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 1">
            <a:extLst>
              <a:ext uri="{FF2B5EF4-FFF2-40B4-BE49-F238E27FC236}">
                <a16:creationId xmlns:a16="http://schemas.microsoft.com/office/drawing/2014/main" id="{37A0A9FB-588D-07CF-536F-A873586C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3936DC-4BB8-C0A0-749E-CE84A8E6A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