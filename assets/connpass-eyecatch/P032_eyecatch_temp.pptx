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Vol.32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【ファイル整理×</a:t>
            </a:r>
            <a:r>
              <a:rPr lang="en-US" sz="4000" b="1" kern="0" spc="-112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第32回：置くだけで片付く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月別・種類別のファイル整理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月のフォルダ名の式は</a:t>
            </a:r>
            <a:r>
              <a:rPr lang="en-US" sz="4500" b="1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置いたファイルを日付つきの名前で、種類別・月別のフォルダへ移す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非IT・ファイルの整理を毎月手でしている方・初参加の方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